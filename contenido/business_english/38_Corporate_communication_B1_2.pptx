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70" r:id="rId5"/>
    <p:sldId id="266" r:id="rId6"/>
    <p:sldId id="268" r:id="rId7"/>
    <p:sldId id="272" r:id="rId8"/>
    <p:sldId id="273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15/08/2024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Corporate communication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5CDE-C67E-5E8E-7300-561C7216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/>
              <a:t>Warm up	</a:t>
            </a:r>
          </a:p>
        </p:txBody>
      </p:sp>
      <p:pic>
        <p:nvPicPr>
          <p:cNvPr id="5" name="Picture 4" descr="Two telephones communicating">
            <a:extLst>
              <a:ext uri="{FF2B5EF4-FFF2-40B4-BE49-F238E27FC236}">
                <a16:creationId xmlns:a16="http://schemas.microsoft.com/office/drawing/2014/main" id="{709D8426-C860-41F1-628B-732981B04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79" r="26687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8CB7-FA71-C7DA-3741-084F0C04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/>
              <a:t>Phone Communication:</a:t>
            </a:r>
            <a:endParaRPr lang="en-GB" sz="1200" dirty="0"/>
          </a:p>
          <a:p>
            <a:r>
              <a:rPr lang="en-GB" sz="1200" b="1" dirty="0"/>
              <a:t>Positive Experiences:</a:t>
            </a:r>
            <a:endParaRPr lang="en-GB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Have you ever had a successful business phone call? What made it successful?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Can you describe a time when you felt confident and clear during a phone call? What did you do to prepare?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Negative Experiences:</a:t>
            </a:r>
            <a:endParaRPr lang="en-GB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Have you ever had a challenging phone call? What made it difficult?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Was there ever a time when a phone call didn’t go as planned? How did you handle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/>
              <a:t>General Experiences:</a:t>
            </a:r>
            <a:endParaRPr lang="en-GB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What are some common problems you have faced during business phone calls?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What strategies have you used to ensure your phone calls are clear and effective?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672426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EBFBB-048D-C16D-7908-373257931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GB" sz="4000"/>
              <a:t>Key Phrases for Phone Calls</a:t>
            </a:r>
          </a:p>
        </p:txBody>
      </p:sp>
      <p:pic>
        <p:nvPicPr>
          <p:cNvPr id="8" name="Graphic 7" descr="Speaker Phone">
            <a:extLst>
              <a:ext uri="{FF2B5EF4-FFF2-40B4-BE49-F238E27FC236}">
                <a16:creationId xmlns:a16="http://schemas.microsoft.com/office/drawing/2014/main" id="{D79630D3-B0A6-1A67-033E-6E4094247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06A2D7-D6B0-CB33-8A13-F20E9712BC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364" y="4072044"/>
            <a:ext cx="5801917" cy="20570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Greeting: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Hello, this is [Your Name] from [Your Company].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Purpose: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I’m calling to discuss…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Clarification: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Could you please clarify…?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Closing: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Thank you for your time. Goodbye. </a:t>
            </a:r>
          </a:p>
        </p:txBody>
      </p:sp>
      <p:pic>
        <p:nvPicPr>
          <p:cNvPr id="10" name="Graphic 9" descr="Speaker Phone">
            <a:extLst>
              <a:ext uri="{FF2B5EF4-FFF2-40B4-BE49-F238E27FC236}">
                <a16:creationId xmlns:a16="http://schemas.microsoft.com/office/drawing/2014/main" id="{62C826AA-33E3-4064-BC1D-1F05D9FD7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85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0E2F45-488F-66AA-6C32-73D0EAE3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916" y="0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Role-play phone calls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F96029-65DE-1917-63E9-0050E4574F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1012" y="1455576"/>
            <a:ext cx="10384972" cy="51707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Scenario 1: Resolving a Customer Complaint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Situation: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 customer has called to complain about a recent service issue. You need to address their concerns, apologize for the inconvenience, and offer a solution.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Key Points: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Apologize, listen to the customer’s concerns, provide a resolution or next steps.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Scenario 2: Requesting a Reference for a Job Application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Situation: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You are applying for a new job and need to request a reference from a former colleague or supervisor. You need to ask them to provide a reference and explain why it is needed.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Key Points: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Be polite, explain the purpose of the reference, and specify any deadlines.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Scenario 3: Informing a Team About a Policy Change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Situation: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You need to call your team members to inform them about a recent change in company policy. You must explain the change and answer any questions they may have.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Key Points: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Clearly explain the change, provide details on how it affects the team, and offer to answer questions.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Scenario 4: Confirming Receipt of Important Documents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Situation: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You have sent important documents to a business partner and need to confirm they have been received and check if any further action is needed.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Key Points: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Confirm receipt, inquire if additional information is needed, and offer further assistance if required.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Scenario 5: Requesting an Extension on a Project Deadline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Situation: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You need to call a client or manager to request an extension on a project deadline due to unforeseen delays. You should explain the reason and propose a new deadline.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Key Points: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Explain the reason for the delay, request a new deadline, and reassure them of your commitment to completing the project.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09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2FA8-1D57-6717-30AE-4E36A05D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 dirty="0"/>
              <a:t>Warm up 2</a:t>
            </a:r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C97B4798-98BE-593F-47C8-C3E47D7B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28" r="17738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0F1B-3B07-5FCB-0410-A7A34554E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b="1" dirty="0"/>
              <a:t>Meeting Participation:</a:t>
            </a:r>
            <a:endParaRPr lang="en-GB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Positive Experiences:</a:t>
            </a:r>
            <a:endParaRPr lang="en-GB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Can you share a time when you felt you contributed effectively to a meeting? What did you do to participate actively?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Have you ever had a positive experience in a meeting where your ideas were well-received? How did you present your ideas?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Negative Experiences:</a:t>
            </a:r>
            <a:endParaRPr lang="en-GB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Have you ever been in a meeting where communication was a problem? What went wrong?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Can you recall a meeting where you struggled to express your thoughts? What were the challenges?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General Experiences:</a:t>
            </a:r>
            <a:endParaRPr lang="en-GB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What are some common difficulties you face during meetings?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What tips or strategies have you found useful for participating effectively in meetings?</a:t>
            </a:r>
          </a:p>
          <a:p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63657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C00FC-96F7-6543-7EDB-5FCA7E86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Key Phrases for Meetings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2A2405-7749-ABB2-0BE3-249184A26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Making Suggestions: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 suggest we…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Agreeing: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 agree with [Name] because…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Disagreeing Politely: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 see your point, but I believe…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Asking for Clarification: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Could you please explain what you mean by…?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Contributing to Discussions: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In my opinion, we should… </a:t>
            </a:r>
          </a:p>
        </p:txBody>
      </p:sp>
      <p:pic>
        <p:nvPicPr>
          <p:cNvPr id="6" name="Picture 5" descr="Question mark on green pastel background">
            <a:extLst>
              <a:ext uri="{FF2B5EF4-FFF2-40B4-BE49-F238E27FC236}">
                <a16:creationId xmlns:a16="http://schemas.microsoft.com/office/drawing/2014/main" id="{CA7A16F6-3070-21D6-60B1-2DB36846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75" r="88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537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F4EB8-CFB1-17FB-2BBB-D20A69D5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dirty="0"/>
              <a:t>Role-play meetings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1496A0-4A86-5271-A21C-6B26929B7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9918" y="2286000"/>
            <a:ext cx="5607698" cy="44227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Scenario 1: Planning a New Marketing Campaign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Situation: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You are in a meeting with your marketing team to brainstorm ideas for a new marketing campaign. You need to make suggestions, discuss ideas, and agree on the next steps.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Key Points: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Present ideas clearly, listen to feedback, and agree on actionable steps.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Scenario 2: Discussing Budget Cuts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Situation: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You are participating in a meeting to discuss necessary budget cuts for the department. You need to express your concerns, make suggestions for managing cuts, and discuss impacts.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Key Points: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Be clear about concerns, suggest alternatives, and discuss potential impacts openly.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Scenario 3: Reviewing Project Progress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Situation: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You are in a project review meeting where you need to update the team on progress, address any issues, and discuss future tasks and deadlines.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Key Points: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Provide a clear update, address challenges, and discuss upcoming tasks and deadlines.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Scenario 4: Conducting a Performance Review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Situation: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You are holding a performance review meeting with an employee. You need to provide feedback on their performance, discuss strengths and areas for improvement, and set goals.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Key Points: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Provide constructive feedback, discuss achievements and areas for improvement, and set clear goals.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Scenario 5: Organizing a Team-Building Event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Situation: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You are organizing a team-building event and need to discuss logistics, gather input on activities, and confirm everyone’s participation.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Key Points: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Discuss event details, gather feedback on activities, and confirm participation.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Picture 5" descr="People at the meeting desk">
            <a:extLst>
              <a:ext uri="{FF2B5EF4-FFF2-40B4-BE49-F238E27FC236}">
                <a16:creationId xmlns:a16="http://schemas.microsoft.com/office/drawing/2014/main" id="{ED01FCF5-C0C6-99E3-86F6-EE571C1D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1" r="2967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1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084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2253</TotalTime>
  <Words>960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Corporate communication 2</vt:lpstr>
      <vt:lpstr>Warm up </vt:lpstr>
      <vt:lpstr>Key Phrases for Phone Calls</vt:lpstr>
      <vt:lpstr>Role-play phone calls</vt:lpstr>
      <vt:lpstr>Delayed feedback</vt:lpstr>
      <vt:lpstr>Warm up 2</vt:lpstr>
      <vt:lpstr>Key Phrases for Meetings</vt:lpstr>
      <vt:lpstr>Role-play meetings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Clarke, Theodore James Dalgliesh</cp:lastModifiedBy>
  <cp:revision>42</cp:revision>
  <dcterms:created xsi:type="dcterms:W3CDTF">2024-05-27T11:38:08Z</dcterms:created>
  <dcterms:modified xsi:type="dcterms:W3CDTF">2024-08-15T12:05:37Z</dcterms:modified>
</cp:coreProperties>
</file>