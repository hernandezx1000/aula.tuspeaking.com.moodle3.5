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 id="2147483669" r:id="rId2"/>
  </p:sldMasterIdLst>
  <p:notesMasterIdLst>
    <p:notesMasterId r:id="rId22"/>
  </p:notesMasterIdLst>
  <p:sldIdLst>
    <p:sldId id="272" r:id="rId3"/>
    <p:sldId id="256" r:id="rId4"/>
    <p:sldId id="263" r:id="rId5"/>
    <p:sldId id="269" r:id="rId6"/>
    <p:sldId id="270" r:id="rId7"/>
    <p:sldId id="257" r:id="rId8"/>
    <p:sldId id="264" r:id="rId9"/>
    <p:sldId id="258" r:id="rId10"/>
    <p:sldId id="259" r:id="rId11"/>
    <p:sldId id="260" r:id="rId12"/>
    <p:sldId id="261" r:id="rId13"/>
    <p:sldId id="265" r:id="rId14"/>
    <p:sldId id="266" r:id="rId15"/>
    <p:sldId id="267" r:id="rId16"/>
    <p:sldId id="268" r:id="rId17"/>
    <p:sldId id="262" r:id="rId18"/>
    <p:sldId id="271" r:id="rId19"/>
    <p:sldId id="273" r:id="rId20"/>
    <p:sldId id="274" r:id="rId21"/>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4AADAA-D588-4AD7-B57F-17F271E3F9EA}" v="9" dt="2023-09-06T08:59:58.889"/>
    <p1510:client id="{D390C4B6-301B-4EC3-90B6-68C25FEF4065}" v="1" dt="2023-09-06T10:05:21.1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9" d="100"/>
          <a:sy n="89" d="100"/>
        </p:scale>
        <p:origin x="63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27F2473-0B3A-4CAE-81EE-A4F69FA2D5E7}" type="doc">
      <dgm:prSet loTypeId="urn:microsoft.com/office/officeart/2008/layout/LinedList" loCatId="list" qsTypeId="urn:microsoft.com/office/officeart/2005/8/quickstyle/simple2" qsCatId="simple" csTypeId="urn:microsoft.com/office/officeart/2005/8/colors/accent2_2" csCatId="accent2"/>
      <dgm:spPr/>
      <dgm:t>
        <a:bodyPr/>
        <a:lstStyle/>
        <a:p>
          <a:endParaRPr lang="en-US"/>
        </a:p>
      </dgm:t>
    </dgm:pt>
    <dgm:pt modelId="{EE385D92-1AC8-452B-B150-84CB0D16EA65}">
      <dgm:prSet/>
      <dgm:spPr/>
      <dgm:t>
        <a:bodyPr/>
        <a:lstStyle/>
        <a:p>
          <a:r>
            <a:rPr lang="en-GB" b="0" i="0"/>
            <a:t>When I was in Japan, I tried to ___ the ice with the locals by talking to them about their culture.</a:t>
          </a:r>
          <a:endParaRPr lang="en-US"/>
        </a:p>
      </dgm:t>
    </dgm:pt>
    <dgm:pt modelId="{DD59A997-605B-4517-8F51-A505378C538C}" type="parTrans" cxnId="{38DCAA66-DA7C-48B9-A724-39788F1BAE53}">
      <dgm:prSet/>
      <dgm:spPr/>
      <dgm:t>
        <a:bodyPr/>
        <a:lstStyle/>
        <a:p>
          <a:endParaRPr lang="en-US"/>
        </a:p>
      </dgm:t>
    </dgm:pt>
    <dgm:pt modelId="{7780CA7A-417A-4354-B867-4066360C37A8}" type="sibTrans" cxnId="{38DCAA66-DA7C-48B9-A724-39788F1BAE53}">
      <dgm:prSet/>
      <dgm:spPr/>
      <dgm:t>
        <a:bodyPr/>
        <a:lstStyle/>
        <a:p>
          <a:endParaRPr lang="en-US"/>
        </a:p>
      </dgm:t>
    </dgm:pt>
    <dgm:pt modelId="{74DAE410-73CD-42AF-864D-5E8CF7CF81AD}">
      <dgm:prSet/>
      <dgm:spPr/>
      <dgm:t>
        <a:bodyPr/>
        <a:lstStyle/>
        <a:p>
          <a:r>
            <a:rPr lang="en-GB" b="0" i="0"/>
            <a:t>I ___ in touch with my friend from China by sending her a message on WeChat.</a:t>
          </a:r>
          <a:endParaRPr lang="en-US"/>
        </a:p>
      </dgm:t>
    </dgm:pt>
    <dgm:pt modelId="{5D176196-CCD3-4869-BA2C-FB6D66D3B60E}" type="parTrans" cxnId="{27423645-545E-4192-990E-1B3B66C64D62}">
      <dgm:prSet/>
      <dgm:spPr/>
      <dgm:t>
        <a:bodyPr/>
        <a:lstStyle/>
        <a:p>
          <a:endParaRPr lang="en-US"/>
        </a:p>
      </dgm:t>
    </dgm:pt>
    <dgm:pt modelId="{B416C3A2-D2E2-4A5B-9349-D178CF9467B8}" type="sibTrans" cxnId="{27423645-545E-4192-990E-1B3B66C64D62}">
      <dgm:prSet/>
      <dgm:spPr/>
      <dgm:t>
        <a:bodyPr/>
        <a:lstStyle/>
        <a:p>
          <a:endParaRPr lang="en-US"/>
        </a:p>
      </dgm:t>
    </dgm:pt>
    <dgm:pt modelId="{BBC98ABF-FAB6-4124-B0B9-7E92DF71163F}">
      <dgm:prSet/>
      <dgm:spPr/>
      <dgm:t>
        <a:bodyPr/>
        <a:lstStyle/>
        <a:p>
          <a:r>
            <a:rPr lang="en-GB" b="0" i="0"/>
            <a:t>The tourist ___ a scene when he was denied entry to the temple because he was wearing shorts.</a:t>
          </a:r>
          <a:endParaRPr lang="en-US"/>
        </a:p>
      </dgm:t>
    </dgm:pt>
    <dgm:pt modelId="{DDE12537-CA7F-45D9-920A-5FEA802CA9BF}" type="parTrans" cxnId="{18E99954-D95E-46D2-ADDE-1F24FF445AEE}">
      <dgm:prSet/>
      <dgm:spPr/>
      <dgm:t>
        <a:bodyPr/>
        <a:lstStyle/>
        <a:p>
          <a:endParaRPr lang="en-US"/>
        </a:p>
      </dgm:t>
    </dgm:pt>
    <dgm:pt modelId="{A2D6AF5F-0B49-49CC-991B-79A09FF035A8}" type="sibTrans" cxnId="{18E99954-D95E-46D2-ADDE-1F24FF445AEE}">
      <dgm:prSet/>
      <dgm:spPr/>
      <dgm:t>
        <a:bodyPr/>
        <a:lstStyle/>
        <a:p>
          <a:endParaRPr lang="en-US"/>
        </a:p>
      </dgm:t>
    </dgm:pt>
    <dgm:pt modelId="{602F2FE1-C20C-4D39-800B-B0013A810AFC}">
      <dgm:prSet/>
      <dgm:spPr/>
      <dgm:t>
        <a:bodyPr/>
        <a:lstStyle/>
        <a:p>
          <a:r>
            <a:rPr lang="en-GB" b="0" i="0"/>
            <a:t>I ___ my foot in my mouth when I told my Japanese host that I didn't like sushi.</a:t>
          </a:r>
          <a:endParaRPr lang="en-US"/>
        </a:p>
      </dgm:t>
    </dgm:pt>
    <dgm:pt modelId="{31C36125-471E-4F04-BBF3-8F6BDE6BD1C6}" type="parTrans" cxnId="{FB2FB719-93F6-477B-A27E-EF8486717C2E}">
      <dgm:prSet/>
      <dgm:spPr/>
      <dgm:t>
        <a:bodyPr/>
        <a:lstStyle/>
        <a:p>
          <a:endParaRPr lang="en-US"/>
        </a:p>
      </dgm:t>
    </dgm:pt>
    <dgm:pt modelId="{C570AD90-13FD-45FA-8688-2873E0B22348}" type="sibTrans" cxnId="{FB2FB719-93F6-477B-A27E-EF8486717C2E}">
      <dgm:prSet/>
      <dgm:spPr/>
      <dgm:t>
        <a:bodyPr/>
        <a:lstStyle/>
        <a:p>
          <a:endParaRPr lang="en-US"/>
        </a:p>
      </dgm:t>
    </dgm:pt>
    <dgm:pt modelId="{386CAA11-148D-424B-BD4D-48E2200ED6AD}">
      <dgm:prSet/>
      <dgm:spPr/>
      <dgm:t>
        <a:bodyPr/>
        <a:lstStyle/>
        <a:p>
          <a:r>
            <a:rPr lang="en-GB" b="0" i="0"/>
            <a:t>I ___ like a sore thumb in my new job because I was the only one who didn't speak the language.</a:t>
          </a:r>
          <a:endParaRPr lang="en-US"/>
        </a:p>
      </dgm:t>
    </dgm:pt>
    <dgm:pt modelId="{D48A55A3-1452-450E-B674-7C8272C90CDF}" type="parTrans" cxnId="{7DFF986C-C383-41CF-81F3-C6A027E2AC22}">
      <dgm:prSet/>
      <dgm:spPr/>
      <dgm:t>
        <a:bodyPr/>
        <a:lstStyle/>
        <a:p>
          <a:endParaRPr lang="en-US"/>
        </a:p>
      </dgm:t>
    </dgm:pt>
    <dgm:pt modelId="{75469221-55E7-40EC-AB7B-EEC9DC09E67B}" type="sibTrans" cxnId="{7DFF986C-C383-41CF-81F3-C6A027E2AC22}">
      <dgm:prSet/>
      <dgm:spPr/>
      <dgm:t>
        <a:bodyPr/>
        <a:lstStyle/>
        <a:p>
          <a:endParaRPr lang="en-US"/>
        </a:p>
      </dgm:t>
    </dgm:pt>
    <dgm:pt modelId="{F3C9DE94-4E4F-4FE7-9288-C7095D94AB4B}" type="pres">
      <dgm:prSet presAssocID="{E27F2473-0B3A-4CAE-81EE-A4F69FA2D5E7}" presName="vert0" presStyleCnt="0">
        <dgm:presLayoutVars>
          <dgm:dir/>
          <dgm:animOne val="branch"/>
          <dgm:animLvl val="lvl"/>
        </dgm:presLayoutVars>
      </dgm:prSet>
      <dgm:spPr/>
    </dgm:pt>
    <dgm:pt modelId="{4B82C480-397D-43AE-B3FB-46B7FEA1ACEE}" type="pres">
      <dgm:prSet presAssocID="{EE385D92-1AC8-452B-B150-84CB0D16EA65}" presName="thickLine" presStyleLbl="alignNode1" presStyleIdx="0" presStyleCnt="5"/>
      <dgm:spPr/>
    </dgm:pt>
    <dgm:pt modelId="{7BFC1788-760B-408A-BDF4-A4D23FEF0683}" type="pres">
      <dgm:prSet presAssocID="{EE385D92-1AC8-452B-B150-84CB0D16EA65}" presName="horz1" presStyleCnt="0"/>
      <dgm:spPr/>
    </dgm:pt>
    <dgm:pt modelId="{172F251A-118C-4F76-9DDA-7D9E040CA49D}" type="pres">
      <dgm:prSet presAssocID="{EE385D92-1AC8-452B-B150-84CB0D16EA65}" presName="tx1" presStyleLbl="revTx" presStyleIdx="0" presStyleCnt="5"/>
      <dgm:spPr/>
    </dgm:pt>
    <dgm:pt modelId="{ABDCDA41-D5DA-4AF1-9E00-ECD76FD0808B}" type="pres">
      <dgm:prSet presAssocID="{EE385D92-1AC8-452B-B150-84CB0D16EA65}" presName="vert1" presStyleCnt="0"/>
      <dgm:spPr/>
    </dgm:pt>
    <dgm:pt modelId="{687EB9B2-5120-40EA-9835-6BA0BB553172}" type="pres">
      <dgm:prSet presAssocID="{74DAE410-73CD-42AF-864D-5E8CF7CF81AD}" presName="thickLine" presStyleLbl="alignNode1" presStyleIdx="1" presStyleCnt="5"/>
      <dgm:spPr/>
    </dgm:pt>
    <dgm:pt modelId="{A686C61D-907C-446E-929A-50AC165E691E}" type="pres">
      <dgm:prSet presAssocID="{74DAE410-73CD-42AF-864D-5E8CF7CF81AD}" presName="horz1" presStyleCnt="0"/>
      <dgm:spPr/>
    </dgm:pt>
    <dgm:pt modelId="{4BCBE46A-E1E6-40CF-AC2A-C3BC8B069202}" type="pres">
      <dgm:prSet presAssocID="{74DAE410-73CD-42AF-864D-5E8CF7CF81AD}" presName="tx1" presStyleLbl="revTx" presStyleIdx="1" presStyleCnt="5"/>
      <dgm:spPr/>
    </dgm:pt>
    <dgm:pt modelId="{DECA344F-88E7-4008-B3EF-5E22CEC58DC2}" type="pres">
      <dgm:prSet presAssocID="{74DAE410-73CD-42AF-864D-5E8CF7CF81AD}" presName="vert1" presStyleCnt="0"/>
      <dgm:spPr/>
    </dgm:pt>
    <dgm:pt modelId="{99EF973C-2DA4-4B7B-ADD3-F09D16217311}" type="pres">
      <dgm:prSet presAssocID="{BBC98ABF-FAB6-4124-B0B9-7E92DF71163F}" presName="thickLine" presStyleLbl="alignNode1" presStyleIdx="2" presStyleCnt="5"/>
      <dgm:spPr/>
    </dgm:pt>
    <dgm:pt modelId="{6AB0F664-E540-4A08-B1BA-CB4CF7CCDB8D}" type="pres">
      <dgm:prSet presAssocID="{BBC98ABF-FAB6-4124-B0B9-7E92DF71163F}" presName="horz1" presStyleCnt="0"/>
      <dgm:spPr/>
    </dgm:pt>
    <dgm:pt modelId="{6023A1DD-4708-4719-AB7C-662FC85DBA03}" type="pres">
      <dgm:prSet presAssocID="{BBC98ABF-FAB6-4124-B0B9-7E92DF71163F}" presName="tx1" presStyleLbl="revTx" presStyleIdx="2" presStyleCnt="5"/>
      <dgm:spPr/>
    </dgm:pt>
    <dgm:pt modelId="{07442305-5546-434D-807A-139863B1C563}" type="pres">
      <dgm:prSet presAssocID="{BBC98ABF-FAB6-4124-B0B9-7E92DF71163F}" presName="vert1" presStyleCnt="0"/>
      <dgm:spPr/>
    </dgm:pt>
    <dgm:pt modelId="{67471C1F-F725-435B-A273-04015BA6905C}" type="pres">
      <dgm:prSet presAssocID="{602F2FE1-C20C-4D39-800B-B0013A810AFC}" presName="thickLine" presStyleLbl="alignNode1" presStyleIdx="3" presStyleCnt="5"/>
      <dgm:spPr/>
    </dgm:pt>
    <dgm:pt modelId="{3A57002C-BBF7-4E70-869E-054B7D66DEFC}" type="pres">
      <dgm:prSet presAssocID="{602F2FE1-C20C-4D39-800B-B0013A810AFC}" presName="horz1" presStyleCnt="0"/>
      <dgm:spPr/>
    </dgm:pt>
    <dgm:pt modelId="{BE9E645F-C788-491F-886C-A13FCF07BDAE}" type="pres">
      <dgm:prSet presAssocID="{602F2FE1-C20C-4D39-800B-B0013A810AFC}" presName="tx1" presStyleLbl="revTx" presStyleIdx="3" presStyleCnt="5"/>
      <dgm:spPr/>
    </dgm:pt>
    <dgm:pt modelId="{549697BD-3EE8-4A8F-A89D-FE84030674CD}" type="pres">
      <dgm:prSet presAssocID="{602F2FE1-C20C-4D39-800B-B0013A810AFC}" presName="vert1" presStyleCnt="0"/>
      <dgm:spPr/>
    </dgm:pt>
    <dgm:pt modelId="{77E70852-8010-4405-81E2-05D27C1CAEB5}" type="pres">
      <dgm:prSet presAssocID="{386CAA11-148D-424B-BD4D-48E2200ED6AD}" presName="thickLine" presStyleLbl="alignNode1" presStyleIdx="4" presStyleCnt="5"/>
      <dgm:spPr/>
    </dgm:pt>
    <dgm:pt modelId="{4DBA65CC-7149-4846-9C2C-C4834782247C}" type="pres">
      <dgm:prSet presAssocID="{386CAA11-148D-424B-BD4D-48E2200ED6AD}" presName="horz1" presStyleCnt="0"/>
      <dgm:spPr/>
    </dgm:pt>
    <dgm:pt modelId="{F23F7D9D-73CE-484B-84B5-6A453B194862}" type="pres">
      <dgm:prSet presAssocID="{386CAA11-148D-424B-BD4D-48E2200ED6AD}" presName="tx1" presStyleLbl="revTx" presStyleIdx="4" presStyleCnt="5"/>
      <dgm:spPr/>
    </dgm:pt>
    <dgm:pt modelId="{965366F4-C2D9-435D-B72A-27BC9D01E8F7}" type="pres">
      <dgm:prSet presAssocID="{386CAA11-148D-424B-BD4D-48E2200ED6AD}" presName="vert1" presStyleCnt="0"/>
      <dgm:spPr/>
    </dgm:pt>
  </dgm:ptLst>
  <dgm:cxnLst>
    <dgm:cxn modelId="{FB2FB719-93F6-477B-A27E-EF8486717C2E}" srcId="{E27F2473-0B3A-4CAE-81EE-A4F69FA2D5E7}" destId="{602F2FE1-C20C-4D39-800B-B0013A810AFC}" srcOrd="3" destOrd="0" parTransId="{31C36125-471E-4F04-BBF3-8F6BDE6BD1C6}" sibTransId="{C570AD90-13FD-45FA-8688-2873E0B22348}"/>
    <dgm:cxn modelId="{7EF50B37-1C55-4A75-A522-94C0D475F80E}" type="presOf" srcId="{74DAE410-73CD-42AF-864D-5E8CF7CF81AD}" destId="{4BCBE46A-E1E6-40CF-AC2A-C3BC8B069202}" srcOrd="0" destOrd="0" presId="urn:microsoft.com/office/officeart/2008/layout/LinedList"/>
    <dgm:cxn modelId="{27423645-545E-4192-990E-1B3B66C64D62}" srcId="{E27F2473-0B3A-4CAE-81EE-A4F69FA2D5E7}" destId="{74DAE410-73CD-42AF-864D-5E8CF7CF81AD}" srcOrd="1" destOrd="0" parTransId="{5D176196-CCD3-4869-BA2C-FB6D66D3B60E}" sibTransId="{B416C3A2-D2E2-4A5B-9349-D178CF9467B8}"/>
    <dgm:cxn modelId="{38DCAA66-DA7C-48B9-A724-39788F1BAE53}" srcId="{E27F2473-0B3A-4CAE-81EE-A4F69FA2D5E7}" destId="{EE385D92-1AC8-452B-B150-84CB0D16EA65}" srcOrd="0" destOrd="0" parTransId="{DD59A997-605B-4517-8F51-A505378C538C}" sibTransId="{7780CA7A-417A-4354-B867-4066360C37A8}"/>
    <dgm:cxn modelId="{7DFF986C-C383-41CF-81F3-C6A027E2AC22}" srcId="{E27F2473-0B3A-4CAE-81EE-A4F69FA2D5E7}" destId="{386CAA11-148D-424B-BD4D-48E2200ED6AD}" srcOrd="4" destOrd="0" parTransId="{D48A55A3-1452-450E-B674-7C8272C90CDF}" sibTransId="{75469221-55E7-40EC-AB7B-EEC9DC09E67B}"/>
    <dgm:cxn modelId="{09C4086F-5F99-44B9-873D-91D8A758A575}" type="presOf" srcId="{EE385D92-1AC8-452B-B150-84CB0D16EA65}" destId="{172F251A-118C-4F76-9DDA-7D9E040CA49D}" srcOrd="0" destOrd="0" presId="urn:microsoft.com/office/officeart/2008/layout/LinedList"/>
    <dgm:cxn modelId="{14379771-A753-4848-B125-CA3328A18A18}" type="presOf" srcId="{386CAA11-148D-424B-BD4D-48E2200ED6AD}" destId="{F23F7D9D-73CE-484B-84B5-6A453B194862}" srcOrd="0" destOrd="0" presId="urn:microsoft.com/office/officeart/2008/layout/LinedList"/>
    <dgm:cxn modelId="{18E99954-D95E-46D2-ADDE-1F24FF445AEE}" srcId="{E27F2473-0B3A-4CAE-81EE-A4F69FA2D5E7}" destId="{BBC98ABF-FAB6-4124-B0B9-7E92DF71163F}" srcOrd="2" destOrd="0" parTransId="{DDE12537-CA7F-45D9-920A-5FEA802CA9BF}" sibTransId="{A2D6AF5F-0B49-49CC-991B-79A09FF035A8}"/>
    <dgm:cxn modelId="{F1136A81-C7D9-45AF-975F-68320D29AB69}" type="presOf" srcId="{BBC98ABF-FAB6-4124-B0B9-7E92DF71163F}" destId="{6023A1DD-4708-4719-AB7C-662FC85DBA03}" srcOrd="0" destOrd="0" presId="urn:microsoft.com/office/officeart/2008/layout/LinedList"/>
    <dgm:cxn modelId="{5BE06DFC-2F2C-493C-A01F-B7F0E93BA661}" type="presOf" srcId="{E27F2473-0B3A-4CAE-81EE-A4F69FA2D5E7}" destId="{F3C9DE94-4E4F-4FE7-9288-C7095D94AB4B}" srcOrd="0" destOrd="0" presId="urn:microsoft.com/office/officeart/2008/layout/LinedList"/>
    <dgm:cxn modelId="{256DCAFD-C7B2-4F98-8CFC-EEA9364483AE}" type="presOf" srcId="{602F2FE1-C20C-4D39-800B-B0013A810AFC}" destId="{BE9E645F-C788-491F-886C-A13FCF07BDAE}" srcOrd="0" destOrd="0" presId="urn:microsoft.com/office/officeart/2008/layout/LinedList"/>
    <dgm:cxn modelId="{DF0AD5A4-F9AC-45A6-885E-9191F226184C}" type="presParOf" srcId="{F3C9DE94-4E4F-4FE7-9288-C7095D94AB4B}" destId="{4B82C480-397D-43AE-B3FB-46B7FEA1ACEE}" srcOrd="0" destOrd="0" presId="urn:microsoft.com/office/officeart/2008/layout/LinedList"/>
    <dgm:cxn modelId="{CB1436AD-56CD-489F-B675-39CC9325D01D}" type="presParOf" srcId="{F3C9DE94-4E4F-4FE7-9288-C7095D94AB4B}" destId="{7BFC1788-760B-408A-BDF4-A4D23FEF0683}" srcOrd="1" destOrd="0" presId="urn:microsoft.com/office/officeart/2008/layout/LinedList"/>
    <dgm:cxn modelId="{8FF8B6B8-5161-4F21-ACDC-52A6E1DE7839}" type="presParOf" srcId="{7BFC1788-760B-408A-BDF4-A4D23FEF0683}" destId="{172F251A-118C-4F76-9DDA-7D9E040CA49D}" srcOrd="0" destOrd="0" presId="urn:microsoft.com/office/officeart/2008/layout/LinedList"/>
    <dgm:cxn modelId="{AD559ED1-8195-47DC-95B0-3691E498EDAB}" type="presParOf" srcId="{7BFC1788-760B-408A-BDF4-A4D23FEF0683}" destId="{ABDCDA41-D5DA-4AF1-9E00-ECD76FD0808B}" srcOrd="1" destOrd="0" presId="urn:microsoft.com/office/officeart/2008/layout/LinedList"/>
    <dgm:cxn modelId="{626CB413-9FE0-4835-80C2-FC702F38BF0F}" type="presParOf" srcId="{F3C9DE94-4E4F-4FE7-9288-C7095D94AB4B}" destId="{687EB9B2-5120-40EA-9835-6BA0BB553172}" srcOrd="2" destOrd="0" presId="urn:microsoft.com/office/officeart/2008/layout/LinedList"/>
    <dgm:cxn modelId="{E0422B02-E3BA-486D-A96A-59D193D61324}" type="presParOf" srcId="{F3C9DE94-4E4F-4FE7-9288-C7095D94AB4B}" destId="{A686C61D-907C-446E-929A-50AC165E691E}" srcOrd="3" destOrd="0" presId="urn:microsoft.com/office/officeart/2008/layout/LinedList"/>
    <dgm:cxn modelId="{0F99828A-C572-4722-AC48-FB283D358534}" type="presParOf" srcId="{A686C61D-907C-446E-929A-50AC165E691E}" destId="{4BCBE46A-E1E6-40CF-AC2A-C3BC8B069202}" srcOrd="0" destOrd="0" presId="urn:microsoft.com/office/officeart/2008/layout/LinedList"/>
    <dgm:cxn modelId="{A28CFBF6-0A3E-4670-97AD-78FC472F508A}" type="presParOf" srcId="{A686C61D-907C-446E-929A-50AC165E691E}" destId="{DECA344F-88E7-4008-B3EF-5E22CEC58DC2}" srcOrd="1" destOrd="0" presId="urn:microsoft.com/office/officeart/2008/layout/LinedList"/>
    <dgm:cxn modelId="{54889804-EDA3-4B8D-AA13-3B1D53E5D8CD}" type="presParOf" srcId="{F3C9DE94-4E4F-4FE7-9288-C7095D94AB4B}" destId="{99EF973C-2DA4-4B7B-ADD3-F09D16217311}" srcOrd="4" destOrd="0" presId="urn:microsoft.com/office/officeart/2008/layout/LinedList"/>
    <dgm:cxn modelId="{77DA50AC-939F-4DC4-92F5-0EBA5B199FFD}" type="presParOf" srcId="{F3C9DE94-4E4F-4FE7-9288-C7095D94AB4B}" destId="{6AB0F664-E540-4A08-B1BA-CB4CF7CCDB8D}" srcOrd="5" destOrd="0" presId="urn:microsoft.com/office/officeart/2008/layout/LinedList"/>
    <dgm:cxn modelId="{2F607434-E145-45DD-9F22-D2012E6FCBFA}" type="presParOf" srcId="{6AB0F664-E540-4A08-B1BA-CB4CF7CCDB8D}" destId="{6023A1DD-4708-4719-AB7C-662FC85DBA03}" srcOrd="0" destOrd="0" presId="urn:microsoft.com/office/officeart/2008/layout/LinedList"/>
    <dgm:cxn modelId="{416DEE1F-3A19-4ECD-B3A0-8E50AA915FED}" type="presParOf" srcId="{6AB0F664-E540-4A08-B1BA-CB4CF7CCDB8D}" destId="{07442305-5546-434D-807A-139863B1C563}" srcOrd="1" destOrd="0" presId="urn:microsoft.com/office/officeart/2008/layout/LinedList"/>
    <dgm:cxn modelId="{1D8F8711-C86B-4CD1-B257-F5E2076811DD}" type="presParOf" srcId="{F3C9DE94-4E4F-4FE7-9288-C7095D94AB4B}" destId="{67471C1F-F725-435B-A273-04015BA6905C}" srcOrd="6" destOrd="0" presId="urn:microsoft.com/office/officeart/2008/layout/LinedList"/>
    <dgm:cxn modelId="{2D515218-0EF1-4246-A306-1D65887EF190}" type="presParOf" srcId="{F3C9DE94-4E4F-4FE7-9288-C7095D94AB4B}" destId="{3A57002C-BBF7-4E70-869E-054B7D66DEFC}" srcOrd="7" destOrd="0" presId="urn:microsoft.com/office/officeart/2008/layout/LinedList"/>
    <dgm:cxn modelId="{485A949D-D5BC-46C6-89F6-F21C3CA34679}" type="presParOf" srcId="{3A57002C-BBF7-4E70-869E-054B7D66DEFC}" destId="{BE9E645F-C788-491F-886C-A13FCF07BDAE}" srcOrd="0" destOrd="0" presId="urn:microsoft.com/office/officeart/2008/layout/LinedList"/>
    <dgm:cxn modelId="{7849BEC5-48EC-4E09-B7EB-9225482E7CC4}" type="presParOf" srcId="{3A57002C-BBF7-4E70-869E-054B7D66DEFC}" destId="{549697BD-3EE8-4A8F-A89D-FE84030674CD}" srcOrd="1" destOrd="0" presId="urn:microsoft.com/office/officeart/2008/layout/LinedList"/>
    <dgm:cxn modelId="{D72B5514-3698-4996-93FE-CE7E7E4A3D69}" type="presParOf" srcId="{F3C9DE94-4E4F-4FE7-9288-C7095D94AB4B}" destId="{77E70852-8010-4405-81E2-05D27C1CAEB5}" srcOrd="8" destOrd="0" presId="urn:microsoft.com/office/officeart/2008/layout/LinedList"/>
    <dgm:cxn modelId="{1DA42330-7AC7-4301-9032-09FE1D6B0AB8}" type="presParOf" srcId="{F3C9DE94-4E4F-4FE7-9288-C7095D94AB4B}" destId="{4DBA65CC-7149-4846-9C2C-C4834782247C}" srcOrd="9" destOrd="0" presId="urn:microsoft.com/office/officeart/2008/layout/LinedList"/>
    <dgm:cxn modelId="{6868B056-16EF-43F4-B993-C52D73C3B567}" type="presParOf" srcId="{4DBA65CC-7149-4846-9C2C-C4834782247C}" destId="{F23F7D9D-73CE-484B-84B5-6A453B194862}" srcOrd="0" destOrd="0" presId="urn:microsoft.com/office/officeart/2008/layout/LinedList"/>
    <dgm:cxn modelId="{201DFB44-6F5D-41AE-A532-55D30EAC3C92}" type="presParOf" srcId="{4DBA65CC-7149-4846-9C2C-C4834782247C}" destId="{965366F4-C2D9-435D-B72A-27BC9D01E8F7}"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82C480-397D-43AE-B3FB-46B7FEA1ACEE}">
      <dsp:nvSpPr>
        <dsp:cNvPr id="0" name=""/>
        <dsp:cNvSpPr/>
      </dsp:nvSpPr>
      <dsp:spPr>
        <a:xfrm>
          <a:off x="0" y="713"/>
          <a:ext cx="740664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172F251A-118C-4F76-9DDA-7D9E040CA49D}">
      <dsp:nvSpPr>
        <dsp:cNvPr id="0" name=""/>
        <dsp:cNvSpPr/>
      </dsp:nvSpPr>
      <dsp:spPr>
        <a:xfrm>
          <a:off x="0" y="713"/>
          <a:ext cx="7406640" cy="11693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GB" sz="2500" b="0" i="0" kern="1200"/>
            <a:t>When I was in Japan, I tried to ___ the ice with the locals by talking to them about their culture.</a:t>
          </a:r>
          <a:endParaRPr lang="en-US" sz="2500" kern="1200"/>
        </a:p>
      </dsp:txBody>
      <dsp:txXfrm>
        <a:off x="0" y="713"/>
        <a:ext cx="7406640" cy="1169384"/>
      </dsp:txXfrm>
    </dsp:sp>
    <dsp:sp modelId="{687EB9B2-5120-40EA-9835-6BA0BB553172}">
      <dsp:nvSpPr>
        <dsp:cNvPr id="0" name=""/>
        <dsp:cNvSpPr/>
      </dsp:nvSpPr>
      <dsp:spPr>
        <a:xfrm>
          <a:off x="0" y="1170098"/>
          <a:ext cx="740664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4BCBE46A-E1E6-40CF-AC2A-C3BC8B069202}">
      <dsp:nvSpPr>
        <dsp:cNvPr id="0" name=""/>
        <dsp:cNvSpPr/>
      </dsp:nvSpPr>
      <dsp:spPr>
        <a:xfrm>
          <a:off x="0" y="1170098"/>
          <a:ext cx="7406640" cy="11693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GB" sz="2500" b="0" i="0" kern="1200"/>
            <a:t>I ___ in touch with my friend from China by sending her a message on WeChat.</a:t>
          </a:r>
          <a:endParaRPr lang="en-US" sz="2500" kern="1200"/>
        </a:p>
      </dsp:txBody>
      <dsp:txXfrm>
        <a:off x="0" y="1170098"/>
        <a:ext cx="7406640" cy="1169384"/>
      </dsp:txXfrm>
    </dsp:sp>
    <dsp:sp modelId="{99EF973C-2DA4-4B7B-ADD3-F09D16217311}">
      <dsp:nvSpPr>
        <dsp:cNvPr id="0" name=""/>
        <dsp:cNvSpPr/>
      </dsp:nvSpPr>
      <dsp:spPr>
        <a:xfrm>
          <a:off x="0" y="2339482"/>
          <a:ext cx="740664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6023A1DD-4708-4719-AB7C-662FC85DBA03}">
      <dsp:nvSpPr>
        <dsp:cNvPr id="0" name=""/>
        <dsp:cNvSpPr/>
      </dsp:nvSpPr>
      <dsp:spPr>
        <a:xfrm>
          <a:off x="0" y="2339482"/>
          <a:ext cx="7406640" cy="11693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GB" sz="2500" b="0" i="0" kern="1200"/>
            <a:t>The tourist ___ a scene when he was denied entry to the temple because he was wearing shorts.</a:t>
          </a:r>
          <a:endParaRPr lang="en-US" sz="2500" kern="1200"/>
        </a:p>
      </dsp:txBody>
      <dsp:txXfrm>
        <a:off x="0" y="2339482"/>
        <a:ext cx="7406640" cy="1169384"/>
      </dsp:txXfrm>
    </dsp:sp>
    <dsp:sp modelId="{67471C1F-F725-435B-A273-04015BA6905C}">
      <dsp:nvSpPr>
        <dsp:cNvPr id="0" name=""/>
        <dsp:cNvSpPr/>
      </dsp:nvSpPr>
      <dsp:spPr>
        <a:xfrm>
          <a:off x="0" y="3508867"/>
          <a:ext cx="740664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BE9E645F-C788-491F-886C-A13FCF07BDAE}">
      <dsp:nvSpPr>
        <dsp:cNvPr id="0" name=""/>
        <dsp:cNvSpPr/>
      </dsp:nvSpPr>
      <dsp:spPr>
        <a:xfrm>
          <a:off x="0" y="3508867"/>
          <a:ext cx="7406640" cy="11693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GB" sz="2500" b="0" i="0" kern="1200"/>
            <a:t>I ___ my foot in my mouth when I told my Japanese host that I didn't like sushi.</a:t>
          </a:r>
          <a:endParaRPr lang="en-US" sz="2500" kern="1200"/>
        </a:p>
      </dsp:txBody>
      <dsp:txXfrm>
        <a:off x="0" y="3508867"/>
        <a:ext cx="7406640" cy="1169384"/>
      </dsp:txXfrm>
    </dsp:sp>
    <dsp:sp modelId="{77E70852-8010-4405-81E2-05D27C1CAEB5}">
      <dsp:nvSpPr>
        <dsp:cNvPr id="0" name=""/>
        <dsp:cNvSpPr/>
      </dsp:nvSpPr>
      <dsp:spPr>
        <a:xfrm>
          <a:off x="0" y="4678251"/>
          <a:ext cx="740664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F23F7D9D-73CE-484B-84B5-6A453B194862}">
      <dsp:nvSpPr>
        <dsp:cNvPr id="0" name=""/>
        <dsp:cNvSpPr/>
      </dsp:nvSpPr>
      <dsp:spPr>
        <a:xfrm>
          <a:off x="0" y="4678251"/>
          <a:ext cx="7406640" cy="11693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GB" sz="2500" b="0" i="0" kern="1200"/>
            <a:t>I ___ like a sore thumb in my new job because I was the only one who didn't speak the language.</a:t>
          </a:r>
          <a:endParaRPr lang="en-US" sz="2500" kern="1200"/>
        </a:p>
      </dsp:txBody>
      <dsp:txXfrm>
        <a:off x="0" y="4678251"/>
        <a:ext cx="7406640" cy="1169384"/>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565525" cy="7334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660900" y="0"/>
            <a:ext cx="3567113" cy="733425"/>
          </a:xfrm>
          <a:prstGeom prst="rect">
            <a:avLst/>
          </a:prstGeom>
        </p:spPr>
        <p:txBody>
          <a:bodyPr vert="horz" lIns="91440" tIns="45720" rIns="91440" bIns="45720" rtlCol="0"/>
          <a:lstStyle>
            <a:lvl1pPr algn="r">
              <a:defRPr sz="1200"/>
            </a:lvl1pPr>
          </a:lstStyle>
          <a:p>
            <a:fld id="{C4DC83A3-3BE6-3640-B202-49B8D9715FC1}" type="datetimeFigureOut">
              <a:rPr lang="en-US" smtClean="0"/>
              <a:t>9/11/2023</a:t>
            </a:fld>
            <a:endParaRPr lang="en-US"/>
          </a:p>
        </p:txBody>
      </p:sp>
      <p:sp>
        <p:nvSpPr>
          <p:cNvPr id="4" name="Slide Image Placeholder 3"/>
          <p:cNvSpPr>
            <a:spLocks noGrp="1" noRot="1" noChangeAspect="1"/>
          </p:cNvSpPr>
          <p:nvPr>
            <p:ph type="sldImg" idx="2"/>
          </p:nvPr>
        </p:nvSpPr>
        <p:spPr>
          <a:xfrm>
            <a:off x="-273050" y="1828800"/>
            <a:ext cx="8775700" cy="49371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822325" y="7040563"/>
            <a:ext cx="6584950" cy="57610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3896975"/>
            <a:ext cx="3565525" cy="7334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660900" y="13896975"/>
            <a:ext cx="3567113" cy="733425"/>
          </a:xfrm>
          <a:prstGeom prst="rect">
            <a:avLst/>
          </a:prstGeom>
        </p:spPr>
        <p:txBody>
          <a:bodyPr vert="horz" lIns="91440" tIns="45720" rIns="91440" bIns="45720" rtlCol="0" anchor="b"/>
          <a:lstStyle>
            <a:lvl1pPr algn="r">
              <a:defRPr sz="1200"/>
            </a:lvl1pPr>
          </a:lstStyle>
          <a:p>
            <a:fld id="{60525C31-E7AF-C041-95D5-D75C599D8866}" type="slidenum">
              <a:rPr lang="en-US" smtClean="0"/>
              <a:t>‹#›</a:t>
            </a:fld>
            <a:endParaRPr lang="en-US"/>
          </a:p>
        </p:txBody>
      </p:sp>
    </p:spTree>
    <p:extLst>
      <p:ext uri="{BB962C8B-B14F-4D97-AF65-F5344CB8AC3E}">
        <p14:creationId xmlns:p14="http://schemas.microsoft.com/office/powerpoint/2010/main" val="3769854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Freeform 13">
            <a:extLst>
              <a:ext uri="{FF2B5EF4-FFF2-40B4-BE49-F238E27FC236}">
                <a16:creationId xmlns:a16="http://schemas.microsoft.com/office/drawing/2014/main" id="{FCE00AC6-1AA1-42D9-83DD-4C308C3F9322}"/>
              </a:ext>
            </a:extLst>
          </p:cNvPr>
          <p:cNvSpPr/>
          <p:nvPr/>
        </p:nvSpPr>
        <p:spPr>
          <a:xfrm>
            <a:off x="4800600" y="1304884"/>
            <a:ext cx="9829800" cy="6924716"/>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srgbClr val="FFFFFF"/>
              </a:solidFill>
              <a:effectLst/>
              <a:uLnTx/>
              <a:uFillTx/>
              <a:latin typeface="Calibri" panose="020F0502020204030204"/>
              <a:ea typeface="+mn-ea"/>
              <a:cs typeface="+mn-cs"/>
            </a:endParaRPr>
          </a:p>
        </p:txBody>
      </p:sp>
      <p:cxnSp>
        <p:nvCxnSpPr>
          <p:cNvPr id="12" name="Straight Connector 11">
            <a:extLst>
              <a:ext uri="{FF2B5EF4-FFF2-40B4-BE49-F238E27FC236}">
                <a16:creationId xmlns:a16="http://schemas.microsoft.com/office/drawing/2014/main" id="{5319A315-F756-49EC-8181-0EC3F0A37B09}"/>
              </a:ext>
            </a:extLst>
          </p:cNvPr>
          <p:cNvCxnSpPr>
            <a:cxnSpLocks/>
          </p:cNvCxnSpPr>
          <p:nvPr/>
        </p:nvCxnSpPr>
        <p:spPr>
          <a:xfrm>
            <a:off x="487489" y="220719"/>
            <a:ext cx="0" cy="1917250"/>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560F3E26-F530-48F5-983F-9DCFF41D4F39}"/>
              </a:ext>
            </a:extLst>
          </p:cNvPr>
          <p:cNvSpPr/>
          <p:nvPr/>
        </p:nvSpPr>
        <p:spPr>
          <a:xfrm>
            <a:off x="6350818" y="2"/>
            <a:ext cx="2735690" cy="1521342"/>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pPr marL="0" marR="0" lvl="0" indent="0" algn="l"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5C97701E-DAF9-4174-AA91-DA203CD27D6A}"/>
              </a:ext>
            </a:extLst>
          </p:cNvPr>
          <p:cNvSpPr/>
          <p:nvPr/>
        </p:nvSpPr>
        <p:spPr>
          <a:xfrm>
            <a:off x="12250434" y="2"/>
            <a:ext cx="1362079" cy="573596"/>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4F765374-1A4B-41DC-9E75-A95A6C655328}"/>
              </a:ext>
            </a:extLst>
          </p:cNvPr>
          <p:cNvSpPr/>
          <p:nvPr/>
        </p:nvSpPr>
        <p:spPr>
          <a:xfrm>
            <a:off x="1882854" y="617878"/>
            <a:ext cx="2872021" cy="279410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7618DB8E-B14E-42E2-B454-6F4F36A8A9D9}"/>
              </a:ext>
            </a:extLst>
          </p:cNvPr>
          <p:cNvSpPr/>
          <p:nvPr/>
        </p:nvSpPr>
        <p:spPr>
          <a:xfrm flipH="1">
            <a:off x="1" y="3539688"/>
            <a:ext cx="1423741" cy="212598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Arc 21">
            <a:extLst>
              <a:ext uri="{FF2B5EF4-FFF2-40B4-BE49-F238E27FC236}">
                <a16:creationId xmlns:a16="http://schemas.microsoft.com/office/drawing/2014/main" id="{97666F55-03F1-4D18-9653-0F360E127A7E}"/>
              </a:ext>
            </a:extLst>
          </p:cNvPr>
          <p:cNvSpPr/>
          <p:nvPr/>
        </p:nvSpPr>
        <p:spPr>
          <a:xfrm rot="16200000">
            <a:off x="1847620" y="5044113"/>
            <a:ext cx="4900120" cy="4900120"/>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4DE1A06-8754-4870-9E44-E39BADAD9845}"/>
              </a:ext>
            </a:extLst>
          </p:cNvPr>
          <p:cNvSpPr>
            <a:spLocks noGrp="1"/>
          </p:cNvSpPr>
          <p:nvPr>
            <p:ph type="ctrTitle"/>
          </p:nvPr>
        </p:nvSpPr>
        <p:spPr>
          <a:xfrm>
            <a:off x="6111850" y="3291840"/>
            <a:ext cx="7911389" cy="2863901"/>
          </a:xfrm>
        </p:spPr>
        <p:txBody>
          <a:bodyPr anchor="b"/>
          <a:lstStyle>
            <a:lvl1pPr algn="r">
              <a:defRPr sz="72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3527F020-BBC3-49BB-91C2-5B2CBD64B3C5}"/>
              </a:ext>
            </a:extLst>
          </p:cNvPr>
          <p:cNvSpPr>
            <a:spLocks noGrp="1"/>
          </p:cNvSpPr>
          <p:nvPr>
            <p:ph type="subTitle" idx="1"/>
          </p:nvPr>
        </p:nvSpPr>
        <p:spPr>
          <a:xfrm>
            <a:off x="6111850" y="6265469"/>
            <a:ext cx="7911389" cy="1196035"/>
          </a:xfrm>
        </p:spPr>
        <p:txBody>
          <a:bodyPr/>
          <a:lstStyle>
            <a:lvl1pPr marL="0" indent="0" algn="r">
              <a:buNone/>
              <a:defRPr sz="2880">
                <a:solidFill>
                  <a:schemeClr val="bg1"/>
                </a:solidFill>
              </a:defRPr>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p>
        </p:txBody>
      </p:sp>
    </p:spTree>
    <p:extLst>
      <p:ext uri="{BB962C8B-B14F-4D97-AF65-F5344CB8AC3E}">
        <p14:creationId xmlns:p14="http://schemas.microsoft.com/office/powerpoint/2010/main" val="163004972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AFA665D7-34D0-4262-B345-9B1A1BA8DA17}"/>
              </a:ext>
            </a:extLst>
          </p:cNvPr>
          <p:cNvSpPr/>
          <p:nvPr/>
        </p:nvSpPr>
        <p:spPr>
          <a:xfrm>
            <a:off x="587027" y="1342837"/>
            <a:ext cx="5543926" cy="554392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39ECC553-79E5-4B14-89C9-4DAD2B1021B1}"/>
              </a:ext>
            </a:extLst>
          </p:cNvPr>
          <p:cNvSpPr/>
          <p:nvPr/>
        </p:nvSpPr>
        <p:spPr>
          <a:xfrm rot="19809111">
            <a:off x="10420465" y="1129378"/>
            <a:ext cx="3585479" cy="358547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55797934-7E2B-4F94-89C4-0279413FF821}"/>
              </a:ext>
            </a:extLst>
          </p:cNvPr>
          <p:cNvSpPr/>
          <p:nvPr/>
        </p:nvSpPr>
        <p:spPr>
          <a:xfrm>
            <a:off x="1092058" y="5737190"/>
            <a:ext cx="655320" cy="65532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1404519" y="1678838"/>
            <a:ext cx="3884371" cy="4882896"/>
          </a:xfrm>
        </p:spPr>
        <p:txBody>
          <a:bodyPr/>
          <a:lstStyle>
            <a:lvl1pPr algn="ct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6945783" y="1832458"/>
            <a:ext cx="6133795" cy="4718304"/>
          </a:xfrm>
        </p:spPr>
        <p:txBody>
          <a:bodyPr anchor="ctr"/>
          <a:lstStyle>
            <a:lvl1pPr marL="0" indent="0">
              <a:buNone/>
              <a:defRPr/>
            </a:lvl1pPr>
            <a:lvl2pPr marL="274320">
              <a:defRPr/>
            </a:lvl2pPr>
            <a:lvl3pPr marL="548640">
              <a:defRPr/>
            </a:lvl3pPr>
            <a:lvl4pPr>
              <a:buNone/>
              <a:defRPr/>
            </a:lvl4pPr>
          </a:lstStyle>
          <a:p>
            <a:pPr lvl="0"/>
            <a:r>
              <a:rPr lang="en-US"/>
              <a:t>Click to edit Master text styles</a:t>
            </a:r>
          </a:p>
          <a:p>
            <a:pPr lvl="1"/>
            <a:r>
              <a:rPr lang="en-US"/>
              <a:t>Second level</a:t>
            </a:r>
          </a:p>
          <a:p>
            <a:pPr lvl="2"/>
            <a:r>
              <a:rPr lang="en-US"/>
              <a:t>Third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defTabSz="1097280">
              <a:defRPr/>
            </a:pPr>
            <a:r>
              <a:rPr lang="en-GB">
                <a:solidFill>
                  <a:prstClr val="black">
                    <a:tint val="75000"/>
                  </a:prstClr>
                </a:solidFill>
              </a:rPr>
              <a:t>TuSpeaking 2023,  All rights reserved</a:t>
            </a:r>
            <a:endParaRPr lang="en-US">
              <a:solidFill>
                <a:prstClr val="black">
                  <a:tint val="75000"/>
                </a:prstClr>
              </a:solidFill>
            </a:endParaRP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defTabSz="1097280">
              <a:defRPr/>
            </a:pPr>
            <a:r>
              <a:rPr lang="en-GB">
                <a:solidFill>
                  <a:prstClr val="black">
                    <a:tint val="75000"/>
                  </a:prstClr>
                </a:solidFill>
              </a:rPr>
              <a:t>Personal information 1</a:t>
            </a:r>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defTabSz="1097280">
              <a:defRPr/>
            </a:pPr>
            <a:fld id="{D76B855D-E9CC-4FF8-AD85-6CDC7B89A0DE}" type="slidenum">
              <a:rPr lang="en-US" smtClean="0">
                <a:solidFill>
                  <a:prstClr val="black">
                    <a:tint val="75000"/>
                  </a:prstClr>
                </a:solidFill>
              </a:rPr>
              <a:pPr defTabSz="1097280">
                <a:defRPr/>
              </a:pPr>
              <a:t>‹#›</a:t>
            </a:fld>
            <a:endParaRPr lang="en-US">
              <a:solidFill>
                <a:prstClr val="black">
                  <a:tint val="75000"/>
                </a:prstClr>
              </a:solidFill>
            </a:endParaRPr>
          </a:p>
        </p:txBody>
      </p:sp>
      <p:pic>
        <p:nvPicPr>
          <p:cNvPr id="7" name="Picture 6" descr="Logo  Description automatically generated">
            <a:extLst>
              <a:ext uri="{FF2B5EF4-FFF2-40B4-BE49-F238E27FC236}">
                <a16:creationId xmlns:a16="http://schemas.microsoft.com/office/drawing/2014/main" id="{50D7D42C-B56E-2002-0498-CE88D769DFE6}"/>
              </a:ext>
            </a:extLst>
          </p:cNvPr>
          <p:cNvPicPr>
            <a:picLocks noChangeAspect="1"/>
          </p:cNvPicPr>
          <p:nvPr/>
        </p:nvPicPr>
        <p:blipFill>
          <a:blip r:embed="rId2"/>
          <a:stretch>
            <a:fillRect/>
          </a:stretch>
        </p:blipFill>
        <p:spPr>
          <a:xfrm>
            <a:off x="12124814" y="390192"/>
            <a:ext cx="1964135" cy="914402"/>
          </a:xfrm>
          <a:prstGeom prst="rect">
            <a:avLst/>
          </a:prstGeom>
        </p:spPr>
      </p:pic>
    </p:spTree>
    <p:extLst>
      <p:ext uri="{BB962C8B-B14F-4D97-AF65-F5344CB8AC3E}">
        <p14:creationId xmlns:p14="http://schemas.microsoft.com/office/powerpoint/2010/main" val="412255005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2 small pictures">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5A614E3F-4FB2-4152-A59C-941C908D7B05}"/>
              </a:ext>
            </a:extLst>
          </p:cNvPr>
          <p:cNvSpPr>
            <a:spLocks noGrp="1"/>
          </p:cNvSpPr>
          <p:nvPr>
            <p:ph type="pic" sz="quarter" idx="13"/>
          </p:nvPr>
        </p:nvSpPr>
        <p:spPr>
          <a:xfrm>
            <a:off x="8640575" y="1380252"/>
            <a:ext cx="2648455" cy="2645014"/>
          </a:xfrm>
          <a:custGeom>
            <a:avLst/>
            <a:gdLst>
              <a:gd name="connsiteX0" fmla="*/ 1098749 w 2207046"/>
              <a:gd name="connsiteY0" fmla="*/ 0 h 2204178"/>
              <a:gd name="connsiteX1" fmla="*/ 2201707 w 2207046"/>
              <a:gd name="connsiteY1" fmla="*/ 995326 h 2204178"/>
              <a:gd name="connsiteX2" fmla="*/ 2207046 w 2207046"/>
              <a:gd name="connsiteY2" fmla="*/ 1101058 h 2204178"/>
              <a:gd name="connsiteX3" fmla="*/ 2207046 w 2207046"/>
              <a:gd name="connsiteY3" fmla="*/ 1116306 h 2204178"/>
              <a:gd name="connsiteX4" fmla="*/ 2201707 w 2207046"/>
              <a:gd name="connsiteY4" fmla="*/ 1222039 h 2204178"/>
              <a:gd name="connsiteX5" fmla="*/ 1322187 w 2207046"/>
              <a:gd name="connsiteY5" fmla="*/ 2194840 h 2204178"/>
              <a:gd name="connsiteX6" fmla="*/ 1260999 w 2207046"/>
              <a:gd name="connsiteY6" fmla="*/ 2204178 h 2204178"/>
              <a:gd name="connsiteX7" fmla="*/ 936500 w 2207046"/>
              <a:gd name="connsiteY7" fmla="*/ 2204178 h 2204178"/>
              <a:gd name="connsiteX8" fmla="*/ 875311 w 2207046"/>
              <a:gd name="connsiteY8" fmla="*/ 2194840 h 2204178"/>
              <a:gd name="connsiteX9" fmla="*/ 12592 w 2207046"/>
              <a:gd name="connsiteY9" fmla="*/ 1332120 h 2204178"/>
              <a:gd name="connsiteX10" fmla="*/ 0 w 2207046"/>
              <a:gd name="connsiteY10" fmla="*/ 1249617 h 2204178"/>
              <a:gd name="connsiteX11" fmla="*/ 0 w 2207046"/>
              <a:gd name="connsiteY11" fmla="*/ 967747 h 2204178"/>
              <a:gd name="connsiteX12" fmla="*/ 12592 w 2207046"/>
              <a:gd name="connsiteY12" fmla="*/ 885244 h 2204178"/>
              <a:gd name="connsiteX13" fmla="*/ 1098749 w 2207046"/>
              <a:gd name="connsiteY13" fmla="*/ 0 h 2204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07046" h="2204178">
                <a:moveTo>
                  <a:pt x="1098749" y="0"/>
                </a:moveTo>
                <a:cubicBezTo>
                  <a:pt x="1672788" y="0"/>
                  <a:pt x="2144931" y="436266"/>
                  <a:pt x="2201707" y="995326"/>
                </a:cubicBezTo>
                <a:lnTo>
                  <a:pt x="2207046" y="1101058"/>
                </a:lnTo>
                <a:lnTo>
                  <a:pt x="2207046" y="1116306"/>
                </a:lnTo>
                <a:lnTo>
                  <a:pt x="2201707" y="1222039"/>
                </a:lnTo>
                <a:cubicBezTo>
                  <a:pt x="2152501" y="1706557"/>
                  <a:pt x="1791308" y="2098844"/>
                  <a:pt x="1322187" y="2194840"/>
                </a:cubicBezTo>
                <a:lnTo>
                  <a:pt x="1260999" y="2204178"/>
                </a:lnTo>
                <a:lnTo>
                  <a:pt x="936500" y="2204178"/>
                </a:lnTo>
                <a:lnTo>
                  <a:pt x="875311" y="2194840"/>
                </a:lnTo>
                <a:cubicBezTo>
                  <a:pt x="442276" y="2106228"/>
                  <a:pt x="101204" y="1765156"/>
                  <a:pt x="12592" y="1332120"/>
                </a:cubicBezTo>
                <a:lnTo>
                  <a:pt x="0" y="1249617"/>
                </a:lnTo>
                <a:lnTo>
                  <a:pt x="0" y="967747"/>
                </a:lnTo>
                <a:lnTo>
                  <a:pt x="12592" y="885244"/>
                </a:lnTo>
                <a:cubicBezTo>
                  <a:pt x="115972" y="380036"/>
                  <a:pt x="562980" y="0"/>
                  <a:pt x="1098749" y="0"/>
                </a:cubicBezTo>
                <a:close/>
              </a:path>
            </a:pathLst>
          </a:custGeom>
        </p:spPr>
        <p:txBody>
          <a:bodyPr wrap="square" anchor="ctr">
            <a:noAutofit/>
          </a:bodyPr>
          <a:lstStyle>
            <a:lvl1pPr algn="ctr">
              <a:buNone/>
              <a:defRPr sz="2160"/>
            </a:lvl1pPr>
          </a:lstStyle>
          <a:p>
            <a:r>
              <a:rPr lang="en-US"/>
              <a:t>Click icon to add picture</a:t>
            </a:r>
          </a:p>
        </p:txBody>
      </p:sp>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10133559" y="3095620"/>
            <a:ext cx="3716168" cy="3716168"/>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2160"/>
            </a:lvl1pPr>
          </a:lstStyle>
          <a:p>
            <a:r>
              <a:rPr lang="en-US"/>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647395" y="438149"/>
            <a:ext cx="6967728" cy="1591056"/>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647395" y="2190750"/>
            <a:ext cx="6967728" cy="5223053"/>
          </a:xfrm>
        </p:spPr>
        <p:txBody>
          <a:bodyPr>
            <a:normAutofit/>
          </a:bodyPr>
          <a:lstStyle>
            <a:lvl1pPr marL="0" indent="0">
              <a:lnSpc>
                <a:spcPct val="110000"/>
              </a:lnSpc>
              <a:buNone/>
              <a:defRPr sz="2880"/>
            </a:lvl1pPr>
            <a:lvl2pPr marL="274320">
              <a:lnSpc>
                <a:spcPct val="110000"/>
              </a:lnSpc>
              <a:defRPr sz="2400"/>
            </a:lvl2pPr>
            <a:lvl3pPr marL="548640">
              <a:lnSpc>
                <a:spcPct val="110000"/>
              </a:lnSpc>
              <a:defRPr sz="2160"/>
            </a:lvl3pPr>
            <a:lvl4pPr marL="822960">
              <a:lnSpc>
                <a:spcPct val="110000"/>
              </a:lnSpc>
              <a:defRPr sz="1920"/>
            </a:lvl4pPr>
            <a:lvl5pPr>
              <a:lnSpc>
                <a:spcPct val="110000"/>
              </a:lnSpc>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defTabSz="1097280">
              <a:defRPr/>
            </a:pPr>
            <a:r>
              <a:rPr lang="en-GB">
                <a:solidFill>
                  <a:prstClr val="black">
                    <a:tint val="75000"/>
                  </a:prstClr>
                </a:solidFill>
              </a:rPr>
              <a:t>TuSpeaking 2023,  All rights reserved</a:t>
            </a:r>
            <a:endParaRPr lang="en-US">
              <a:solidFill>
                <a:prstClr val="black">
                  <a:tint val="75000"/>
                </a:prstClr>
              </a:solidFill>
            </a:endParaRP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defTabSz="1097280">
              <a:defRPr/>
            </a:pPr>
            <a:r>
              <a:rPr lang="en-GB">
                <a:solidFill>
                  <a:prstClr val="black">
                    <a:tint val="75000"/>
                  </a:prstClr>
                </a:solidFill>
              </a:rPr>
              <a:t>Personal information 1</a:t>
            </a:r>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defTabSz="1097280">
              <a:defRPr/>
            </a:pPr>
            <a:fld id="{D76B855D-E9CC-4FF8-AD85-6CDC7B89A0DE}" type="slidenum">
              <a:rPr lang="en-US" smtClean="0">
                <a:solidFill>
                  <a:prstClr val="black">
                    <a:tint val="75000"/>
                  </a:prstClr>
                </a:solidFill>
              </a:rPr>
              <a:pPr defTabSz="1097280">
                <a:defRPr/>
              </a:pPr>
              <a:t>‹#›</a:t>
            </a:fld>
            <a:endParaRPr lang="en-US">
              <a:solidFill>
                <a:prstClr val="black">
                  <a:tint val="75000"/>
                </a:prstClr>
              </a:solidFill>
            </a:endParaRPr>
          </a:p>
        </p:txBody>
      </p:sp>
      <p:sp>
        <p:nvSpPr>
          <p:cNvPr id="10" name="Oval 9">
            <a:extLst>
              <a:ext uri="{FF2B5EF4-FFF2-40B4-BE49-F238E27FC236}">
                <a16:creationId xmlns:a16="http://schemas.microsoft.com/office/drawing/2014/main" id="{E8E71C73-7BAD-4838-88C1-42E045A9D179}"/>
              </a:ext>
            </a:extLst>
          </p:cNvPr>
          <p:cNvSpPr/>
          <p:nvPr/>
        </p:nvSpPr>
        <p:spPr>
          <a:xfrm>
            <a:off x="12299544" y="1866081"/>
            <a:ext cx="983164" cy="95649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44560922-5803-412D-880B-065E75DCBC0A}"/>
              </a:ext>
            </a:extLst>
          </p:cNvPr>
          <p:cNvSpPr/>
          <p:nvPr/>
        </p:nvSpPr>
        <p:spPr>
          <a:xfrm>
            <a:off x="9108107" y="4841272"/>
            <a:ext cx="1052045" cy="1052045"/>
          </a:xfrm>
          <a:prstGeom prst="rect">
            <a:avLst/>
          </a:prstGeom>
          <a:noFill/>
          <a:ln w="127000">
            <a:solidFill>
              <a:schemeClr val="accent6"/>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7" name="Picture 6" descr="Logo  Description automatically generated">
            <a:extLst>
              <a:ext uri="{FF2B5EF4-FFF2-40B4-BE49-F238E27FC236}">
                <a16:creationId xmlns:a16="http://schemas.microsoft.com/office/drawing/2014/main" id="{DF0731B2-198C-03B1-6C26-17F767EED75A}"/>
              </a:ext>
            </a:extLst>
          </p:cNvPr>
          <p:cNvPicPr>
            <a:picLocks noChangeAspect="1"/>
          </p:cNvPicPr>
          <p:nvPr/>
        </p:nvPicPr>
        <p:blipFill>
          <a:blip r:embed="rId2"/>
          <a:stretch>
            <a:fillRect/>
          </a:stretch>
        </p:blipFill>
        <p:spPr>
          <a:xfrm>
            <a:off x="12124814" y="390192"/>
            <a:ext cx="1964135" cy="914402"/>
          </a:xfrm>
          <a:prstGeom prst="rect">
            <a:avLst/>
          </a:prstGeom>
        </p:spPr>
      </p:pic>
    </p:spTree>
    <p:extLst>
      <p:ext uri="{BB962C8B-B14F-4D97-AF65-F5344CB8AC3E}">
        <p14:creationId xmlns:p14="http://schemas.microsoft.com/office/powerpoint/2010/main" val="402688236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1 large picture">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7790689" y="857874"/>
            <a:ext cx="6673458" cy="6483926"/>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2160"/>
            </a:lvl1pPr>
          </a:lstStyle>
          <a:p>
            <a:r>
              <a:rPr lang="en-US"/>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647395" y="438149"/>
            <a:ext cx="6967728" cy="1591056"/>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647395" y="2190750"/>
            <a:ext cx="6967728" cy="5223053"/>
          </a:xfrm>
        </p:spPr>
        <p:txBody>
          <a:bodyPr>
            <a:normAutofit/>
          </a:bodyPr>
          <a:lstStyle>
            <a:lvl1pPr marL="0" indent="0">
              <a:lnSpc>
                <a:spcPct val="110000"/>
              </a:lnSpc>
              <a:buNone/>
              <a:defRPr sz="2880"/>
            </a:lvl1pPr>
            <a:lvl2pPr marL="274320">
              <a:lnSpc>
                <a:spcPct val="110000"/>
              </a:lnSpc>
              <a:defRPr sz="2400"/>
            </a:lvl2pPr>
            <a:lvl3pPr marL="548640">
              <a:lnSpc>
                <a:spcPct val="110000"/>
              </a:lnSpc>
              <a:defRPr sz="2160"/>
            </a:lvl3pPr>
            <a:lvl4pPr marL="822960">
              <a:lnSpc>
                <a:spcPct val="110000"/>
              </a:lnSpc>
              <a:defRPr sz="1920"/>
            </a:lvl4pPr>
            <a:lvl5pPr>
              <a:lnSpc>
                <a:spcPct val="110000"/>
              </a:lnSpc>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defTabSz="1097280">
              <a:defRPr/>
            </a:pPr>
            <a:r>
              <a:rPr lang="en-GB">
                <a:solidFill>
                  <a:prstClr val="black">
                    <a:tint val="75000"/>
                  </a:prstClr>
                </a:solidFill>
              </a:rPr>
              <a:t>TuSpeaking 2023,  All rights reserved</a:t>
            </a:r>
            <a:endParaRPr lang="en-US">
              <a:solidFill>
                <a:prstClr val="black">
                  <a:tint val="75000"/>
                </a:prstClr>
              </a:solidFill>
            </a:endParaRP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defTabSz="1097280">
              <a:defRPr/>
            </a:pPr>
            <a:r>
              <a:rPr lang="en-GB">
                <a:solidFill>
                  <a:prstClr val="black">
                    <a:tint val="75000"/>
                  </a:prstClr>
                </a:solidFill>
              </a:rPr>
              <a:t>Personal information 1</a:t>
            </a:r>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defTabSz="1097280">
              <a:defRPr/>
            </a:pPr>
            <a:fld id="{D76B855D-E9CC-4FF8-AD85-6CDC7B89A0DE}" type="slidenum">
              <a:rPr lang="en-US" smtClean="0">
                <a:solidFill>
                  <a:prstClr val="black">
                    <a:tint val="75000"/>
                  </a:prstClr>
                </a:solidFill>
              </a:rPr>
              <a:pPr defTabSz="1097280">
                <a:defRPr/>
              </a:pPr>
              <a:t>‹#›</a:t>
            </a:fld>
            <a:endParaRPr lang="en-US">
              <a:solidFill>
                <a:prstClr val="black">
                  <a:tint val="75000"/>
                </a:prstClr>
              </a:solidFill>
            </a:endParaRPr>
          </a:p>
        </p:txBody>
      </p:sp>
      <p:pic>
        <p:nvPicPr>
          <p:cNvPr id="8" name="Picture 7" descr="Logo  Description automatically generated">
            <a:extLst>
              <a:ext uri="{FF2B5EF4-FFF2-40B4-BE49-F238E27FC236}">
                <a16:creationId xmlns:a16="http://schemas.microsoft.com/office/drawing/2014/main" id="{6B19892D-C6FC-6DEA-BC94-7ACF19FFB8E9}"/>
              </a:ext>
            </a:extLst>
          </p:cNvPr>
          <p:cNvPicPr>
            <a:picLocks noChangeAspect="1"/>
          </p:cNvPicPr>
          <p:nvPr/>
        </p:nvPicPr>
        <p:blipFill>
          <a:blip r:embed="rId2"/>
          <a:stretch>
            <a:fillRect/>
          </a:stretch>
        </p:blipFill>
        <p:spPr>
          <a:xfrm>
            <a:off x="12124814" y="390192"/>
            <a:ext cx="1964135" cy="914402"/>
          </a:xfrm>
          <a:prstGeom prst="rect">
            <a:avLst/>
          </a:prstGeom>
        </p:spPr>
      </p:pic>
    </p:spTree>
    <p:extLst>
      <p:ext uri="{BB962C8B-B14F-4D97-AF65-F5344CB8AC3E}">
        <p14:creationId xmlns:p14="http://schemas.microsoft.com/office/powerpoint/2010/main" val="342878169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200EACD1-D216-4037-8AFF-80CF273586DF}"/>
              </a:ext>
            </a:extLst>
          </p:cNvPr>
          <p:cNvSpPr/>
          <p:nvPr/>
        </p:nvSpPr>
        <p:spPr>
          <a:xfrm>
            <a:off x="3379115" y="178715"/>
            <a:ext cx="7872170" cy="787217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Arc 7">
            <a:extLst>
              <a:ext uri="{FF2B5EF4-FFF2-40B4-BE49-F238E27FC236}">
                <a16:creationId xmlns:a16="http://schemas.microsoft.com/office/drawing/2014/main" id="{F941DE04-3FEA-4A57-B200-F9F6A765C792}"/>
              </a:ext>
            </a:extLst>
          </p:cNvPr>
          <p:cNvSpPr/>
          <p:nvPr/>
        </p:nvSpPr>
        <p:spPr>
          <a:xfrm rot="9222429" flipV="1">
            <a:off x="2992943" y="-34202"/>
            <a:ext cx="8179514" cy="8179514"/>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A565C7B4-4152-4548-A771-EB148A028FDB}"/>
              </a:ext>
            </a:extLst>
          </p:cNvPr>
          <p:cNvSpPr/>
          <p:nvPr/>
        </p:nvSpPr>
        <p:spPr>
          <a:xfrm>
            <a:off x="9798501" y="6290386"/>
            <a:ext cx="911284" cy="88656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4C0001-5D76-45A0-A9F4-7172BDDD5D28}"/>
              </a:ext>
            </a:extLst>
          </p:cNvPr>
          <p:cNvSpPr>
            <a:spLocks noGrp="1"/>
          </p:cNvSpPr>
          <p:nvPr>
            <p:ph type="title"/>
          </p:nvPr>
        </p:nvSpPr>
        <p:spPr>
          <a:xfrm>
            <a:off x="3983127" y="1656893"/>
            <a:ext cx="6671462" cy="3017520"/>
          </a:xfrm>
        </p:spPr>
        <p:txBody>
          <a:bodyPr anchor="b"/>
          <a:lstStyle>
            <a:lvl1pPr algn="ctr">
              <a:defRPr sz="72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3983127" y="4893869"/>
            <a:ext cx="6671462" cy="1843430"/>
          </a:xfrm>
        </p:spPr>
        <p:txBody>
          <a:bodyPr/>
          <a:lstStyle>
            <a:lvl1pPr marL="0" indent="0" algn="ctr">
              <a:buNone/>
              <a:defRPr sz="2880">
                <a:solidFill>
                  <a:schemeClr val="bg1"/>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pic>
        <p:nvPicPr>
          <p:cNvPr id="4" name="Picture 3" descr="Logo  Description automatically generated">
            <a:extLst>
              <a:ext uri="{FF2B5EF4-FFF2-40B4-BE49-F238E27FC236}">
                <a16:creationId xmlns:a16="http://schemas.microsoft.com/office/drawing/2014/main" id="{C4E608A4-5FE4-007F-03B2-71BFE7A80D9F}"/>
              </a:ext>
            </a:extLst>
          </p:cNvPr>
          <p:cNvPicPr>
            <a:picLocks noChangeAspect="1"/>
          </p:cNvPicPr>
          <p:nvPr/>
        </p:nvPicPr>
        <p:blipFill>
          <a:blip r:embed="rId2"/>
          <a:stretch>
            <a:fillRect/>
          </a:stretch>
        </p:blipFill>
        <p:spPr>
          <a:xfrm>
            <a:off x="12124814" y="390192"/>
            <a:ext cx="1964135" cy="914402"/>
          </a:xfrm>
          <a:prstGeom prst="rect">
            <a:avLst/>
          </a:prstGeom>
        </p:spPr>
      </p:pic>
    </p:spTree>
    <p:extLst>
      <p:ext uri="{BB962C8B-B14F-4D97-AF65-F5344CB8AC3E}">
        <p14:creationId xmlns:p14="http://schemas.microsoft.com/office/powerpoint/2010/main" val="143658087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647395" y="438150"/>
            <a:ext cx="12618720" cy="1590676"/>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1415491" y="2293315"/>
            <a:ext cx="11795760" cy="46316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defTabSz="1097280">
              <a:defRPr/>
            </a:pPr>
            <a:r>
              <a:rPr lang="en-GB">
                <a:solidFill>
                  <a:prstClr val="black">
                    <a:tint val="75000"/>
                  </a:prstClr>
                </a:solidFill>
              </a:rPr>
              <a:t>TuSpeaking 2023,  All rights reserved</a:t>
            </a:r>
            <a:endParaRPr lang="en-US">
              <a:solidFill>
                <a:prstClr val="black">
                  <a:tint val="75000"/>
                </a:prstClr>
              </a:solidFill>
            </a:endParaRP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defTabSz="1097280">
              <a:defRPr/>
            </a:pPr>
            <a:r>
              <a:rPr lang="en-GB">
                <a:solidFill>
                  <a:prstClr val="black">
                    <a:tint val="75000"/>
                  </a:prstClr>
                </a:solidFill>
              </a:rPr>
              <a:t>Personal information 1</a:t>
            </a:r>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defTabSz="1097280">
              <a:defRPr/>
            </a:pPr>
            <a:fld id="{D76B855D-E9CC-4FF8-AD85-6CDC7B89A0DE}" type="slidenum">
              <a:rPr lang="en-US" smtClean="0">
                <a:solidFill>
                  <a:prstClr val="black">
                    <a:tint val="75000"/>
                  </a:prstClr>
                </a:solidFill>
              </a:rPr>
              <a:pPr defTabSz="1097280">
                <a:defRPr/>
              </a:pPr>
              <a:t>‹#›</a:t>
            </a:fld>
            <a:endParaRPr lang="en-US">
              <a:solidFill>
                <a:prstClr val="black">
                  <a:tint val="75000"/>
                </a:prstClr>
              </a:solidFill>
            </a:endParaRPr>
          </a:p>
        </p:txBody>
      </p:sp>
      <p:sp>
        <p:nvSpPr>
          <p:cNvPr id="7" name="Freeform: Shape 6">
            <a:extLst>
              <a:ext uri="{FF2B5EF4-FFF2-40B4-BE49-F238E27FC236}">
                <a16:creationId xmlns:a16="http://schemas.microsoft.com/office/drawing/2014/main" id="{23DA7759-3209-4FE2-96D1-4EEDD81E9EA0}"/>
              </a:ext>
            </a:extLst>
          </p:cNvPr>
          <p:cNvSpPr/>
          <p:nvPr/>
        </p:nvSpPr>
        <p:spPr>
          <a:xfrm>
            <a:off x="12593319" y="2"/>
            <a:ext cx="1019194" cy="429202"/>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41460DAD-8769-4C9F-9C8C-BB0443909D76}"/>
              </a:ext>
            </a:extLst>
          </p:cNvPr>
          <p:cNvSpPr/>
          <p:nvPr/>
        </p:nvSpPr>
        <p:spPr>
          <a:xfrm flipH="1">
            <a:off x="148244" y="6861487"/>
            <a:ext cx="2125931" cy="1368114"/>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Picture 8" descr="Logo  Description automatically generated">
            <a:extLst>
              <a:ext uri="{FF2B5EF4-FFF2-40B4-BE49-F238E27FC236}">
                <a16:creationId xmlns:a16="http://schemas.microsoft.com/office/drawing/2014/main" id="{9E5919BF-BCFB-D7D2-4275-4DB20EECC9E7}"/>
              </a:ext>
            </a:extLst>
          </p:cNvPr>
          <p:cNvPicPr>
            <a:picLocks noChangeAspect="1"/>
          </p:cNvPicPr>
          <p:nvPr/>
        </p:nvPicPr>
        <p:blipFill>
          <a:blip r:embed="rId2"/>
          <a:stretch>
            <a:fillRect/>
          </a:stretch>
        </p:blipFill>
        <p:spPr>
          <a:xfrm>
            <a:off x="12124814" y="390192"/>
            <a:ext cx="1964135" cy="914402"/>
          </a:xfrm>
          <a:prstGeom prst="rect">
            <a:avLst/>
          </a:prstGeom>
        </p:spPr>
      </p:pic>
    </p:spTree>
    <p:extLst>
      <p:ext uri="{BB962C8B-B14F-4D97-AF65-F5344CB8AC3E}">
        <p14:creationId xmlns:p14="http://schemas.microsoft.com/office/powerpoint/2010/main" val="129684079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lvl1pPr>
              <a:defRPr>
                <a:latin typeface="+mn-lt"/>
              </a:defRPr>
            </a:lvl1pPr>
          </a:lstStyle>
          <a:p>
            <a:pPr defTabSz="1097280">
              <a:defRPr/>
            </a:pPr>
            <a:r>
              <a:rPr lang="en-GB">
                <a:solidFill>
                  <a:prstClr val="black">
                    <a:tint val="75000"/>
                  </a:prstClr>
                </a:solidFill>
              </a:rPr>
              <a:t>TuSpeaking 2023,  All rights reserved</a:t>
            </a:r>
            <a:endParaRPr lang="en-US">
              <a:solidFill>
                <a:prstClr val="black">
                  <a:tint val="75000"/>
                </a:prstClr>
              </a:solidFill>
            </a:endParaRP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lvl1pPr>
              <a:defRPr>
                <a:latin typeface="+mn-lt"/>
              </a:defRPr>
            </a:lvl1pPr>
          </a:lstStyle>
          <a:p>
            <a:pPr defTabSz="1097280">
              <a:defRPr/>
            </a:pPr>
            <a:r>
              <a:rPr lang="en-GB">
                <a:solidFill>
                  <a:prstClr val="black">
                    <a:tint val="75000"/>
                  </a:prstClr>
                </a:solidFill>
              </a:rPr>
              <a:t>Personal information 1</a:t>
            </a:r>
            <a:endParaRPr lang="en-US">
              <a:solidFill>
                <a:prstClr val="black">
                  <a:tint val="75000"/>
                </a:prstClr>
              </a:solidFill>
            </a:endParaRP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lvl1pPr>
              <a:defRPr>
                <a:latin typeface="+mn-lt"/>
              </a:defRPr>
            </a:lvl1pPr>
          </a:lstStyle>
          <a:p>
            <a:pPr defTabSz="1097280">
              <a:defRPr/>
            </a:pPr>
            <a:fld id="{D76B855D-E9CC-4FF8-AD85-6CDC7B89A0DE}" type="slidenum">
              <a:rPr lang="en-US" smtClean="0">
                <a:solidFill>
                  <a:prstClr val="black">
                    <a:tint val="75000"/>
                  </a:prstClr>
                </a:solidFill>
              </a:rPr>
              <a:pPr defTabSz="1097280">
                <a:defRPr/>
              </a:pPr>
              <a:t>‹#›</a:t>
            </a:fld>
            <a:endParaRPr lang="en-US">
              <a:solidFill>
                <a:prstClr val="black">
                  <a:tint val="75000"/>
                </a:prstClr>
              </a:solidFill>
            </a:endParaRPr>
          </a:p>
        </p:txBody>
      </p:sp>
      <p:sp>
        <p:nvSpPr>
          <p:cNvPr id="6" name="Freeform: Shape 5">
            <a:extLst>
              <a:ext uri="{FF2B5EF4-FFF2-40B4-BE49-F238E27FC236}">
                <a16:creationId xmlns:a16="http://schemas.microsoft.com/office/drawing/2014/main" id="{DC13EF9C-0B5A-4364-91AA-E5DD5B536E54}"/>
              </a:ext>
            </a:extLst>
          </p:cNvPr>
          <p:cNvSpPr/>
          <p:nvPr/>
        </p:nvSpPr>
        <p:spPr>
          <a:xfrm rot="16200000">
            <a:off x="-466719" y="5809433"/>
            <a:ext cx="2084881" cy="1151443"/>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Freeform: Shape 6">
            <a:extLst>
              <a:ext uri="{FF2B5EF4-FFF2-40B4-BE49-F238E27FC236}">
                <a16:creationId xmlns:a16="http://schemas.microsoft.com/office/drawing/2014/main" id="{8F674475-6327-490A-BD7F-084F5C07F2E4}"/>
              </a:ext>
            </a:extLst>
          </p:cNvPr>
          <p:cNvSpPr/>
          <p:nvPr/>
        </p:nvSpPr>
        <p:spPr>
          <a:xfrm>
            <a:off x="12593319" y="2"/>
            <a:ext cx="1019194" cy="429202"/>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1005840" y="2293315"/>
            <a:ext cx="12618720" cy="46316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descr="Logo  Description automatically generated">
            <a:extLst>
              <a:ext uri="{FF2B5EF4-FFF2-40B4-BE49-F238E27FC236}">
                <a16:creationId xmlns:a16="http://schemas.microsoft.com/office/drawing/2014/main" id="{9FDA2D69-3D2E-7CC9-65E2-48E1AF036011}"/>
              </a:ext>
            </a:extLst>
          </p:cNvPr>
          <p:cNvPicPr>
            <a:picLocks noChangeAspect="1"/>
          </p:cNvPicPr>
          <p:nvPr/>
        </p:nvPicPr>
        <p:blipFill>
          <a:blip r:embed="rId2"/>
          <a:stretch>
            <a:fillRect/>
          </a:stretch>
        </p:blipFill>
        <p:spPr>
          <a:xfrm>
            <a:off x="12124814" y="390192"/>
            <a:ext cx="1964135" cy="914402"/>
          </a:xfrm>
          <a:prstGeom prst="rect">
            <a:avLst/>
          </a:prstGeom>
        </p:spPr>
      </p:pic>
    </p:spTree>
    <p:extLst>
      <p:ext uri="{BB962C8B-B14F-4D97-AF65-F5344CB8AC3E}">
        <p14:creationId xmlns:p14="http://schemas.microsoft.com/office/powerpoint/2010/main" val="131668212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Quote slide with picture">
    <p:bg>
      <p:bgPr>
        <a:solidFill>
          <a:schemeClr val="tx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63E3FD7E-C80A-4707-A8E9-4134DF91F3FF}"/>
              </a:ext>
            </a:extLst>
          </p:cNvPr>
          <p:cNvSpPr>
            <a:spLocks noGrp="1"/>
          </p:cNvSpPr>
          <p:nvPr>
            <p:ph type="pic" sz="quarter" idx="10"/>
          </p:nvPr>
        </p:nvSpPr>
        <p:spPr>
          <a:xfrm>
            <a:off x="0" y="1"/>
            <a:ext cx="14630400" cy="8229600"/>
          </a:xfrm>
        </p:spPr>
        <p:txBody>
          <a:bodyPr/>
          <a:lstStyle>
            <a:lvl1pPr>
              <a:buNone/>
              <a:defRPr>
                <a:solidFill>
                  <a:schemeClr val="bg1"/>
                </a:solidFill>
              </a:defRPr>
            </a:lvl1pPr>
          </a:lstStyle>
          <a:p>
            <a:r>
              <a:rPr lang="en-US"/>
              <a:t>Click icon to add picture</a:t>
            </a:r>
          </a:p>
        </p:txBody>
      </p:sp>
      <p:sp>
        <p:nvSpPr>
          <p:cNvPr id="10" name="Title 9">
            <a:extLst>
              <a:ext uri="{FF2B5EF4-FFF2-40B4-BE49-F238E27FC236}">
                <a16:creationId xmlns:a16="http://schemas.microsoft.com/office/drawing/2014/main" id="{10EC23F5-CD2E-4207-A4E6-73BDFF74D868}"/>
              </a:ext>
            </a:extLst>
          </p:cNvPr>
          <p:cNvSpPr>
            <a:spLocks noGrp="1"/>
          </p:cNvSpPr>
          <p:nvPr>
            <p:ph type="title"/>
          </p:nvPr>
        </p:nvSpPr>
        <p:spPr>
          <a:xfrm>
            <a:off x="3733800" y="444720"/>
            <a:ext cx="7108610" cy="7108610"/>
          </a:xfrm>
          <a:custGeom>
            <a:avLst/>
            <a:gdLst>
              <a:gd name="connsiteX0" fmla="*/ 2961921 w 5923842"/>
              <a:gd name="connsiteY0" fmla="*/ 0 h 5923842"/>
              <a:gd name="connsiteX1" fmla="*/ 5923842 w 5923842"/>
              <a:gd name="connsiteY1" fmla="*/ 2961921 h 5923842"/>
              <a:gd name="connsiteX2" fmla="*/ 2961921 w 5923842"/>
              <a:gd name="connsiteY2" fmla="*/ 5923842 h 5923842"/>
              <a:gd name="connsiteX3" fmla="*/ 0 w 5923842"/>
              <a:gd name="connsiteY3" fmla="*/ 2961921 h 5923842"/>
              <a:gd name="connsiteX4" fmla="*/ 2961921 w 5923842"/>
              <a:gd name="connsiteY4" fmla="*/ 0 h 59238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23842" h="5923842">
                <a:moveTo>
                  <a:pt x="2961921" y="0"/>
                </a:moveTo>
                <a:cubicBezTo>
                  <a:pt x="4597745" y="0"/>
                  <a:pt x="5923842" y="1326097"/>
                  <a:pt x="5923842" y="2961921"/>
                </a:cubicBezTo>
                <a:cubicBezTo>
                  <a:pt x="5923842" y="4597745"/>
                  <a:pt x="4597745" y="5923842"/>
                  <a:pt x="2961921" y="5923842"/>
                </a:cubicBezTo>
                <a:cubicBezTo>
                  <a:pt x="1326097" y="5923842"/>
                  <a:pt x="0" y="4597745"/>
                  <a:pt x="0" y="2961921"/>
                </a:cubicBezTo>
                <a:cubicBezTo>
                  <a:pt x="0" y="1326097"/>
                  <a:pt x="1326097" y="0"/>
                  <a:pt x="2961921" y="0"/>
                </a:cubicBezTo>
                <a:close/>
              </a:path>
            </a:pathLst>
          </a:custGeom>
          <a:solidFill>
            <a:schemeClr val="bg1">
              <a:alpha val="95000"/>
            </a:schemeClr>
          </a:solidFill>
        </p:spPr>
        <p:txBody>
          <a:bodyPr wrap="square" lIns="457200" rIns="457200" bIns="2331720" anchor="b" anchorCtr="0">
            <a:noAutofit/>
          </a:bodyPr>
          <a:lstStyle>
            <a:lvl1pPr algn="ctr">
              <a:defRPr sz="4800">
                <a:solidFill>
                  <a:schemeClr val="tx1"/>
                </a:solidFill>
              </a:defRPr>
            </a:lvl1pPr>
          </a:lstStyle>
          <a:p>
            <a:r>
              <a:rPr lang="en-US"/>
              <a:t>Click to edit Master title style</a:t>
            </a:r>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4290365" y="5255971"/>
            <a:ext cx="6046013" cy="855878"/>
          </a:xfrm>
        </p:spPr>
        <p:txBody>
          <a:bodyPr/>
          <a:lstStyle>
            <a:lvl1pPr marL="0" indent="0" algn="ctr">
              <a:buNone/>
              <a:defRPr sz="2880">
                <a:solidFill>
                  <a:schemeClr val="tx1"/>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11" name="Date Placeholder 10">
            <a:extLst>
              <a:ext uri="{FF2B5EF4-FFF2-40B4-BE49-F238E27FC236}">
                <a16:creationId xmlns:a16="http://schemas.microsoft.com/office/drawing/2014/main" id="{6B76FE53-FB67-4871-8485-71BAAFD7D1BF}"/>
              </a:ext>
            </a:extLst>
          </p:cNvPr>
          <p:cNvSpPr>
            <a:spLocks noGrp="1"/>
          </p:cNvSpPr>
          <p:nvPr>
            <p:ph type="dt" sz="half" idx="11"/>
          </p:nvPr>
        </p:nvSpPr>
        <p:spPr/>
        <p:txBody>
          <a:bodyPr/>
          <a:lstStyle>
            <a:lvl1pPr>
              <a:defRPr>
                <a:solidFill>
                  <a:schemeClr val="bg1"/>
                </a:solidFill>
                <a:latin typeface="+mn-lt"/>
              </a:defRPr>
            </a:lvl1pPr>
          </a:lstStyle>
          <a:p>
            <a:pPr defTabSz="1097280">
              <a:defRPr/>
            </a:pPr>
            <a:r>
              <a:rPr lang="en-GB">
                <a:solidFill>
                  <a:prstClr val="white"/>
                </a:solidFill>
              </a:rPr>
              <a:t>TuSpeaking 2023,  All rights reserved</a:t>
            </a:r>
            <a:endParaRPr lang="en-US">
              <a:solidFill>
                <a:prstClr val="white"/>
              </a:solidFill>
            </a:endParaRPr>
          </a:p>
        </p:txBody>
      </p:sp>
      <p:sp>
        <p:nvSpPr>
          <p:cNvPr id="12" name="Footer Placeholder 11">
            <a:extLst>
              <a:ext uri="{FF2B5EF4-FFF2-40B4-BE49-F238E27FC236}">
                <a16:creationId xmlns:a16="http://schemas.microsoft.com/office/drawing/2014/main" id="{AD26FED4-1CE2-444B-A77E-EB3CB505AF19}"/>
              </a:ext>
            </a:extLst>
          </p:cNvPr>
          <p:cNvSpPr>
            <a:spLocks noGrp="1"/>
          </p:cNvSpPr>
          <p:nvPr>
            <p:ph type="ftr" sz="quarter" idx="12"/>
          </p:nvPr>
        </p:nvSpPr>
        <p:spPr/>
        <p:txBody>
          <a:bodyPr/>
          <a:lstStyle>
            <a:lvl1pPr>
              <a:defRPr>
                <a:solidFill>
                  <a:schemeClr val="bg1"/>
                </a:solidFill>
                <a:latin typeface="+mn-lt"/>
              </a:defRPr>
            </a:lvl1pPr>
          </a:lstStyle>
          <a:p>
            <a:pPr defTabSz="1097280">
              <a:defRPr/>
            </a:pPr>
            <a:r>
              <a:rPr lang="en-GB">
                <a:solidFill>
                  <a:prstClr val="white"/>
                </a:solidFill>
              </a:rPr>
              <a:t>Personal information 1</a:t>
            </a:r>
            <a:endParaRPr lang="en-US">
              <a:solidFill>
                <a:prstClr val="white"/>
              </a:solidFill>
            </a:endParaRPr>
          </a:p>
        </p:txBody>
      </p:sp>
      <p:sp>
        <p:nvSpPr>
          <p:cNvPr id="13" name="Slide Number Placeholder 12">
            <a:extLst>
              <a:ext uri="{FF2B5EF4-FFF2-40B4-BE49-F238E27FC236}">
                <a16:creationId xmlns:a16="http://schemas.microsoft.com/office/drawing/2014/main" id="{28FD25AA-10CC-48D8-9577-257871107B9A}"/>
              </a:ext>
            </a:extLst>
          </p:cNvPr>
          <p:cNvSpPr>
            <a:spLocks noGrp="1"/>
          </p:cNvSpPr>
          <p:nvPr>
            <p:ph type="sldNum" sz="quarter" idx="13"/>
          </p:nvPr>
        </p:nvSpPr>
        <p:spPr/>
        <p:txBody>
          <a:bodyPr/>
          <a:lstStyle>
            <a:lvl1pPr>
              <a:defRPr>
                <a:solidFill>
                  <a:schemeClr val="bg1"/>
                </a:solidFill>
                <a:latin typeface="+mn-lt"/>
              </a:defRPr>
            </a:lvl1pPr>
          </a:lstStyle>
          <a:p>
            <a:pPr defTabSz="1097280">
              <a:defRPr/>
            </a:pPr>
            <a:fld id="{D76B855D-E9CC-4FF8-AD85-6CDC7B89A0DE}" type="slidenum">
              <a:rPr lang="en-US" smtClean="0">
                <a:solidFill>
                  <a:prstClr val="white"/>
                </a:solidFill>
              </a:rPr>
              <a:pPr defTabSz="1097280">
                <a:defRPr/>
              </a:pPr>
              <a:t>‹#›</a:t>
            </a:fld>
            <a:endParaRPr lang="en-US">
              <a:solidFill>
                <a:prstClr val="white"/>
              </a:solidFill>
            </a:endParaRPr>
          </a:p>
        </p:txBody>
      </p:sp>
    </p:spTree>
    <p:extLst>
      <p:ext uri="{BB962C8B-B14F-4D97-AF65-F5344CB8AC3E}">
        <p14:creationId xmlns:p14="http://schemas.microsoft.com/office/powerpoint/2010/main" val="36387281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BFD05-2CB2-4A7E-89E7-57615BA82B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9532B8-D460-476D-816F-725E8D96C0A4}"/>
              </a:ext>
            </a:extLst>
          </p:cNvPr>
          <p:cNvSpPr>
            <a:spLocks noGrp="1"/>
          </p:cNvSpPr>
          <p:nvPr>
            <p:ph sz="half" idx="1"/>
          </p:nvPr>
        </p:nvSpPr>
        <p:spPr>
          <a:xfrm>
            <a:off x="10058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F7120F-70AF-4ED5-B364-3AA55C6B44B6}"/>
              </a:ext>
            </a:extLst>
          </p:cNvPr>
          <p:cNvSpPr>
            <a:spLocks noGrp="1"/>
          </p:cNvSpPr>
          <p:nvPr>
            <p:ph sz="half" idx="2"/>
          </p:nvPr>
        </p:nvSpPr>
        <p:spPr>
          <a:xfrm>
            <a:off x="74066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D8B65F-F709-469F-9961-4D01896CAA12}"/>
              </a:ext>
            </a:extLst>
          </p:cNvPr>
          <p:cNvSpPr>
            <a:spLocks noGrp="1"/>
          </p:cNvSpPr>
          <p:nvPr>
            <p:ph type="dt" sz="half" idx="10"/>
          </p:nvPr>
        </p:nvSpPr>
        <p:spPr/>
        <p:txBody>
          <a:bodyPr/>
          <a:lstStyle>
            <a:lvl1pPr>
              <a:defRPr>
                <a:latin typeface="+mn-lt"/>
              </a:defRPr>
            </a:lvl1pPr>
          </a:lstStyle>
          <a:p>
            <a:pPr defTabSz="1097280">
              <a:defRPr/>
            </a:pPr>
            <a:r>
              <a:rPr lang="en-GB">
                <a:solidFill>
                  <a:prstClr val="black">
                    <a:tint val="75000"/>
                  </a:prstClr>
                </a:solidFill>
              </a:rPr>
              <a:t>TuSpeaking 2023,  All rights reserved</a:t>
            </a:r>
            <a:endParaRPr lang="en-US">
              <a:solidFill>
                <a:prstClr val="black">
                  <a:tint val="75000"/>
                </a:prstClr>
              </a:solidFill>
            </a:endParaRPr>
          </a:p>
        </p:txBody>
      </p:sp>
      <p:sp>
        <p:nvSpPr>
          <p:cNvPr id="6" name="Footer Placeholder 5">
            <a:extLst>
              <a:ext uri="{FF2B5EF4-FFF2-40B4-BE49-F238E27FC236}">
                <a16:creationId xmlns:a16="http://schemas.microsoft.com/office/drawing/2014/main" id="{B781C6BC-B23D-48BC-AD44-654DDB8D0122}"/>
              </a:ext>
            </a:extLst>
          </p:cNvPr>
          <p:cNvSpPr>
            <a:spLocks noGrp="1"/>
          </p:cNvSpPr>
          <p:nvPr>
            <p:ph type="ftr" sz="quarter" idx="11"/>
          </p:nvPr>
        </p:nvSpPr>
        <p:spPr/>
        <p:txBody>
          <a:bodyPr/>
          <a:lstStyle>
            <a:lvl1pPr>
              <a:defRPr>
                <a:latin typeface="+mn-lt"/>
              </a:defRPr>
            </a:lvl1pPr>
          </a:lstStyle>
          <a:p>
            <a:pPr defTabSz="1097280">
              <a:defRPr/>
            </a:pPr>
            <a:r>
              <a:rPr lang="en-GB">
                <a:solidFill>
                  <a:prstClr val="black">
                    <a:tint val="75000"/>
                  </a:prstClr>
                </a:solidFill>
              </a:rPr>
              <a:t>Personal information 1</a:t>
            </a:r>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6100D60B-86A1-479D-BCE8-06D2C3DBC94E}"/>
              </a:ext>
            </a:extLst>
          </p:cNvPr>
          <p:cNvSpPr>
            <a:spLocks noGrp="1"/>
          </p:cNvSpPr>
          <p:nvPr>
            <p:ph type="sldNum" sz="quarter" idx="12"/>
          </p:nvPr>
        </p:nvSpPr>
        <p:spPr/>
        <p:txBody>
          <a:bodyPr/>
          <a:lstStyle>
            <a:lvl1pPr>
              <a:defRPr>
                <a:latin typeface="+mn-lt"/>
              </a:defRPr>
            </a:lvl1pPr>
          </a:lstStyle>
          <a:p>
            <a:pPr defTabSz="1097280">
              <a:defRPr/>
            </a:pPr>
            <a:fld id="{D76B855D-E9CC-4FF8-AD85-6CDC7B89A0DE}" type="slidenum">
              <a:rPr lang="en-US" smtClean="0">
                <a:solidFill>
                  <a:prstClr val="black">
                    <a:tint val="75000"/>
                  </a:prstClr>
                </a:solidFill>
              </a:rPr>
              <a:pPr defTabSz="1097280">
                <a:defRPr/>
              </a:pPr>
              <a:t>‹#›</a:t>
            </a:fld>
            <a:endParaRPr lang="en-US">
              <a:solidFill>
                <a:prstClr val="black">
                  <a:tint val="75000"/>
                </a:prstClr>
              </a:solidFill>
            </a:endParaRPr>
          </a:p>
        </p:txBody>
      </p:sp>
      <p:sp>
        <p:nvSpPr>
          <p:cNvPr id="8" name="Freeform: Shape 7">
            <a:extLst>
              <a:ext uri="{FF2B5EF4-FFF2-40B4-BE49-F238E27FC236}">
                <a16:creationId xmlns:a16="http://schemas.microsoft.com/office/drawing/2014/main" id="{B4EC5136-99DA-40B5-8F79-5C3A56D38BA1}"/>
              </a:ext>
            </a:extLst>
          </p:cNvPr>
          <p:cNvSpPr/>
          <p:nvPr/>
        </p:nvSpPr>
        <p:spPr>
          <a:xfrm rot="16200000">
            <a:off x="-466719" y="5809433"/>
            <a:ext cx="2084881" cy="1151443"/>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4F8FB775-26C4-41BA-837C-4478D48D2157}"/>
              </a:ext>
            </a:extLst>
          </p:cNvPr>
          <p:cNvSpPr/>
          <p:nvPr/>
        </p:nvSpPr>
        <p:spPr>
          <a:xfrm>
            <a:off x="12593319" y="2"/>
            <a:ext cx="1019194" cy="429202"/>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9" descr="Logo  Description automatically generated">
            <a:extLst>
              <a:ext uri="{FF2B5EF4-FFF2-40B4-BE49-F238E27FC236}">
                <a16:creationId xmlns:a16="http://schemas.microsoft.com/office/drawing/2014/main" id="{D6941D18-88EA-EE13-DA04-12834369CE40}"/>
              </a:ext>
            </a:extLst>
          </p:cNvPr>
          <p:cNvPicPr>
            <a:picLocks noChangeAspect="1"/>
          </p:cNvPicPr>
          <p:nvPr/>
        </p:nvPicPr>
        <p:blipFill>
          <a:blip r:embed="rId2"/>
          <a:stretch>
            <a:fillRect/>
          </a:stretch>
        </p:blipFill>
        <p:spPr>
          <a:xfrm>
            <a:off x="12124814" y="390192"/>
            <a:ext cx="1964135" cy="914402"/>
          </a:xfrm>
          <a:prstGeom prst="rect">
            <a:avLst/>
          </a:prstGeom>
        </p:spPr>
      </p:pic>
    </p:spTree>
    <p:extLst>
      <p:ext uri="{BB962C8B-B14F-4D97-AF65-F5344CB8AC3E}">
        <p14:creationId xmlns:p14="http://schemas.microsoft.com/office/powerpoint/2010/main" val="26910033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1007746" y="438150"/>
            <a:ext cx="12618720" cy="1590676"/>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1007746" y="3006090"/>
            <a:ext cx="6189344" cy="4421506"/>
          </a:xfrm>
        </p:spPr>
        <p:txBody>
          <a:bodyPr>
            <a:normAutofit/>
          </a:bodyPr>
          <a:lstStyle>
            <a:lvl1pPr>
              <a:defRPr sz="2880"/>
            </a:lvl1pPr>
            <a:lvl2pPr>
              <a:defRPr sz="2400"/>
            </a:lvl2pPr>
            <a:lvl3pPr>
              <a:defRPr sz="2160"/>
            </a:lvl3pPr>
            <a:lvl4pPr>
              <a:defRPr sz="1920"/>
            </a:lvl4pPr>
            <a:lvl5pPr>
              <a:defRPr sz="192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7406640" y="3006090"/>
            <a:ext cx="6219826" cy="4421506"/>
          </a:xfrm>
        </p:spPr>
        <p:txBody>
          <a:bodyPr>
            <a:normAutofit/>
          </a:bodyPr>
          <a:lstStyle>
            <a:lvl1pPr>
              <a:defRPr sz="2880"/>
            </a:lvl1pPr>
            <a:lvl2pPr>
              <a:defRPr sz="2400"/>
            </a:lvl2pPr>
            <a:lvl3pPr>
              <a:defRPr sz="2160"/>
            </a:lvl3pPr>
            <a:lvl4pPr>
              <a:defRPr sz="1920"/>
            </a:lvl4pPr>
            <a:lvl5pPr>
              <a:defRPr sz="192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lvl1pPr>
              <a:defRPr>
                <a:latin typeface="+mn-lt"/>
              </a:defRPr>
            </a:lvl1pPr>
          </a:lstStyle>
          <a:p>
            <a:pPr defTabSz="1097280">
              <a:defRPr/>
            </a:pPr>
            <a:r>
              <a:rPr lang="en-GB">
                <a:solidFill>
                  <a:prstClr val="black">
                    <a:tint val="75000"/>
                  </a:prstClr>
                </a:solidFill>
              </a:rPr>
              <a:t>TuSpeaking 2023,  All rights reserved</a:t>
            </a:r>
            <a:endParaRPr lang="en-US">
              <a:solidFill>
                <a:prstClr val="black">
                  <a:tint val="75000"/>
                </a:prstClr>
              </a:solidFill>
            </a:endParaRPr>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lvl1pPr>
              <a:defRPr>
                <a:latin typeface="+mn-lt"/>
              </a:defRPr>
            </a:lvl1pPr>
          </a:lstStyle>
          <a:p>
            <a:pPr defTabSz="1097280">
              <a:defRPr/>
            </a:pPr>
            <a:r>
              <a:rPr lang="en-GB">
                <a:solidFill>
                  <a:prstClr val="black">
                    <a:tint val="75000"/>
                  </a:prstClr>
                </a:solidFill>
              </a:rPr>
              <a:t>Personal information 1</a:t>
            </a:r>
            <a:endParaRPr lang="en-US">
              <a:solidFill>
                <a:prstClr val="black">
                  <a:tint val="75000"/>
                </a:prstClr>
              </a:solidFill>
            </a:endParaRPr>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lvl1pPr>
              <a:defRPr>
                <a:latin typeface="+mn-lt"/>
              </a:defRPr>
            </a:lvl1pPr>
          </a:lstStyle>
          <a:p>
            <a:pPr defTabSz="1097280">
              <a:defRPr/>
            </a:pPr>
            <a:fld id="{D76B855D-E9CC-4FF8-AD85-6CDC7B89A0DE}" type="slidenum">
              <a:rPr lang="en-US" smtClean="0">
                <a:solidFill>
                  <a:prstClr val="black">
                    <a:tint val="75000"/>
                  </a:prstClr>
                </a:solidFill>
              </a:rPr>
              <a:pPr defTabSz="1097280">
                <a:defRPr/>
              </a:pPr>
              <a:t>‹#›</a:t>
            </a:fld>
            <a:endParaRPr lang="en-US">
              <a:solidFill>
                <a:prstClr val="black">
                  <a:tint val="75000"/>
                </a:prstClr>
              </a:solidFill>
            </a:endParaRPr>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466719" y="5809433"/>
            <a:ext cx="2084881" cy="1151443"/>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12593319" y="2"/>
            <a:ext cx="1019194" cy="429202"/>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2" name="Picture 11" descr="Logo  Description automatically generated">
            <a:extLst>
              <a:ext uri="{FF2B5EF4-FFF2-40B4-BE49-F238E27FC236}">
                <a16:creationId xmlns:a16="http://schemas.microsoft.com/office/drawing/2014/main" id="{59CDC33D-E4B8-82EA-FCC7-0F88F8DA1A2D}"/>
              </a:ext>
            </a:extLst>
          </p:cNvPr>
          <p:cNvPicPr>
            <a:picLocks noChangeAspect="1"/>
          </p:cNvPicPr>
          <p:nvPr/>
        </p:nvPicPr>
        <p:blipFill>
          <a:blip r:embed="rId2"/>
          <a:stretch>
            <a:fillRect/>
          </a:stretch>
        </p:blipFill>
        <p:spPr>
          <a:xfrm>
            <a:off x="12124814" y="390192"/>
            <a:ext cx="1964135" cy="914402"/>
          </a:xfrm>
          <a:prstGeom prst="rect">
            <a:avLst/>
          </a:prstGeom>
        </p:spPr>
      </p:pic>
    </p:spTree>
    <p:extLst>
      <p:ext uri="{BB962C8B-B14F-4D97-AF65-F5344CB8AC3E}">
        <p14:creationId xmlns:p14="http://schemas.microsoft.com/office/powerpoint/2010/main" val="160260948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1007746" y="438150"/>
            <a:ext cx="12618720" cy="1590676"/>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1007746" y="2017396"/>
            <a:ext cx="3950208"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1007746" y="3006090"/>
            <a:ext cx="3950208" cy="4421506"/>
          </a:xfrm>
        </p:spPr>
        <p:txBody>
          <a:bodyPr>
            <a:normAutofit/>
          </a:bodyPr>
          <a:lstStyle>
            <a:lvl1pPr>
              <a:defRPr sz="2400"/>
            </a:lvl1pPr>
            <a:lvl2pPr>
              <a:defRPr sz="2160"/>
            </a:lvl2pPr>
            <a:lvl3pPr>
              <a:defRPr sz="1920"/>
            </a:lvl3pPr>
            <a:lvl4pPr>
              <a:defRPr sz="1680"/>
            </a:lvl4pPr>
            <a:lvl5pPr>
              <a:defRPr sz="168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5343754" y="2017396"/>
            <a:ext cx="3950208"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5343754" y="3006090"/>
            <a:ext cx="3950208" cy="4421506"/>
          </a:xfrm>
        </p:spPr>
        <p:txBody>
          <a:bodyPr>
            <a:normAutofit/>
          </a:bodyPr>
          <a:lstStyle>
            <a:lvl1pPr>
              <a:defRPr sz="2400"/>
            </a:lvl1pPr>
            <a:lvl2pPr>
              <a:defRPr sz="2160"/>
            </a:lvl2pPr>
            <a:lvl3pPr>
              <a:defRPr sz="1920"/>
            </a:lvl3pPr>
            <a:lvl4pPr>
              <a:defRPr sz="1680"/>
            </a:lvl4pPr>
            <a:lvl5pPr>
              <a:defRPr sz="168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lvl1pPr>
              <a:defRPr>
                <a:latin typeface="+mn-lt"/>
              </a:defRPr>
            </a:lvl1pPr>
          </a:lstStyle>
          <a:p>
            <a:pPr defTabSz="1097280">
              <a:defRPr/>
            </a:pPr>
            <a:r>
              <a:rPr lang="en-GB">
                <a:solidFill>
                  <a:prstClr val="black">
                    <a:tint val="75000"/>
                  </a:prstClr>
                </a:solidFill>
              </a:rPr>
              <a:t>TuSpeaking 2023,  All rights reserved</a:t>
            </a:r>
            <a:endParaRPr lang="en-US">
              <a:solidFill>
                <a:prstClr val="black">
                  <a:tint val="75000"/>
                </a:prstClr>
              </a:solidFill>
            </a:endParaRPr>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lvl1pPr>
              <a:defRPr>
                <a:latin typeface="+mn-lt"/>
              </a:defRPr>
            </a:lvl1pPr>
          </a:lstStyle>
          <a:p>
            <a:pPr defTabSz="1097280">
              <a:defRPr/>
            </a:pPr>
            <a:r>
              <a:rPr lang="en-GB">
                <a:solidFill>
                  <a:prstClr val="black">
                    <a:tint val="75000"/>
                  </a:prstClr>
                </a:solidFill>
              </a:rPr>
              <a:t>Personal information 1</a:t>
            </a:r>
            <a:endParaRPr lang="en-US">
              <a:solidFill>
                <a:prstClr val="black">
                  <a:tint val="75000"/>
                </a:prstClr>
              </a:solidFill>
            </a:endParaRPr>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lvl1pPr>
              <a:defRPr>
                <a:latin typeface="+mn-lt"/>
              </a:defRPr>
            </a:lvl1pPr>
          </a:lstStyle>
          <a:p>
            <a:pPr defTabSz="1097280">
              <a:defRPr/>
            </a:pPr>
            <a:fld id="{D76B855D-E9CC-4FF8-AD85-6CDC7B89A0DE}" type="slidenum">
              <a:rPr lang="en-US" smtClean="0">
                <a:solidFill>
                  <a:prstClr val="black">
                    <a:tint val="75000"/>
                  </a:prstClr>
                </a:solidFill>
              </a:rPr>
              <a:pPr defTabSz="1097280">
                <a:defRPr/>
              </a:pPr>
              <a:t>‹#›</a:t>
            </a:fld>
            <a:endParaRPr lang="en-US">
              <a:solidFill>
                <a:prstClr val="black">
                  <a:tint val="75000"/>
                </a:prstClr>
              </a:solidFill>
            </a:endParaRPr>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466719" y="5809433"/>
            <a:ext cx="2084881" cy="1151443"/>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12593319" y="2"/>
            <a:ext cx="1019194" cy="429202"/>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 Placeholder 4">
            <a:extLst>
              <a:ext uri="{FF2B5EF4-FFF2-40B4-BE49-F238E27FC236}">
                <a16:creationId xmlns:a16="http://schemas.microsoft.com/office/drawing/2014/main" id="{ACF5677B-E56F-4452-ADDC-DA0E20A955EC}"/>
              </a:ext>
            </a:extLst>
          </p:cNvPr>
          <p:cNvSpPr>
            <a:spLocks noGrp="1"/>
          </p:cNvSpPr>
          <p:nvPr>
            <p:ph type="body" sz="quarter" idx="13"/>
          </p:nvPr>
        </p:nvSpPr>
        <p:spPr>
          <a:xfrm>
            <a:off x="9678010" y="2017396"/>
            <a:ext cx="3950208"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13" name="Content Placeholder 5">
            <a:extLst>
              <a:ext uri="{FF2B5EF4-FFF2-40B4-BE49-F238E27FC236}">
                <a16:creationId xmlns:a16="http://schemas.microsoft.com/office/drawing/2014/main" id="{865D9C09-AB3B-40EB-B1DA-9C6D72343451}"/>
              </a:ext>
            </a:extLst>
          </p:cNvPr>
          <p:cNvSpPr>
            <a:spLocks noGrp="1"/>
          </p:cNvSpPr>
          <p:nvPr>
            <p:ph sz="quarter" idx="14"/>
          </p:nvPr>
        </p:nvSpPr>
        <p:spPr>
          <a:xfrm>
            <a:off x="9678010" y="3006090"/>
            <a:ext cx="3950208" cy="4421506"/>
          </a:xfrm>
        </p:spPr>
        <p:txBody>
          <a:bodyPr>
            <a:normAutofit/>
          </a:bodyPr>
          <a:lstStyle>
            <a:lvl1pPr>
              <a:defRPr sz="2400"/>
            </a:lvl1pPr>
            <a:lvl2pPr>
              <a:defRPr sz="2160"/>
            </a:lvl2pPr>
            <a:lvl3pPr>
              <a:defRPr sz="1920"/>
            </a:lvl3pPr>
            <a:lvl4pPr>
              <a:defRPr sz="1680"/>
            </a:lvl4pPr>
            <a:lvl5pPr>
              <a:defRPr sz="168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4" name="Picture 13" descr="Logo  Description automatically generated">
            <a:extLst>
              <a:ext uri="{FF2B5EF4-FFF2-40B4-BE49-F238E27FC236}">
                <a16:creationId xmlns:a16="http://schemas.microsoft.com/office/drawing/2014/main" id="{54132E07-6B69-FD48-AF4F-207926113140}"/>
              </a:ext>
            </a:extLst>
          </p:cNvPr>
          <p:cNvPicPr>
            <a:picLocks noChangeAspect="1"/>
          </p:cNvPicPr>
          <p:nvPr/>
        </p:nvPicPr>
        <p:blipFill>
          <a:blip r:embed="rId2"/>
          <a:stretch>
            <a:fillRect/>
          </a:stretch>
        </p:blipFill>
        <p:spPr>
          <a:xfrm>
            <a:off x="12124814" y="390192"/>
            <a:ext cx="1964135" cy="914402"/>
          </a:xfrm>
          <a:prstGeom prst="rect">
            <a:avLst/>
          </a:prstGeom>
        </p:spPr>
      </p:pic>
    </p:spTree>
    <p:extLst>
      <p:ext uri="{BB962C8B-B14F-4D97-AF65-F5344CB8AC3E}">
        <p14:creationId xmlns:p14="http://schemas.microsoft.com/office/powerpoint/2010/main" val="236523100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 with 2 medium pictures">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FAA9DFF3-1B49-48A9-BF8A-57DD7D07CFAF}"/>
              </a:ext>
            </a:extLst>
          </p:cNvPr>
          <p:cNvSpPr>
            <a:spLocks noGrp="1"/>
          </p:cNvSpPr>
          <p:nvPr>
            <p:ph type="pic" sz="quarter" idx="14"/>
          </p:nvPr>
        </p:nvSpPr>
        <p:spPr>
          <a:xfrm>
            <a:off x="9481511" y="3273276"/>
            <a:ext cx="5148888" cy="4956325"/>
          </a:xfrm>
          <a:custGeom>
            <a:avLst/>
            <a:gdLst>
              <a:gd name="connsiteX0" fmla="*/ 2503809 w 4290740"/>
              <a:gd name="connsiteY0" fmla="*/ 0 h 4130271"/>
              <a:gd name="connsiteX1" fmla="*/ 4198398 w 4290740"/>
              <a:gd name="connsiteY1" fmla="*/ 660580 h 4130271"/>
              <a:gd name="connsiteX2" fmla="*/ 4290740 w 4290740"/>
              <a:gd name="connsiteY2" fmla="*/ 751285 h 4130271"/>
              <a:gd name="connsiteX3" fmla="*/ 4290740 w 4290740"/>
              <a:gd name="connsiteY3" fmla="*/ 4130271 h 4130271"/>
              <a:gd name="connsiteX4" fmla="*/ 604508 w 4290740"/>
              <a:gd name="connsiteY4" fmla="*/ 4130271 h 4130271"/>
              <a:gd name="connsiteX5" fmla="*/ 461940 w 4290740"/>
              <a:gd name="connsiteY5" fmla="*/ 3953232 h 4130271"/>
              <a:gd name="connsiteX6" fmla="*/ 0 w 4290740"/>
              <a:gd name="connsiteY6" fmla="*/ 2503809 h 4130271"/>
              <a:gd name="connsiteX7" fmla="*/ 2503809 w 4290740"/>
              <a:gd name="connsiteY7" fmla="*/ 0 h 4130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90740" h="4130271">
                <a:moveTo>
                  <a:pt x="2503809" y="0"/>
                </a:moveTo>
                <a:cubicBezTo>
                  <a:pt x="3157405" y="0"/>
                  <a:pt x="3752509" y="250434"/>
                  <a:pt x="4198398" y="660580"/>
                </a:cubicBezTo>
                <a:lnTo>
                  <a:pt x="4290740" y="751285"/>
                </a:lnTo>
                <a:lnTo>
                  <a:pt x="4290740" y="4130271"/>
                </a:lnTo>
                <a:lnTo>
                  <a:pt x="604508" y="4130271"/>
                </a:lnTo>
                <a:lnTo>
                  <a:pt x="461940" y="3953232"/>
                </a:lnTo>
                <a:cubicBezTo>
                  <a:pt x="171051" y="3544183"/>
                  <a:pt x="0" y="3043971"/>
                  <a:pt x="0" y="2503809"/>
                </a:cubicBezTo>
                <a:cubicBezTo>
                  <a:pt x="0" y="1120992"/>
                  <a:pt x="1120992" y="0"/>
                  <a:pt x="2503809" y="0"/>
                </a:cubicBezTo>
                <a:close/>
              </a:path>
            </a:pathLst>
          </a:custGeom>
        </p:spPr>
        <p:txBody>
          <a:bodyPr wrap="square" anchor="ctr">
            <a:noAutofit/>
          </a:bodyPr>
          <a:lstStyle>
            <a:lvl1pPr algn="ctr">
              <a:buNone/>
              <a:defRPr sz="2160"/>
            </a:lvl1pPr>
          </a:lstStyle>
          <a:p>
            <a:r>
              <a:rPr lang="en-US"/>
              <a:t>Click icon to add picture</a:t>
            </a:r>
          </a:p>
        </p:txBody>
      </p:sp>
      <p:sp>
        <p:nvSpPr>
          <p:cNvPr id="21" name="Picture Placeholder 20">
            <a:extLst>
              <a:ext uri="{FF2B5EF4-FFF2-40B4-BE49-F238E27FC236}">
                <a16:creationId xmlns:a16="http://schemas.microsoft.com/office/drawing/2014/main" id="{5CFEFC13-B998-4A6F-A7ED-411E266D288C}"/>
              </a:ext>
            </a:extLst>
          </p:cNvPr>
          <p:cNvSpPr>
            <a:spLocks noGrp="1"/>
          </p:cNvSpPr>
          <p:nvPr>
            <p:ph type="pic" sz="quarter" idx="13"/>
          </p:nvPr>
        </p:nvSpPr>
        <p:spPr>
          <a:xfrm>
            <a:off x="7513932" y="1"/>
            <a:ext cx="4223173" cy="3609491"/>
          </a:xfrm>
          <a:custGeom>
            <a:avLst/>
            <a:gdLst>
              <a:gd name="connsiteX0" fmla="*/ 519779 w 3519311"/>
              <a:gd name="connsiteY0" fmla="*/ 0 h 3007909"/>
              <a:gd name="connsiteX1" fmla="*/ 2999531 w 3519311"/>
              <a:gd name="connsiteY1" fmla="*/ 0 h 3007909"/>
              <a:gd name="connsiteX2" fmla="*/ 3003920 w 3519311"/>
              <a:gd name="connsiteY2" fmla="*/ 3989 h 3007909"/>
              <a:gd name="connsiteX3" fmla="*/ 3519311 w 3519311"/>
              <a:gd name="connsiteY3" fmla="*/ 1248253 h 3007909"/>
              <a:gd name="connsiteX4" fmla="*/ 1759655 w 3519311"/>
              <a:gd name="connsiteY4" fmla="*/ 3007909 h 3007909"/>
              <a:gd name="connsiteX5" fmla="*/ 9084 w 3519311"/>
              <a:gd name="connsiteY5" fmla="*/ 1428168 h 3007909"/>
              <a:gd name="connsiteX6" fmla="*/ 0 w 3519311"/>
              <a:gd name="connsiteY6" fmla="*/ 1248273 h 3007909"/>
              <a:gd name="connsiteX7" fmla="*/ 0 w 3519311"/>
              <a:gd name="connsiteY7" fmla="*/ 1248233 h 3007909"/>
              <a:gd name="connsiteX8" fmla="*/ 9084 w 3519311"/>
              <a:gd name="connsiteY8" fmla="*/ 1068339 h 3007909"/>
              <a:gd name="connsiteX9" fmla="*/ 515391 w 3519311"/>
              <a:gd name="connsiteY9" fmla="*/ 3989 h 3007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19311" h="3007909">
                <a:moveTo>
                  <a:pt x="519779" y="0"/>
                </a:moveTo>
                <a:lnTo>
                  <a:pt x="2999531" y="0"/>
                </a:lnTo>
                <a:lnTo>
                  <a:pt x="3003920" y="3989"/>
                </a:lnTo>
                <a:cubicBezTo>
                  <a:pt x="3322355" y="322424"/>
                  <a:pt x="3519311" y="762338"/>
                  <a:pt x="3519311" y="1248253"/>
                </a:cubicBezTo>
                <a:cubicBezTo>
                  <a:pt x="3519311" y="2220084"/>
                  <a:pt x="2731486" y="3007909"/>
                  <a:pt x="1759655" y="3007909"/>
                </a:cubicBezTo>
                <a:cubicBezTo>
                  <a:pt x="848565" y="3007909"/>
                  <a:pt x="99196" y="2315485"/>
                  <a:pt x="9084" y="1428168"/>
                </a:cubicBezTo>
                <a:lnTo>
                  <a:pt x="0" y="1248273"/>
                </a:lnTo>
                <a:lnTo>
                  <a:pt x="0" y="1248233"/>
                </a:lnTo>
                <a:lnTo>
                  <a:pt x="9084" y="1068339"/>
                </a:lnTo>
                <a:cubicBezTo>
                  <a:pt x="51137" y="654258"/>
                  <a:pt x="236761" y="282620"/>
                  <a:pt x="515391" y="3989"/>
                </a:cubicBezTo>
                <a:close/>
              </a:path>
            </a:pathLst>
          </a:custGeom>
        </p:spPr>
        <p:txBody>
          <a:bodyPr wrap="square" anchor="ctr">
            <a:noAutofit/>
          </a:bodyPr>
          <a:lstStyle>
            <a:lvl1pPr algn="ctr">
              <a:buNone/>
              <a:defRPr sz="2160"/>
            </a:lvl1pPr>
          </a:lstStyle>
          <a:p>
            <a:r>
              <a:rPr lang="en-US"/>
              <a:t>Click icon to add picture</a:t>
            </a:r>
          </a:p>
        </p:txBody>
      </p:sp>
      <p:sp>
        <p:nvSpPr>
          <p:cNvPr id="10" name="Oval 9">
            <a:extLst>
              <a:ext uri="{FF2B5EF4-FFF2-40B4-BE49-F238E27FC236}">
                <a16:creationId xmlns:a16="http://schemas.microsoft.com/office/drawing/2014/main" id="{B7BFFB5A-A05C-4B0C-905C-5884361304B2}"/>
              </a:ext>
            </a:extLst>
          </p:cNvPr>
          <p:cNvSpPr/>
          <p:nvPr/>
        </p:nvSpPr>
        <p:spPr>
          <a:xfrm>
            <a:off x="12504683" y="1637679"/>
            <a:ext cx="1136986" cy="11061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9F33AC6C-4807-4785-AE9F-84BFEEDA9F7E}"/>
              </a:ext>
            </a:extLst>
          </p:cNvPr>
          <p:cNvSpPr/>
          <p:nvPr/>
        </p:nvSpPr>
        <p:spPr>
          <a:xfrm rot="4759070" flipV="1">
            <a:off x="7240966" y="-807768"/>
            <a:ext cx="4825432" cy="4825432"/>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a:xfrm>
            <a:off x="1009498" y="438912"/>
            <a:ext cx="6144768" cy="15910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lvl1pPr>
              <a:defRPr>
                <a:latin typeface="+mn-lt"/>
              </a:defRPr>
            </a:lvl1pPr>
          </a:lstStyle>
          <a:p>
            <a:pPr defTabSz="1097280">
              <a:defRPr/>
            </a:pPr>
            <a:r>
              <a:rPr lang="en-GB">
                <a:solidFill>
                  <a:prstClr val="black">
                    <a:tint val="75000"/>
                  </a:prstClr>
                </a:solidFill>
              </a:rPr>
              <a:t>TuSpeaking 2023,  All rights reserved</a:t>
            </a:r>
            <a:endParaRPr lang="en-US">
              <a:solidFill>
                <a:prstClr val="black">
                  <a:tint val="75000"/>
                </a:prstClr>
              </a:solidFill>
            </a:endParaRP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lvl1pPr>
              <a:defRPr>
                <a:latin typeface="+mn-lt"/>
              </a:defRPr>
            </a:lvl1pPr>
          </a:lstStyle>
          <a:p>
            <a:pPr defTabSz="1097280">
              <a:defRPr/>
            </a:pPr>
            <a:r>
              <a:rPr lang="en-GB">
                <a:solidFill>
                  <a:prstClr val="black">
                    <a:tint val="75000"/>
                  </a:prstClr>
                </a:solidFill>
              </a:rPr>
              <a:t>Personal information 1</a:t>
            </a:r>
            <a:endParaRPr lang="en-US">
              <a:solidFill>
                <a:prstClr val="black">
                  <a:tint val="75000"/>
                </a:prstClr>
              </a:solidFill>
            </a:endParaRP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lvl1pPr>
              <a:defRPr>
                <a:latin typeface="+mn-lt"/>
              </a:defRPr>
            </a:lvl1pPr>
          </a:lstStyle>
          <a:p>
            <a:pPr defTabSz="1097280">
              <a:defRPr/>
            </a:pPr>
            <a:fld id="{D76B855D-E9CC-4FF8-AD85-6CDC7B89A0DE}" type="slidenum">
              <a:rPr lang="en-US" smtClean="0">
                <a:solidFill>
                  <a:prstClr val="black">
                    <a:tint val="75000"/>
                  </a:prstClr>
                </a:solidFill>
              </a:rPr>
              <a:pPr defTabSz="1097280">
                <a:defRPr/>
              </a:pPr>
              <a:t>‹#›</a:t>
            </a:fld>
            <a:endParaRPr lang="en-US">
              <a:solidFill>
                <a:prstClr val="black">
                  <a:tint val="75000"/>
                </a:prstClr>
              </a:solidFill>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1009497" y="2194560"/>
            <a:ext cx="6111850" cy="5223053"/>
          </a:xfrm>
        </p:spPr>
        <p:txBody>
          <a:bodyPr/>
          <a:lstStyle>
            <a:lvl1pPr marL="0" indent="0">
              <a:buNone/>
              <a:defRPr sz="2880"/>
            </a:lvl1pPr>
            <a:lvl2pPr marL="274320">
              <a:defRPr/>
            </a:lvl2pPr>
            <a:lvl3pPr marL="548640">
              <a:defRPr/>
            </a:lvl3pPr>
            <a:lvl4pPr marL="822960">
              <a:defRPr/>
            </a:lvl4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6" name="Picture 5" descr="Logo  Description automatically generated">
            <a:extLst>
              <a:ext uri="{FF2B5EF4-FFF2-40B4-BE49-F238E27FC236}">
                <a16:creationId xmlns:a16="http://schemas.microsoft.com/office/drawing/2014/main" id="{64B18F1F-BB25-6E8B-718B-1E6EE792B4EA}"/>
              </a:ext>
            </a:extLst>
          </p:cNvPr>
          <p:cNvPicPr>
            <a:picLocks noChangeAspect="1"/>
          </p:cNvPicPr>
          <p:nvPr/>
        </p:nvPicPr>
        <p:blipFill>
          <a:blip r:embed="rId2"/>
          <a:stretch>
            <a:fillRect/>
          </a:stretch>
        </p:blipFill>
        <p:spPr>
          <a:xfrm>
            <a:off x="12124814" y="390192"/>
            <a:ext cx="1964135" cy="914402"/>
          </a:xfrm>
          <a:prstGeom prst="rect">
            <a:avLst/>
          </a:prstGeom>
        </p:spPr>
      </p:pic>
    </p:spTree>
    <p:extLst>
      <p:ext uri="{BB962C8B-B14F-4D97-AF65-F5344CB8AC3E}">
        <p14:creationId xmlns:p14="http://schemas.microsoft.com/office/powerpoint/2010/main" val="2248690826"/>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losing">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642EAF0-DE94-4F90-82E3-6F316AA8353A}"/>
              </a:ext>
            </a:extLst>
          </p:cNvPr>
          <p:cNvSpPr/>
          <p:nvPr/>
        </p:nvSpPr>
        <p:spPr>
          <a:xfrm>
            <a:off x="848871" y="1017120"/>
            <a:ext cx="5543926" cy="554392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D22D7888-22FA-4AA1-9BA4-CC61D6643D47}"/>
              </a:ext>
            </a:extLst>
          </p:cNvPr>
          <p:cNvSpPr/>
          <p:nvPr/>
        </p:nvSpPr>
        <p:spPr>
          <a:xfrm flipH="1">
            <a:off x="636635" y="1"/>
            <a:ext cx="1386170" cy="709211"/>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EBB6E464-8999-4773-A1F2-E6CAA990E572}"/>
              </a:ext>
            </a:extLst>
          </p:cNvPr>
          <p:cNvSpPr/>
          <p:nvPr/>
        </p:nvSpPr>
        <p:spPr>
          <a:xfrm flipH="1">
            <a:off x="4753814" y="-1"/>
            <a:ext cx="2084881" cy="1151443"/>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CE9CE183-B21E-41EB-A082-DF9C3AD659D5}"/>
              </a:ext>
            </a:extLst>
          </p:cNvPr>
          <p:cNvSpPr/>
          <p:nvPr/>
        </p:nvSpPr>
        <p:spPr>
          <a:xfrm flipH="1">
            <a:off x="1" y="3524197"/>
            <a:ext cx="191689" cy="663595"/>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1EA14BE8-FDD0-4434-9C3E-BFF78C22D9E3}"/>
              </a:ext>
            </a:extLst>
          </p:cNvPr>
          <p:cNvSpPr/>
          <p:nvPr/>
        </p:nvSpPr>
        <p:spPr>
          <a:xfrm flipH="1">
            <a:off x="0" y="7002780"/>
            <a:ext cx="1857816" cy="122682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5C76330B-4C5E-463F-921A-D91F1F1F6049}"/>
              </a:ext>
            </a:extLst>
          </p:cNvPr>
          <p:cNvSpPr/>
          <p:nvPr/>
        </p:nvSpPr>
        <p:spPr>
          <a:xfrm flipH="1">
            <a:off x="4086068" y="6861487"/>
            <a:ext cx="2125931" cy="1368114"/>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E494E364-7EA8-4D92-915D-75D1A3A67C07}"/>
              </a:ext>
            </a:extLst>
          </p:cNvPr>
          <p:cNvSpPr/>
          <p:nvPr/>
        </p:nvSpPr>
        <p:spPr>
          <a:xfrm flipH="1">
            <a:off x="4959566" y="7510507"/>
            <a:ext cx="1879128" cy="719094"/>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a:xfrm>
            <a:off x="1667866" y="1481328"/>
            <a:ext cx="3884371" cy="4882896"/>
          </a:xfrm>
        </p:spPr>
        <p:txBody>
          <a:bodyPr/>
          <a:lstStyle>
            <a:lvl1pPr algn="ct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a:xfrm>
            <a:off x="2018995" y="7627621"/>
            <a:ext cx="1854403" cy="438150"/>
          </a:xfrm>
        </p:spPr>
        <p:txBody>
          <a:bodyPr/>
          <a:lstStyle>
            <a:lvl1pPr>
              <a:defRPr>
                <a:latin typeface="+mn-lt"/>
              </a:defRPr>
            </a:lvl1pPr>
          </a:lstStyle>
          <a:p>
            <a:pPr defTabSz="1097280">
              <a:defRPr/>
            </a:pPr>
            <a:r>
              <a:rPr lang="en-GB">
                <a:solidFill>
                  <a:prstClr val="black">
                    <a:tint val="75000"/>
                  </a:prstClr>
                </a:solidFill>
              </a:rPr>
              <a:t>TuSpeaking 2023,  All rights reserved</a:t>
            </a:r>
            <a:endParaRPr lang="en-US">
              <a:solidFill>
                <a:prstClr val="black">
                  <a:tint val="75000"/>
                </a:prstClr>
              </a:solidFill>
            </a:endParaRP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a:xfrm>
            <a:off x="7318858" y="7627621"/>
            <a:ext cx="4937760" cy="438150"/>
          </a:xfrm>
        </p:spPr>
        <p:txBody>
          <a:bodyPr/>
          <a:lstStyle>
            <a:lvl1pPr algn="l">
              <a:defRPr>
                <a:latin typeface="+mn-lt"/>
              </a:defRPr>
            </a:lvl1pPr>
          </a:lstStyle>
          <a:p>
            <a:pPr defTabSz="1097280">
              <a:defRPr/>
            </a:pPr>
            <a:r>
              <a:rPr lang="en-GB">
                <a:solidFill>
                  <a:prstClr val="black">
                    <a:tint val="75000"/>
                  </a:prstClr>
                </a:solidFill>
              </a:rPr>
              <a:t>Personal information 1</a:t>
            </a:r>
            <a:endParaRPr lang="en-US">
              <a:solidFill>
                <a:prstClr val="black">
                  <a:tint val="75000"/>
                </a:prstClr>
              </a:solidFill>
            </a:endParaRP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a:xfrm>
            <a:off x="12607747" y="7627621"/>
            <a:ext cx="1020470" cy="438150"/>
          </a:xfrm>
        </p:spPr>
        <p:txBody>
          <a:bodyPr/>
          <a:lstStyle>
            <a:lvl1pPr>
              <a:defRPr>
                <a:latin typeface="+mn-lt"/>
              </a:defRPr>
            </a:lvl1pPr>
          </a:lstStyle>
          <a:p>
            <a:pPr defTabSz="1097280">
              <a:defRPr/>
            </a:pPr>
            <a:fld id="{D76B855D-E9CC-4FF8-AD85-6CDC7B89A0DE}" type="slidenum">
              <a:rPr lang="en-US" smtClean="0">
                <a:solidFill>
                  <a:prstClr val="black">
                    <a:tint val="75000"/>
                  </a:prstClr>
                </a:solidFill>
              </a:rPr>
              <a:pPr defTabSz="1097280">
                <a:defRPr/>
              </a:pPr>
              <a:t>‹#›</a:t>
            </a:fld>
            <a:endParaRPr lang="en-US">
              <a:solidFill>
                <a:prstClr val="black">
                  <a:tint val="75000"/>
                </a:prstClr>
              </a:solidFill>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7999171" y="3061411"/>
            <a:ext cx="5650992" cy="2106778"/>
          </a:xfrm>
        </p:spPr>
        <p:txBody>
          <a:bodyPr/>
          <a:lstStyle>
            <a:lvl1pPr marL="0" indent="0">
              <a:buNone/>
              <a:defRPr sz="2880"/>
            </a:lvl1pPr>
            <a:lvl2pPr marL="274320">
              <a:defRPr sz="2160"/>
            </a:lvl2pPr>
            <a:lvl3pPr marL="548640">
              <a:defRPr sz="2160"/>
            </a:lvl3pPr>
          </a:lstStyle>
          <a:p>
            <a:pPr lvl="0"/>
            <a:r>
              <a:rPr lang="en-US"/>
              <a:t>Click to edit Master text styles</a:t>
            </a:r>
          </a:p>
          <a:p>
            <a:pPr lvl="1"/>
            <a:r>
              <a:rPr lang="en-US"/>
              <a:t>Second level</a:t>
            </a:r>
          </a:p>
          <a:p>
            <a:pPr lvl="2"/>
            <a:r>
              <a:rPr lang="en-US"/>
              <a:t>Third level</a:t>
            </a:r>
          </a:p>
        </p:txBody>
      </p:sp>
      <p:pic>
        <p:nvPicPr>
          <p:cNvPr id="6" name="Picture 5" descr="Logo  Description automatically generated">
            <a:extLst>
              <a:ext uri="{FF2B5EF4-FFF2-40B4-BE49-F238E27FC236}">
                <a16:creationId xmlns:a16="http://schemas.microsoft.com/office/drawing/2014/main" id="{6DFFC9EE-3430-9BF8-F5F9-E9A9D9E0D1D2}"/>
              </a:ext>
            </a:extLst>
          </p:cNvPr>
          <p:cNvPicPr>
            <a:picLocks noChangeAspect="1"/>
          </p:cNvPicPr>
          <p:nvPr/>
        </p:nvPicPr>
        <p:blipFill>
          <a:blip r:embed="rId2"/>
          <a:stretch>
            <a:fillRect/>
          </a:stretch>
        </p:blipFill>
        <p:spPr>
          <a:xfrm>
            <a:off x="12124814" y="390192"/>
            <a:ext cx="1964135" cy="914402"/>
          </a:xfrm>
          <a:prstGeom prst="rect">
            <a:avLst/>
          </a:prstGeom>
        </p:spPr>
      </p:pic>
    </p:spTree>
    <p:extLst>
      <p:ext uri="{BB962C8B-B14F-4D97-AF65-F5344CB8AC3E}">
        <p14:creationId xmlns:p14="http://schemas.microsoft.com/office/powerpoint/2010/main" val="88636535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lvl1pPr>
              <a:defRPr>
                <a:latin typeface="+mn-lt"/>
              </a:defRPr>
            </a:lvl1pPr>
          </a:lstStyle>
          <a:p>
            <a:pPr defTabSz="1097280">
              <a:defRPr/>
            </a:pPr>
            <a:r>
              <a:rPr lang="en-GB">
                <a:solidFill>
                  <a:prstClr val="black">
                    <a:tint val="75000"/>
                  </a:prstClr>
                </a:solidFill>
              </a:rPr>
              <a:t>TuSpeaking 2023,  All rights reserved</a:t>
            </a:r>
            <a:endParaRPr lang="en-US">
              <a:solidFill>
                <a:prstClr val="black">
                  <a:tint val="75000"/>
                </a:prstClr>
              </a:solidFill>
            </a:endParaRPr>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lvl1pPr>
              <a:defRPr>
                <a:latin typeface="+mn-lt"/>
              </a:defRPr>
            </a:lvl1pPr>
          </a:lstStyle>
          <a:p>
            <a:pPr defTabSz="1097280">
              <a:defRPr/>
            </a:pPr>
            <a:r>
              <a:rPr lang="en-GB">
                <a:solidFill>
                  <a:prstClr val="black">
                    <a:tint val="75000"/>
                  </a:prstClr>
                </a:solidFill>
              </a:rPr>
              <a:t>Personal information 1</a:t>
            </a:r>
            <a:endParaRPr lang="en-US">
              <a:solidFill>
                <a:prstClr val="black">
                  <a:tint val="75000"/>
                </a:prstClr>
              </a:solidFill>
            </a:endParaRPr>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lvl1pPr>
              <a:defRPr>
                <a:latin typeface="+mn-lt"/>
              </a:defRPr>
            </a:lvl1pPr>
          </a:lstStyle>
          <a:p>
            <a:pPr defTabSz="1097280">
              <a:defRPr/>
            </a:pPr>
            <a:fld id="{D76B855D-E9CC-4FF8-AD85-6CDC7B89A0DE}" type="slidenum">
              <a:rPr lang="en-US" smtClean="0">
                <a:solidFill>
                  <a:prstClr val="black">
                    <a:tint val="75000"/>
                  </a:prstClr>
                </a:solidFill>
              </a:rPr>
              <a:pPr defTabSz="1097280">
                <a:defRPr/>
              </a:pPr>
              <a:t>‹#›</a:t>
            </a:fld>
            <a:endParaRPr lang="en-US">
              <a:solidFill>
                <a:prstClr val="black">
                  <a:tint val="75000"/>
                </a:prstClr>
              </a:solidFill>
            </a:endParaRPr>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466719" y="5809433"/>
            <a:ext cx="2084881" cy="1151443"/>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12593319" y="2"/>
            <a:ext cx="1019194" cy="429202"/>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descr="Logo  Description automatically generated">
            <a:extLst>
              <a:ext uri="{FF2B5EF4-FFF2-40B4-BE49-F238E27FC236}">
                <a16:creationId xmlns:a16="http://schemas.microsoft.com/office/drawing/2014/main" id="{2F5302F5-B6A7-DA9A-672B-BC62F4D0EAAC}"/>
              </a:ext>
            </a:extLst>
          </p:cNvPr>
          <p:cNvPicPr>
            <a:picLocks noChangeAspect="1"/>
          </p:cNvPicPr>
          <p:nvPr/>
        </p:nvPicPr>
        <p:blipFill>
          <a:blip r:embed="rId2"/>
          <a:stretch>
            <a:fillRect/>
          </a:stretch>
        </p:blipFill>
        <p:spPr>
          <a:xfrm>
            <a:off x="12124814" y="390192"/>
            <a:ext cx="1964135" cy="914402"/>
          </a:xfrm>
          <a:prstGeom prst="rect">
            <a:avLst/>
          </a:prstGeom>
        </p:spPr>
      </p:pic>
    </p:spTree>
    <p:extLst>
      <p:ext uri="{BB962C8B-B14F-4D97-AF65-F5344CB8AC3E}">
        <p14:creationId xmlns:p14="http://schemas.microsoft.com/office/powerpoint/2010/main" val="204603275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lvl1pPr>
              <a:defRPr>
                <a:latin typeface="+mn-lt"/>
              </a:defRPr>
            </a:lvl1pPr>
          </a:lstStyle>
          <a:p>
            <a:pPr defTabSz="1097280">
              <a:defRPr/>
            </a:pPr>
            <a:r>
              <a:rPr lang="en-GB">
                <a:solidFill>
                  <a:prstClr val="black">
                    <a:tint val="75000"/>
                  </a:prstClr>
                </a:solidFill>
              </a:rPr>
              <a:t>TuSpeaking 2023,  All rights reserved</a:t>
            </a:r>
            <a:endParaRPr lang="en-US">
              <a:solidFill>
                <a:prstClr val="black">
                  <a:tint val="75000"/>
                </a:prstClr>
              </a:solidFill>
            </a:endParaRPr>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lvl1pPr>
              <a:defRPr>
                <a:latin typeface="+mn-lt"/>
              </a:defRPr>
            </a:lvl1pPr>
          </a:lstStyle>
          <a:p>
            <a:pPr defTabSz="1097280">
              <a:defRPr/>
            </a:pPr>
            <a:r>
              <a:rPr lang="en-GB">
                <a:solidFill>
                  <a:prstClr val="black">
                    <a:tint val="75000"/>
                  </a:prstClr>
                </a:solidFill>
              </a:rPr>
              <a:t>Personal information 1</a:t>
            </a:r>
            <a:endParaRPr lang="en-US">
              <a:solidFill>
                <a:prstClr val="black">
                  <a:tint val="75000"/>
                </a:prstClr>
              </a:solidFill>
            </a:endParaRPr>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lvl1pPr>
              <a:defRPr>
                <a:latin typeface="+mn-lt"/>
              </a:defRPr>
            </a:lvl1pPr>
          </a:lstStyle>
          <a:p>
            <a:pPr defTabSz="1097280">
              <a:defRPr/>
            </a:pPr>
            <a:fld id="{D76B855D-E9CC-4FF8-AD85-6CDC7B89A0DE}" type="slidenum">
              <a:rPr lang="en-US" smtClean="0">
                <a:solidFill>
                  <a:prstClr val="black">
                    <a:tint val="75000"/>
                  </a:prstClr>
                </a:solidFill>
              </a:rPr>
              <a:pPr defTabSz="1097280">
                <a:defRPr/>
              </a:pPr>
              <a:t>‹#›</a:t>
            </a:fld>
            <a:endParaRPr lang="en-US">
              <a:solidFill>
                <a:prstClr val="black">
                  <a:tint val="75000"/>
                </a:prstClr>
              </a:solidFill>
            </a:endParaRPr>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466719" y="5809433"/>
            <a:ext cx="2084881" cy="1151443"/>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12593319" y="2"/>
            <a:ext cx="1019194" cy="429202"/>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itle 6">
            <a:extLst>
              <a:ext uri="{FF2B5EF4-FFF2-40B4-BE49-F238E27FC236}">
                <a16:creationId xmlns:a16="http://schemas.microsoft.com/office/drawing/2014/main" id="{C9A1C714-6A0E-456D-A2E2-6288C0EA077B}"/>
              </a:ext>
            </a:extLst>
          </p:cNvPr>
          <p:cNvSpPr>
            <a:spLocks noGrp="1"/>
          </p:cNvSpPr>
          <p:nvPr>
            <p:ph type="title"/>
          </p:nvPr>
        </p:nvSpPr>
        <p:spPr/>
        <p:txBody>
          <a:bodyPr/>
          <a:lstStyle/>
          <a:p>
            <a:r>
              <a:rPr lang="en-US"/>
              <a:t>Click to edit Master title style</a:t>
            </a:r>
          </a:p>
        </p:txBody>
      </p:sp>
      <p:pic>
        <p:nvPicPr>
          <p:cNvPr id="8" name="Picture 7" descr="Logo  Description automatically generated">
            <a:extLst>
              <a:ext uri="{FF2B5EF4-FFF2-40B4-BE49-F238E27FC236}">
                <a16:creationId xmlns:a16="http://schemas.microsoft.com/office/drawing/2014/main" id="{78AB3098-5EC9-C275-0EDB-E83545E15CF8}"/>
              </a:ext>
            </a:extLst>
          </p:cNvPr>
          <p:cNvPicPr>
            <a:picLocks noChangeAspect="1"/>
          </p:cNvPicPr>
          <p:nvPr/>
        </p:nvPicPr>
        <p:blipFill>
          <a:blip r:embed="rId2"/>
          <a:stretch>
            <a:fillRect/>
          </a:stretch>
        </p:blipFill>
        <p:spPr>
          <a:xfrm>
            <a:off x="12124814" y="390192"/>
            <a:ext cx="1964135" cy="914402"/>
          </a:xfrm>
          <a:prstGeom prst="rect">
            <a:avLst/>
          </a:prstGeom>
        </p:spPr>
      </p:pic>
    </p:spTree>
    <p:extLst>
      <p:ext uri="{BB962C8B-B14F-4D97-AF65-F5344CB8AC3E}">
        <p14:creationId xmlns:p14="http://schemas.microsoft.com/office/powerpoint/2010/main" val="340290450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FC812-4DB6-4F98-9404-29C191D3BAD7}"/>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p>
        </p:txBody>
      </p:sp>
      <p:sp>
        <p:nvSpPr>
          <p:cNvPr id="3" name="Content Placeholder 2">
            <a:extLst>
              <a:ext uri="{FF2B5EF4-FFF2-40B4-BE49-F238E27FC236}">
                <a16:creationId xmlns:a16="http://schemas.microsoft.com/office/drawing/2014/main" id="{92F0855E-0CD6-47DD-B648-4C84C783D784}"/>
              </a:ext>
            </a:extLst>
          </p:cNvPr>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50082B-17D7-4D61-8AEB-81517D85D253}"/>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81A70783-FF31-4C4E-9196-EB169B209747}"/>
              </a:ext>
            </a:extLst>
          </p:cNvPr>
          <p:cNvSpPr>
            <a:spLocks noGrp="1"/>
          </p:cNvSpPr>
          <p:nvPr>
            <p:ph type="dt" sz="half" idx="10"/>
          </p:nvPr>
        </p:nvSpPr>
        <p:spPr/>
        <p:txBody>
          <a:bodyPr/>
          <a:lstStyle>
            <a:lvl1pPr>
              <a:defRPr>
                <a:latin typeface="+mn-lt"/>
              </a:defRPr>
            </a:lvl1pPr>
          </a:lstStyle>
          <a:p>
            <a:pPr defTabSz="1097280">
              <a:defRPr/>
            </a:pPr>
            <a:r>
              <a:rPr lang="en-GB">
                <a:solidFill>
                  <a:prstClr val="black">
                    <a:tint val="75000"/>
                  </a:prstClr>
                </a:solidFill>
              </a:rPr>
              <a:t>TuSpeaking 2023,  All rights reserved</a:t>
            </a:r>
            <a:endParaRPr lang="en-US">
              <a:solidFill>
                <a:prstClr val="black">
                  <a:tint val="75000"/>
                </a:prstClr>
              </a:solidFill>
            </a:endParaRPr>
          </a:p>
        </p:txBody>
      </p:sp>
      <p:sp>
        <p:nvSpPr>
          <p:cNvPr id="6" name="Footer Placeholder 5">
            <a:extLst>
              <a:ext uri="{FF2B5EF4-FFF2-40B4-BE49-F238E27FC236}">
                <a16:creationId xmlns:a16="http://schemas.microsoft.com/office/drawing/2014/main" id="{7D92E260-747D-40FD-A062-9DD5E6835ABB}"/>
              </a:ext>
            </a:extLst>
          </p:cNvPr>
          <p:cNvSpPr>
            <a:spLocks noGrp="1"/>
          </p:cNvSpPr>
          <p:nvPr>
            <p:ph type="ftr" sz="quarter" idx="11"/>
          </p:nvPr>
        </p:nvSpPr>
        <p:spPr/>
        <p:txBody>
          <a:bodyPr/>
          <a:lstStyle>
            <a:lvl1pPr>
              <a:defRPr>
                <a:latin typeface="+mn-lt"/>
              </a:defRPr>
            </a:lvl1pPr>
          </a:lstStyle>
          <a:p>
            <a:pPr defTabSz="1097280">
              <a:defRPr/>
            </a:pPr>
            <a:r>
              <a:rPr lang="en-GB">
                <a:solidFill>
                  <a:prstClr val="black">
                    <a:tint val="75000"/>
                  </a:prstClr>
                </a:solidFill>
              </a:rPr>
              <a:t>Personal information 1</a:t>
            </a:r>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887E50A0-1E05-49C5-88C9-46267751201F}"/>
              </a:ext>
            </a:extLst>
          </p:cNvPr>
          <p:cNvSpPr>
            <a:spLocks noGrp="1"/>
          </p:cNvSpPr>
          <p:nvPr>
            <p:ph type="sldNum" sz="quarter" idx="12"/>
          </p:nvPr>
        </p:nvSpPr>
        <p:spPr/>
        <p:txBody>
          <a:bodyPr/>
          <a:lstStyle>
            <a:lvl1pPr>
              <a:defRPr>
                <a:latin typeface="+mn-lt"/>
              </a:defRPr>
            </a:lvl1pPr>
          </a:lstStyle>
          <a:p>
            <a:pPr defTabSz="1097280">
              <a:defRPr/>
            </a:pPr>
            <a:fld id="{D76B855D-E9CC-4FF8-AD85-6CDC7B89A0DE}" type="slidenum">
              <a:rPr lang="en-US" smtClean="0">
                <a:solidFill>
                  <a:prstClr val="black">
                    <a:tint val="75000"/>
                  </a:prstClr>
                </a:solidFill>
              </a:rPr>
              <a:pPr defTabSz="1097280">
                <a:defRPr/>
              </a:pPr>
              <a:t>‹#›</a:t>
            </a:fld>
            <a:endParaRPr lang="en-US">
              <a:solidFill>
                <a:prstClr val="black">
                  <a:tint val="75000"/>
                </a:prstClr>
              </a:solidFill>
            </a:endParaRPr>
          </a:p>
        </p:txBody>
      </p:sp>
      <p:sp>
        <p:nvSpPr>
          <p:cNvPr id="8" name="Freeform: Shape 7">
            <a:extLst>
              <a:ext uri="{FF2B5EF4-FFF2-40B4-BE49-F238E27FC236}">
                <a16:creationId xmlns:a16="http://schemas.microsoft.com/office/drawing/2014/main" id="{2C155C63-9F58-4422-B669-F97486280671}"/>
              </a:ext>
            </a:extLst>
          </p:cNvPr>
          <p:cNvSpPr/>
          <p:nvPr/>
        </p:nvSpPr>
        <p:spPr>
          <a:xfrm rot="16200000">
            <a:off x="-466719" y="5809433"/>
            <a:ext cx="2084881" cy="1151443"/>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385DBA62-0EDB-47AA-86C7-90463BC9B308}"/>
              </a:ext>
            </a:extLst>
          </p:cNvPr>
          <p:cNvSpPr/>
          <p:nvPr/>
        </p:nvSpPr>
        <p:spPr>
          <a:xfrm>
            <a:off x="12593319" y="2"/>
            <a:ext cx="1019194" cy="429202"/>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9" descr="Logo  Description automatically generated">
            <a:extLst>
              <a:ext uri="{FF2B5EF4-FFF2-40B4-BE49-F238E27FC236}">
                <a16:creationId xmlns:a16="http://schemas.microsoft.com/office/drawing/2014/main" id="{E4FA05E5-0669-BBF8-8E37-FF3157065FE2}"/>
              </a:ext>
            </a:extLst>
          </p:cNvPr>
          <p:cNvPicPr>
            <a:picLocks noChangeAspect="1"/>
          </p:cNvPicPr>
          <p:nvPr/>
        </p:nvPicPr>
        <p:blipFill>
          <a:blip r:embed="rId2"/>
          <a:stretch>
            <a:fillRect/>
          </a:stretch>
        </p:blipFill>
        <p:spPr>
          <a:xfrm>
            <a:off x="12124814" y="390192"/>
            <a:ext cx="1964135" cy="914402"/>
          </a:xfrm>
          <a:prstGeom prst="rect">
            <a:avLst/>
          </a:prstGeom>
        </p:spPr>
      </p:pic>
    </p:spTree>
    <p:extLst>
      <p:ext uri="{BB962C8B-B14F-4D97-AF65-F5344CB8AC3E}">
        <p14:creationId xmlns:p14="http://schemas.microsoft.com/office/powerpoint/2010/main" val="3006249840"/>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D7521-E43D-41D1-B458-26B20DC6DDD8}"/>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p>
        </p:txBody>
      </p:sp>
      <p:sp>
        <p:nvSpPr>
          <p:cNvPr id="3" name="Picture Placeholder 2">
            <a:extLst>
              <a:ext uri="{FF2B5EF4-FFF2-40B4-BE49-F238E27FC236}">
                <a16:creationId xmlns:a16="http://schemas.microsoft.com/office/drawing/2014/main" id="{A2472CF2-2653-4B98-A416-D7A0A860ECE0}"/>
              </a:ext>
            </a:extLst>
          </p:cNvPr>
          <p:cNvSpPr>
            <a:spLocks noGrp="1"/>
          </p:cNvSpPr>
          <p:nvPr>
            <p:ph type="pic" idx="1"/>
          </p:nvPr>
        </p:nvSpPr>
        <p:spPr>
          <a:xfrm>
            <a:off x="6219826" y="1184911"/>
            <a:ext cx="7406640" cy="5848350"/>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p>
        </p:txBody>
      </p:sp>
      <p:sp>
        <p:nvSpPr>
          <p:cNvPr id="4" name="Text Placeholder 3">
            <a:extLst>
              <a:ext uri="{FF2B5EF4-FFF2-40B4-BE49-F238E27FC236}">
                <a16:creationId xmlns:a16="http://schemas.microsoft.com/office/drawing/2014/main" id="{A6EF87F5-0B10-4AC7-9599-F088C5E796D7}"/>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62A07CB7-0520-4D64-B76C-C31AC557832D}"/>
              </a:ext>
            </a:extLst>
          </p:cNvPr>
          <p:cNvSpPr>
            <a:spLocks noGrp="1"/>
          </p:cNvSpPr>
          <p:nvPr>
            <p:ph type="dt" sz="half" idx="10"/>
          </p:nvPr>
        </p:nvSpPr>
        <p:spPr/>
        <p:txBody>
          <a:bodyPr/>
          <a:lstStyle>
            <a:lvl1pPr>
              <a:defRPr>
                <a:latin typeface="+mn-lt"/>
              </a:defRPr>
            </a:lvl1pPr>
          </a:lstStyle>
          <a:p>
            <a:pPr defTabSz="1097280">
              <a:defRPr/>
            </a:pPr>
            <a:r>
              <a:rPr lang="en-GB">
                <a:solidFill>
                  <a:prstClr val="black">
                    <a:tint val="75000"/>
                  </a:prstClr>
                </a:solidFill>
              </a:rPr>
              <a:t>TuSpeaking 2023,  All rights reserved</a:t>
            </a:r>
            <a:endParaRPr lang="en-US">
              <a:solidFill>
                <a:prstClr val="black">
                  <a:tint val="75000"/>
                </a:prstClr>
              </a:solidFill>
            </a:endParaRPr>
          </a:p>
        </p:txBody>
      </p:sp>
      <p:sp>
        <p:nvSpPr>
          <p:cNvPr id="6" name="Footer Placeholder 5">
            <a:extLst>
              <a:ext uri="{FF2B5EF4-FFF2-40B4-BE49-F238E27FC236}">
                <a16:creationId xmlns:a16="http://schemas.microsoft.com/office/drawing/2014/main" id="{92EEB226-AD45-45DF-AAB5-5513AE732AAE}"/>
              </a:ext>
            </a:extLst>
          </p:cNvPr>
          <p:cNvSpPr>
            <a:spLocks noGrp="1"/>
          </p:cNvSpPr>
          <p:nvPr>
            <p:ph type="ftr" sz="quarter" idx="11"/>
          </p:nvPr>
        </p:nvSpPr>
        <p:spPr/>
        <p:txBody>
          <a:bodyPr/>
          <a:lstStyle>
            <a:lvl1pPr>
              <a:defRPr>
                <a:latin typeface="+mn-lt"/>
              </a:defRPr>
            </a:lvl1pPr>
          </a:lstStyle>
          <a:p>
            <a:pPr defTabSz="1097280">
              <a:defRPr/>
            </a:pPr>
            <a:r>
              <a:rPr lang="en-GB">
                <a:solidFill>
                  <a:prstClr val="black">
                    <a:tint val="75000"/>
                  </a:prstClr>
                </a:solidFill>
              </a:rPr>
              <a:t>Personal information 1</a:t>
            </a:r>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95E96AEB-9481-4CCE-B110-FEDD334835B8}"/>
              </a:ext>
            </a:extLst>
          </p:cNvPr>
          <p:cNvSpPr>
            <a:spLocks noGrp="1"/>
          </p:cNvSpPr>
          <p:nvPr>
            <p:ph type="sldNum" sz="quarter" idx="12"/>
          </p:nvPr>
        </p:nvSpPr>
        <p:spPr/>
        <p:txBody>
          <a:bodyPr/>
          <a:lstStyle>
            <a:lvl1pPr>
              <a:defRPr>
                <a:latin typeface="+mn-lt"/>
              </a:defRPr>
            </a:lvl1pPr>
          </a:lstStyle>
          <a:p>
            <a:pPr defTabSz="1097280">
              <a:defRPr/>
            </a:pPr>
            <a:fld id="{D76B855D-E9CC-4FF8-AD85-6CDC7B89A0DE}" type="slidenum">
              <a:rPr lang="en-US" smtClean="0">
                <a:solidFill>
                  <a:prstClr val="black">
                    <a:tint val="75000"/>
                  </a:prstClr>
                </a:solidFill>
              </a:rPr>
              <a:pPr defTabSz="1097280">
                <a:defRPr/>
              </a:pPr>
              <a:t>‹#›</a:t>
            </a:fld>
            <a:endParaRPr lang="en-US">
              <a:solidFill>
                <a:prstClr val="black">
                  <a:tint val="75000"/>
                </a:prstClr>
              </a:solidFill>
            </a:endParaRPr>
          </a:p>
        </p:txBody>
      </p:sp>
      <p:sp>
        <p:nvSpPr>
          <p:cNvPr id="8" name="Freeform: Shape 7">
            <a:extLst>
              <a:ext uri="{FF2B5EF4-FFF2-40B4-BE49-F238E27FC236}">
                <a16:creationId xmlns:a16="http://schemas.microsoft.com/office/drawing/2014/main" id="{6BA9707F-7BCE-464F-BF45-E216527084EE}"/>
              </a:ext>
            </a:extLst>
          </p:cNvPr>
          <p:cNvSpPr/>
          <p:nvPr/>
        </p:nvSpPr>
        <p:spPr>
          <a:xfrm rot="16200000">
            <a:off x="-466719" y="5809433"/>
            <a:ext cx="2084881" cy="1151443"/>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BC589723-2CC8-49D1-B4E1-36FECED6A2D7}"/>
              </a:ext>
            </a:extLst>
          </p:cNvPr>
          <p:cNvSpPr/>
          <p:nvPr/>
        </p:nvSpPr>
        <p:spPr>
          <a:xfrm>
            <a:off x="12593319" y="2"/>
            <a:ext cx="1019194" cy="429202"/>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9" descr="Logo  Description automatically generated">
            <a:extLst>
              <a:ext uri="{FF2B5EF4-FFF2-40B4-BE49-F238E27FC236}">
                <a16:creationId xmlns:a16="http://schemas.microsoft.com/office/drawing/2014/main" id="{B14C3C37-633F-54AF-8613-783EB1E431AC}"/>
              </a:ext>
            </a:extLst>
          </p:cNvPr>
          <p:cNvPicPr>
            <a:picLocks noChangeAspect="1"/>
          </p:cNvPicPr>
          <p:nvPr/>
        </p:nvPicPr>
        <p:blipFill>
          <a:blip r:embed="rId2"/>
          <a:stretch>
            <a:fillRect/>
          </a:stretch>
        </p:blipFill>
        <p:spPr>
          <a:xfrm>
            <a:off x="12124814" y="390192"/>
            <a:ext cx="1964135" cy="914402"/>
          </a:xfrm>
          <a:prstGeom prst="rect">
            <a:avLst/>
          </a:prstGeom>
        </p:spPr>
      </p:pic>
    </p:spTree>
    <p:extLst>
      <p:ext uri="{BB962C8B-B14F-4D97-AF65-F5344CB8AC3E}">
        <p14:creationId xmlns:p14="http://schemas.microsoft.com/office/powerpoint/2010/main" val="2143622854"/>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50499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Freeform 13">
            <a:extLst>
              <a:ext uri="{FF2B5EF4-FFF2-40B4-BE49-F238E27FC236}">
                <a16:creationId xmlns:a16="http://schemas.microsoft.com/office/drawing/2014/main" id="{FCE00AC6-1AA1-42D9-83DD-4C308C3F9322}"/>
              </a:ext>
            </a:extLst>
          </p:cNvPr>
          <p:cNvSpPr/>
          <p:nvPr/>
        </p:nvSpPr>
        <p:spPr>
          <a:xfrm>
            <a:off x="4800600" y="1304884"/>
            <a:ext cx="9829800" cy="6924716"/>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srgbClr val="FFFFFF"/>
              </a:solidFill>
              <a:effectLst/>
              <a:uLnTx/>
              <a:uFillTx/>
              <a:latin typeface="Calibri" panose="020F0502020204030204"/>
              <a:ea typeface="+mn-ea"/>
              <a:cs typeface="+mn-cs"/>
            </a:endParaRPr>
          </a:p>
        </p:txBody>
      </p:sp>
      <p:cxnSp>
        <p:nvCxnSpPr>
          <p:cNvPr id="12" name="Straight Connector 11">
            <a:extLst>
              <a:ext uri="{FF2B5EF4-FFF2-40B4-BE49-F238E27FC236}">
                <a16:creationId xmlns:a16="http://schemas.microsoft.com/office/drawing/2014/main" id="{5319A315-F756-49EC-8181-0EC3F0A37B09}"/>
              </a:ext>
            </a:extLst>
          </p:cNvPr>
          <p:cNvCxnSpPr>
            <a:cxnSpLocks/>
          </p:cNvCxnSpPr>
          <p:nvPr/>
        </p:nvCxnSpPr>
        <p:spPr>
          <a:xfrm>
            <a:off x="487489" y="220719"/>
            <a:ext cx="0" cy="1917250"/>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560F3E26-F530-48F5-983F-9DCFF41D4F39}"/>
              </a:ext>
            </a:extLst>
          </p:cNvPr>
          <p:cNvSpPr/>
          <p:nvPr/>
        </p:nvSpPr>
        <p:spPr>
          <a:xfrm>
            <a:off x="6350818" y="2"/>
            <a:ext cx="2735690" cy="1521342"/>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pPr marL="0" marR="0" lvl="0" indent="0" algn="l"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5C97701E-DAF9-4174-AA91-DA203CD27D6A}"/>
              </a:ext>
            </a:extLst>
          </p:cNvPr>
          <p:cNvSpPr/>
          <p:nvPr/>
        </p:nvSpPr>
        <p:spPr>
          <a:xfrm>
            <a:off x="12250434" y="2"/>
            <a:ext cx="1362079" cy="573596"/>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4F765374-1A4B-41DC-9E75-A95A6C655328}"/>
              </a:ext>
            </a:extLst>
          </p:cNvPr>
          <p:cNvSpPr/>
          <p:nvPr/>
        </p:nvSpPr>
        <p:spPr>
          <a:xfrm>
            <a:off x="1882854" y="617878"/>
            <a:ext cx="2872021" cy="279410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7618DB8E-B14E-42E2-B454-6F4F36A8A9D9}"/>
              </a:ext>
            </a:extLst>
          </p:cNvPr>
          <p:cNvSpPr/>
          <p:nvPr/>
        </p:nvSpPr>
        <p:spPr>
          <a:xfrm flipH="1">
            <a:off x="1" y="3539688"/>
            <a:ext cx="1423741" cy="212598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Arc 21">
            <a:extLst>
              <a:ext uri="{FF2B5EF4-FFF2-40B4-BE49-F238E27FC236}">
                <a16:creationId xmlns:a16="http://schemas.microsoft.com/office/drawing/2014/main" id="{97666F55-03F1-4D18-9653-0F360E127A7E}"/>
              </a:ext>
            </a:extLst>
          </p:cNvPr>
          <p:cNvSpPr/>
          <p:nvPr/>
        </p:nvSpPr>
        <p:spPr>
          <a:xfrm rot="16200000">
            <a:off x="1847620" y="5044113"/>
            <a:ext cx="4900120" cy="4900120"/>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4DE1A06-8754-4870-9E44-E39BADAD9845}"/>
              </a:ext>
            </a:extLst>
          </p:cNvPr>
          <p:cNvSpPr>
            <a:spLocks noGrp="1"/>
          </p:cNvSpPr>
          <p:nvPr>
            <p:ph type="ctrTitle"/>
          </p:nvPr>
        </p:nvSpPr>
        <p:spPr>
          <a:xfrm>
            <a:off x="6111850" y="3291840"/>
            <a:ext cx="7911389" cy="2863901"/>
          </a:xfrm>
        </p:spPr>
        <p:txBody>
          <a:bodyPr anchor="b"/>
          <a:lstStyle>
            <a:lvl1pPr algn="r">
              <a:defRPr sz="72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3527F020-BBC3-49BB-91C2-5B2CBD64B3C5}"/>
              </a:ext>
            </a:extLst>
          </p:cNvPr>
          <p:cNvSpPr>
            <a:spLocks noGrp="1"/>
          </p:cNvSpPr>
          <p:nvPr>
            <p:ph type="subTitle" idx="1"/>
          </p:nvPr>
        </p:nvSpPr>
        <p:spPr>
          <a:xfrm>
            <a:off x="6111850" y="6265469"/>
            <a:ext cx="7911389" cy="1196035"/>
          </a:xfrm>
        </p:spPr>
        <p:txBody>
          <a:bodyPr/>
          <a:lstStyle>
            <a:lvl1pPr marL="0" indent="0" algn="r">
              <a:buNone/>
              <a:defRPr sz="2880">
                <a:solidFill>
                  <a:schemeClr val="bg1"/>
                </a:solidFill>
              </a:defRPr>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p>
        </p:txBody>
      </p:sp>
    </p:spTree>
    <p:extLst>
      <p:ext uri="{BB962C8B-B14F-4D97-AF65-F5344CB8AC3E}">
        <p14:creationId xmlns:p14="http://schemas.microsoft.com/office/powerpoint/2010/main" val="2889926091"/>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AFA665D7-34D0-4262-B345-9B1A1BA8DA17}"/>
              </a:ext>
            </a:extLst>
          </p:cNvPr>
          <p:cNvSpPr/>
          <p:nvPr/>
        </p:nvSpPr>
        <p:spPr>
          <a:xfrm>
            <a:off x="587027" y="1342837"/>
            <a:ext cx="5543926" cy="554392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39ECC553-79E5-4B14-89C9-4DAD2B1021B1}"/>
              </a:ext>
            </a:extLst>
          </p:cNvPr>
          <p:cNvSpPr/>
          <p:nvPr/>
        </p:nvSpPr>
        <p:spPr>
          <a:xfrm rot="19809111">
            <a:off x="10420465" y="1129378"/>
            <a:ext cx="3585479" cy="358547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55797934-7E2B-4F94-89C4-0279413FF821}"/>
              </a:ext>
            </a:extLst>
          </p:cNvPr>
          <p:cNvSpPr/>
          <p:nvPr/>
        </p:nvSpPr>
        <p:spPr>
          <a:xfrm>
            <a:off x="1092058" y="5737190"/>
            <a:ext cx="655320" cy="65532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1404519" y="1678838"/>
            <a:ext cx="3884371" cy="4882896"/>
          </a:xfrm>
        </p:spPr>
        <p:txBody>
          <a:bodyPr/>
          <a:lstStyle>
            <a:lvl1pPr algn="ct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6945783" y="1832458"/>
            <a:ext cx="6133795" cy="4718304"/>
          </a:xfrm>
        </p:spPr>
        <p:txBody>
          <a:bodyPr anchor="ctr"/>
          <a:lstStyle>
            <a:lvl1pPr marL="0" indent="0">
              <a:buNone/>
              <a:defRPr/>
            </a:lvl1pPr>
            <a:lvl2pPr marL="274320">
              <a:defRPr/>
            </a:lvl2pPr>
            <a:lvl3pPr marL="548640">
              <a:defRPr/>
            </a:lvl3pPr>
            <a:lvl4pPr>
              <a:buNone/>
              <a:defRPr/>
            </a:lvl4pPr>
          </a:lstStyle>
          <a:p>
            <a:pPr lvl="0"/>
            <a:r>
              <a:rPr lang="en-US"/>
              <a:t>Click to edit Master text styles</a:t>
            </a:r>
          </a:p>
          <a:p>
            <a:pPr lvl="1"/>
            <a:r>
              <a:rPr lang="en-US"/>
              <a:t>Second level</a:t>
            </a:r>
          </a:p>
          <a:p>
            <a:pPr lvl="2"/>
            <a:r>
              <a:rPr lang="en-US"/>
              <a:t>Third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defTabSz="1097280">
              <a:defRPr/>
            </a:pPr>
            <a:r>
              <a:rPr lang="en-GB">
                <a:solidFill>
                  <a:prstClr val="black">
                    <a:tint val="75000"/>
                  </a:prstClr>
                </a:solidFill>
              </a:rPr>
              <a:t>TuSpeaking 2023,  All rights reserved</a:t>
            </a:r>
            <a:endParaRPr lang="en-US">
              <a:solidFill>
                <a:prstClr val="black">
                  <a:tint val="75000"/>
                </a:prstClr>
              </a:solidFill>
            </a:endParaRP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defTabSz="1097280">
              <a:defRPr/>
            </a:pPr>
            <a:r>
              <a:rPr lang="en-GB">
                <a:solidFill>
                  <a:prstClr val="black">
                    <a:tint val="75000"/>
                  </a:prstClr>
                </a:solidFill>
              </a:rPr>
              <a:t>Personal information 1</a:t>
            </a:r>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defTabSz="1097280">
              <a:defRPr/>
            </a:pPr>
            <a:fld id="{D76B855D-E9CC-4FF8-AD85-6CDC7B89A0DE}" type="slidenum">
              <a:rPr lang="en-US" smtClean="0">
                <a:solidFill>
                  <a:prstClr val="black">
                    <a:tint val="75000"/>
                  </a:prstClr>
                </a:solidFill>
              </a:rPr>
              <a:pPr defTabSz="1097280">
                <a:defRPr/>
              </a:pPr>
              <a:t>‹#›</a:t>
            </a:fld>
            <a:endParaRPr lang="en-US">
              <a:solidFill>
                <a:prstClr val="black">
                  <a:tint val="75000"/>
                </a:prstClr>
              </a:solidFill>
            </a:endParaRPr>
          </a:p>
        </p:txBody>
      </p:sp>
      <p:pic>
        <p:nvPicPr>
          <p:cNvPr id="7" name="Picture 6" descr="Logo  Description automatically generated">
            <a:extLst>
              <a:ext uri="{FF2B5EF4-FFF2-40B4-BE49-F238E27FC236}">
                <a16:creationId xmlns:a16="http://schemas.microsoft.com/office/drawing/2014/main" id="{50D7D42C-B56E-2002-0498-CE88D769DFE6}"/>
              </a:ext>
            </a:extLst>
          </p:cNvPr>
          <p:cNvPicPr>
            <a:picLocks noChangeAspect="1"/>
          </p:cNvPicPr>
          <p:nvPr/>
        </p:nvPicPr>
        <p:blipFill>
          <a:blip r:embed="rId2"/>
          <a:stretch>
            <a:fillRect/>
          </a:stretch>
        </p:blipFill>
        <p:spPr>
          <a:xfrm>
            <a:off x="12124814" y="390192"/>
            <a:ext cx="1964135" cy="914402"/>
          </a:xfrm>
          <a:prstGeom prst="rect">
            <a:avLst/>
          </a:prstGeom>
        </p:spPr>
      </p:pic>
    </p:spTree>
    <p:extLst>
      <p:ext uri="{BB962C8B-B14F-4D97-AF65-F5344CB8AC3E}">
        <p14:creationId xmlns:p14="http://schemas.microsoft.com/office/powerpoint/2010/main" val="3660488621"/>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Content 2 small pictures">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5A614E3F-4FB2-4152-A59C-941C908D7B05}"/>
              </a:ext>
            </a:extLst>
          </p:cNvPr>
          <p:cNvSpPr>
            <a:spLocks noGrp="1"/>
          </p:cNvSpPr>
          <p:nvPr>
            <p:ph type="pic" sz="quarter" idx="13"/>
          </p:nvPr>
        </p:nvSpPr>
        <p:spPr>
          <a:xfrm>
            <a:off x="8640575" y="1380252"/>
            <a:ext cx="2648455" cy="2645014"/>
          </a:xfrm>
          <a:custGeom>
            <a:avLst/>
            <a:gdLst>
              <a:gd name="connsiteX0" fmla="*/ 1098749 w 2207046"/>
              <a:gd name="connsiteY0" fmla="*/ 0 h 2204178"/>
              <a:gd name="connsiteX1" fmla="*/ 2201707 w 2207046"/>
              <a:gd name="connsiteY1" fmla="*/ 995326 h 2204178"/>
              <a:gd name="connsiteX2" fmla="*/ 2207046 w 2207046"/>
              <a:gd name="connsiteY2" fmla="*/ 1101058 h 2204178"/>
              <a:gd name="connsiteX3" fmla="*/ 2207046 w 2207046"/>
              <a:gd name="connsiteY3" fmla="*/ 1116306 h 2204178"/>
              <a:gd name="connsiteX4" fmla="*/ 2201707 w 2207046"/>
              <a:gd name="connsiteY4" fmla="*/ 1222039 h 2204178"/>
              <a:gd name="connsiteX5" fmla="*/ 1322187 w 2207046"/>
              <a:gd name="connsiteY5" fmla="*/ 2194840 h 2204178"/>
              <a:gd name="connsiteX6" fmla="*/ 1260999 w 2207046"/>
              <a:gd name="connsiteY6" fmla="*/ 2204178 h 2204178"/>
              <a:gd name="connsiteX7" fmla="*/ 936500 w 2207046"/>
              <a:gd name="connsiteY7" fmla="*/ 2204178 h 2204178"/>
              <a:gd name="connsiteX8" fmla="*/ 875311 w 2207046"/>
              <a:gd name="connsiteY8" fmla="*/ 2194840 h 2204178"/>
              <a:gd name="connsiteX9" fmla="*/ 12592 w 2207046"/>
              <a:gd name="connsiteY9" fmla="*/ 1332120 h 2204178"/>
              <a:gd name="connsiteX10" fmla="*/ 0 w 2207046"/>
              <a:gd name="connsiteY10" fmla="*/ 1249617 h 2204178"/>
              <a:gd name="connsiteX11" fmla="*/ 0 w 2207046"/>
              <a:gd name="connsiteY11" fmla="*/ 967747 h 2204178"/>
              <a:gd name="connsiteX12" fmla="*/ 12592 w 2207046"/>
              <a:gd name="connsiteY12" fmla="*/ 885244 h 2204178"/>
              <a:gd name="connsiteX13" fmla="*/ 1098749 w 2207046"/>
              <a:gd name="connsiteY13" fmla="*/ 0 h 2204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07046" h="2204178">
                <a:moveTo>
                  <a:pt x="1098749" y="0"/>
                </a:moveTo>
                <a:cubicBezTo>
                  <a:pt x="1672788" y="0"/>
                  <a:pt x="2144931" y="436266"/>
                  <a:pt x="2201707" y="995326"/>
                </a:cubicBezTo>
                <a:lnTo>
                  <a:pt x="2207046" y="1101058"/>
                </a:lnTo>
                <a:lnTo>
                  <a:pt x="2207046" y="1116306"/>
                </a:lnTo>
                <a:lnTo>
                  <a:pt x="2201707" y="1222039"/>
                </a:lnTo>
                <a:cubicBezTo>
                  <a:pt x="2152501" y="1706557"/>
                  <a:pt x="1791308" y="2098844"/>
                  <a:pt x="1322187" y="2194840"/>
                </a:cubicBezTo>
                <a:lnTo>
                  <a:pt x="1260999" y="2204178"/>
                </a:lnTo>
                <a:lnTo>
                  <a:pt x="936500" y="2204178"/>
                </a:lnTo>
                <a:lnTo>
                  <a:pt x="875311" y="2194840"/>
                </a:lnTo>
                <a:cubicBezTo>
                  <a:pt x="442276" y="2106228"/>
                  <a:pt x="101204" y="1765156"/>
                  <a:pt x="12592" y="1332120"/>
                </a:cubicBezTo>
                <a:lnTo>
                  <a:pt x="0" y="1249617"/>
                </a:lnTo>
                <a:lnTo>
                  <a:pt x="0" y="967747"/>
                </a:lnTo>
                <a:lnTo>
                  <a:pt x="12592" y="885244"/>
                </a:lnTo>
                <a:cubicBezTo>
                  <a:pt x="115972" y="380036"/>
                  <a:pt x="562980" y="0"/>
                  <a:pt x="1098749" y="0"/>
                </a:cubicBezTo>
                <a:close/>
              </a:path>
            </a:pathLst>
          </a:custGeom>
        </p:spPr>
        <p:txBody>
          <a:bodyPr wrap="square" anchor="ctr">
            <a:noAutofit/>
          </a:bodyPr>
          <a:lstStyle>
            <a:lvl1pPr algn="ctr">
              <a:buNone/>
              <a:defRPr sz="2160"/>
            </a:lvl1pPr>
          </a:lstStyle>
          <a:p>
            <a:r>
              <a:rPr lang="en-US"/>
              <a:t>Click icon to add picture</a:t>
            </a:r>
          </a:p>
        </p:txBody>
      </p:sp>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10133559" y="3095620"/>
            <a:ext cx="3716168" cy="3716168"/>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2160"/>
            </a:lvl1pPr>
          </a:lstStyle>
          <a:p>
            <a:r>
              <a:rPr lang="en-US"/>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647395" y="438149"/>
            <a:ext cx="6967728" cy="1591056"/>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647395" y="2190750"/>
            <a:ext cx="6967728" cy="5223053"/>
          </a:xfrm>
        </p:spPr>
        <p:txBody>
          <a:bodyPr>
            <a:normAutofit/>
          </a:bodyPr>
          <a:lstStyle>
            <a:lvl1pPr marL="0" indent="0">
              <a:lnSpc>
                <a:spcPct val="110000"/>
              </a:lnSpc>
              <a:buNone/>
              <a:defRPr sz="2880"/>
            </a:lvl1pPr>
            <a:lvl2pPr marL="274320">
              <a:lnSpc>
                <a:spcPct val="110000"/>
              </a:lnSpc>
              <a:defRPr sz="2400"/>
            </a:lvl2pPr>
            <a:lvl3pPr marL="548640">
              <a:lnSpc>
                <a:spcPct val="110000"/>
              </a:lnSpc>
              <a:defRPr sz="2160"/>
            </a:lvl3pPr>
            <a:lvl4pPr marL="822960">
              <a:lnSpc>
                <a:spcPct val="110000"/>
              </a:lnSpc>
              <a:defRPr sz="1920"/>
            </a:lvl4pPr>
            <a:lvl5pPr>
              <a:lnSpc>
                <a:spcPct val="110000"/>
              </a:lnSpc>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defTabSz="1097280">
              <a:defRPr/>
            </a:pPr>
            <a:r>
              <a:rPr lang="en-GB">
                <a:solidFill>
                  <a:prstClr val="black">
                    <a:tint val="75000"/>
                  </a:prstClr>
                </a:solidFill>
              </a:rPr>
              <a:t>TuSpeaking 2023,  All rights reserved</a:t>
            </a:r>
            <a:endParaRPr lang="en-US">
              <a:solidFill>
                <a:prstClr val="black">
                  <a:tint val="75000"/>
                </a:prstClr>
              </a:solidFill>
            </a:endParaRP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defTabSz="1097280">
              <a:defRPr/>
            </a:pPr>
            <a:r>
              <a:rPr lang="en-GB">
                <a:solidFill>
                  <a:prstClr val="black">
                    <a:tint val="75000"/>
                  </a:prstClr>
                </a:solidFill>
              </a:rPr>
              <a:t>Personal information 1</a:t>
            </a:r>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defTabSz="1097280">
              <a:defRPr/>
            </a:pPr>
            <a:fld id="{D76B855D-E9CC-4FF8-AD85-6CDC7B89A0DE}" type="slidenum">
              <a:rPr lang="en-US" smtClean="0">
                <a:solidFill>
                  <a:prstClr val="black">
                    <a:tint val="75000"/>
                  </a:prstClr>
                </a:solidFill>
              </a:rPr>
              <a:pPr defTabSz="1097280">
                <a:defRPr/>
              </a:pPr>
              <a:t>‹#›</a:t>
            </a:fld>
            <a:endParaRPr lang="en-US">
              <a:solidFill>
                <a:prstClr val="black">
                  <a:tint val="75000"/>
                </a:prstClr>
              </a:solidFill>
            </a:endParaRPr>
          </a:p>
        </p:txBody>
      </p:sp>
      <p:sp>
        <p:nvSpPr>
          <p:cNvPr id="10" name="Oval 9">
            <a:extLst>
              <a:ext uri="{FF2B5EF4-FFF2-40B4-BE49-F238E27FC236}">
                <a16:creationId xmlns:a16="http://schemas.microsoft.com/office/drawing/2014/main" id="{E8E71C73-7BAD-4838-88C1-42E045A9D179}"/>
              </a:ext>
            </a:extLst>
          </p:cNvPr>
          <p:cNvSpPr/>
          <p:nvPr/>
        </p:nvSpPr>
        <p:spPr>
          <a:xfrm>
            <a:off x="12299544" y="1866081"/>
            <a:ext cx="983164" cy="95649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44560922-5803-412D-880B-065E75DCBC0A}"/>
              </a:ext>
            </a:extLst>
          </p:cNvPr>
          <p:cNvSpPr/>
          <p:nvPr/>
        </p:nvSpPr>
        <p:spPr>
          <a:xfrm>
            <a:off x="9108107" y="4841272"/>
            <a:ext cx="1052045" cy="1052045"/>
          </a:xfrm>
          <a:prstGeom prst="rect">
            <a:avLst/>
          </a:prstGeom>
          <a:noFill/>
          <a:ln w="127000">
            <a:solidFill>
              <a:schemeClr val="accent6"/>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7" name="Picture 6" descr="Logo  Description automatically generated">
            <a:extLst>
              <a:ext uri="{FF2B5EF4-FFF2-40B4-BE49-F238E27FC236}">
                <a16:creationId xmlns:a16="http://schemas.microsoft.com/office/drawing/2014/main" id="{DF0731B2-198C-03B1-6C26-17F767EED75A}"/>
              </a:ext>
            </a:extLst>
          </p:cNvPr>
          <p:cNvPicPr>
            <a:picLocks noChangeAspect="1"/>
          </p:cNvPicPr>
          <p:nvPr/>
        </p:nvPicPr>
        <p:blipFill>
          <a:blip r:embed="rId2"/>
          <a:stretch>
            <a:fillRect/>
          </a:stretch>
        </p:blipFill>
        <p:spPr>
          <a:xfrm>
            <a:off x="12124814" y="390192"/>
            <a:ext cx="1964135" cy="914402"/>
          </a:xfrm>
          <a:prstGeom prst="rect">
            <a:avLst/>
          </a:prstGeom>
        </p:spPr>
      </p:pic>
    </p:spTree>
    <p:extLst>
      <p:ext uri="{BB962C8B-B14F-4D97-AF65-F5344CB8AC3E}">
        <p14:creationId xmlns:p14="http://schemas.microsoft.com/office/powerpoint/2010/main" val="1986247666"/>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ontent 1 large picture">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7790689" y="857874"/>
            <a:ext cx="6673458" cy="6483926"/>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2160"/>
            </a:lvl1pPr>
          </a:lstStyle>
          <a:p>
            <a:r>
              <a:rPr lang="en-US"/>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647395" y="438149"/>
            <a:ext cx="6967728" cy="1591056"/>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647395" y="2190750"/>
            <a:ext cx="6967728" cy="5223053"/>
          </a:xfrm>
        </p:spPr>
        <p:txBody>
          <a:bodyPr>
            <a:normAutofit/>
          </a:bodyPr>
          <a:lstStyle>
            <a:lvl1pPr marL="0" indent="0">
              <a:lnSpc>
                <a:spcPct val="110000"/>
              </a:lnSpc>
              <a:buNone/>
              <a:defRPr sz="2880"/>
            </a:lvl1pPr>
            <a:lvl2pPr marL="274320">
              <a:lnSpc>
                <a:spcPct val="110000"/>
              </a:lnSpc>
              <a:defRPr sz="2400"/>
            </a:lvl2pPr>
            <a:lvl3pPr marL="548640">
              <a:lnSpc>
                <a:spcPct val="110000"/>
              </a:lnSpc>
              <a:defRPr sz="2160"/>
            </a:lvl3pPr>
            <a:lvl4pPr marL="822960">
              <a:lnSpc>
                <a:spcPct val="110000"/>
              </a:lnSpc>
              <a:defRPr sz="1920"/>
            </a:lvl4pPr>
            <a:lvl5pPr>
              <a:lnSpc>
                <a:spcPct val="110000"/>
              </a:lnSpc>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defTabSz="1097280">
              <a:defRPr/>
            </a:pPr>
            <a:r>
              <a:rPr lang="en-GB">
                <a:solidFill>
                  <a:prstClr val="black">
                    <a:tint val="75000"/>
                  </a:prstClr>
                </a:solidFill>
              </a:rPr>
              <a:t>TuSpeaking 2023,  All rights reserved</a:t>
            </a:r>
            <a:endParaRPr lang="en-US">
              <a:solidFill>
                <a:prstClr val="black">
                  <a:tint val="75000"/>
                </a:prstClr>
              </a:solidFill>
            </a:endParaRP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defTabSz="1097280">
              <a:defRPr/>
            </a:pPr>
            <a:r>
              <a:rPr lang="en-GB">
                <a:solidFill>
                  <a:prstClr val="black">
                    <a:tint val="75000"/>
                  </a:prstClr>
                </a:solidFill>
              </a:rPr>
              <a:t>Personal information 1</a:t>
            </a:r>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defTabSz="1097280">
              <a:defRPr/>
            </a:pPr>
            <a:fld id="{D76B855D-E9CC-4FF8-AD85-6CDC7B89A0DE}" type="slidenum">
              <a:rPr lang="en-US" smtClean="0">
                <a:solidFill>
                  <a:prstClr val="black">
                    <a:tint val="75000"/>
                  </a:prstClr>
                </a:solidFill>
              </a:rPr>
              <a:pPr defTabSz="1097280">
                <a:defRPr/>
              </a:pPr>
              <a:t>‹#›</a:t>
            </a:fld>
            <a:endParaRPr lang="en-US">
              <a:solidFill>
                <a:prstClr val="black">
                  <a:tint val="75000"/>
                </a:prstClr>
              </a:solidFill>
            </a:endParaRPr>
          </a:p>
        </p:txBody>
      </p:sp>
      <p:pic>
        <p:nvPicPr>
          <p:cNvPr id="8" name="Picture 7" descr="Logo  Description automatically generated">
            <a:extLst>
              <a:ext uri="{FF2B5EF4-FFF2-40B4-BE49-F238E27FC236}">
                <a16:creationId xmlns:a16="http://schemas.microsoft.com/office/drawing/2014/main" id="{6B19892D-C6FC-6DEA-BC94-7ACF19FFB8E9}"/>
              </a:ext>
            </a:extLst>
          </p:cNvPr>
          <p:cNvPicPr>
            <a:picLocks noChangeAspect="1"/>
          </p:cNvPicPr>
          <p:nvPr/>
        </p:nvPicPr>
        <p:blipFill>
          <a:blip r:embed="rId2"/>
          <a:stretch>
            <a:fillRect/>
          </a:stretch>
        </p:blipFill>
        <p:spPr>
          <a:xfrm>
            <a:off x="12124814" y="390192"/>
            <a:ext cx="1964135" cy="914402"/>
          </a:xfrm>
          <a:prstGeom prst="rect">
            <a:avLst/>
          </a:prstGeom>
        </p:spPr>
      </p:pic>
    </p:spTree>
    <p:extLst>
      <p:ext uri="{BB962C8B-B14F-4D97-AF65-F5344CB8AC3E}">
        <p14:creationId xmlns:p14="http://schemas.microsoft.com/office/powerpoint/2010/main" val="927713194"/>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200EACD1-D216-4037-8AFF-80CF273586DF}"/>
              </a:ext>
            </a:extLst>
          </p:cNvPr>
          <p:cNvSpPr/>
          <p:nvPr/>
        </p:nvSpPr>
        <p:spPr>
          <a:xfrm>
            <a:off x="3379115" y="178715"/>
            <a:ext cx="7872170" cy="787217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Arc 7">
            <a:extLst>
              <a:ext uri="{FF2B5EF4-FFF2-40B4-BE49-F238E27FC236}">
                <a16:creationId xmlns:a16="http://schemas.microsoft.com/office/drawing/2014/main" id="{F941DE04-3FEA-4A57-B200-F9F6A765C792}"/>
              </a:ext>
            </a:extLst>
          </p:cNvPr>
          <p:cNvSpPr/>
          <p:nvPr/>
        </p:nvSpPr>
        <p:spPr>
          <a:xfrm rot="9222429" flipV="1">
            <a:off x="2992943" y="-34202"/>
            <a:ext cx="8179514" cy="8179514"/>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A565C7B4-4152-4548-A771-EB148A028FDB}"/>
              </a:ext>
            </a:extLst>
          </p:cNvPr>
          <p:cNvSpPr/>
          <p:nvPr/>
        </p:nvSpPr>
        <p:spPr>
          <a:xfrm>
            <a:off x="9798501" y="6290386"/>
            <a:ext cx="911284" cy="88656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4C0001-5D76-45A0-A9F4-7172BDDD5D28}"/>
              </a:ext>
            </a:extLst>
          </p:cNvPr>
          <p:cNvSpPr>
            <a:spLocks noGrp="1"/>
          </p:cNvSpPr>
          <p:nvPr>
            <p:ph type="title"/>
          </p:nvPr>
        </p:nvSpPr>
        <p:spPr>
          <a:xfrm>
            <a:off x="3983127" y="1656893"/>
            <a:ext cx="6671462" cy="3017520"/>
          </a:xfrm>
        </p:spPr>
        <p:txBody>
          <a:bodyPr anchor="b"/>
          <a:lstStyle>
            <a:lvl1pPr algn="ctr">
              <a:defRPr sz="72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3983127" y="4893869"/>
            <a:ext cx="6671462" cy="1843430"/>
          </a:xfrm>
        </p:spPr>
        <p:txBody>
          <a:bodyPr/>
          <a:lstStyle>
            <a:lvl1pPr marL="0" indent="0" algn="ctr">
              <a:buNone/>
              <a:defRPr sz="2880">
                <a:solidFill>
                  <a:schemeClr val="bg1"/>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pic>
        <p:nvPicPr>
          <p:cNvPr id="4" name="Picture 3" descr="Logo  Description automatically generated">
            <a:extLst>
              <a:ext uri="{FF2B5EF4-FFF2-40B4-BE49-F238E27FC236}">
                <a16:creationId xmlns:a16="http://schemas.microsoft.com/office/drawing/2014/main" id="{C4E608A4-5FE4-007F-03B2-71BFE7A80D9F}"/>
              </a:ext>
            </a:extLst>
          </p:cNvPr>
          <p:cNvPicPr>
            <a:picLocks noChangeAspect="1"/>
          </p:cNvPicPr>
          <p:nvPr/>
        </p:nvPicPr>
        <p:blipFill>
          <a:blip r:embed="rId2"/>
          <a:stretch>
            <a:fillRect/>
          </a:stretch>
        </p:blipFill>
        <p:spPr>
          <a:xfrm>
            <a:off x="12124814" y="390192"/>
            <a:ext cx="1964135" cy="914402"/>
          </a:xfrm>
          <a:prstGeom prst="rect">
            <a:avLst/>
          </a:prstGeom>
        </p:spPr>
      </p:pic>
    </p:spTree>
    <p:extLst>
      <p:ext uri="{BB962C8B-B14F-4D97-AF65-F5344CB8AC3E}">
        <p14:creationId xmlns:p14="http://schemas.microsoft.com/office/powerpoint/2010/main" val="2556957043"/>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647395" y="438150"/>
            <a:ext cx="12618720" cy="1590676"/>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1415491" y="2293315"/>
            <a:ext cx="11795760" cy="46316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defTabSz="1097280">
              <a:defRPr/>
            </a:pPr>
            <a:r>
              <a:rPr lang="en-GB">
                <a:solidFill>
                  <a:prstClr val="black">
                    <a:tint val="75000"/>
                  </a:prstClr>
                </a:solidFill>
              </a:rPr>
              <a:t>TuSpeaking 2023,  All rights reserved</a:t>
            </a:r>
            <a:endParaRPr lang="en-US">
              <a:solidFill>
                <a:prstClr val="black">
                  <a:tint val="75000"/>
                </a:prstClr>
              </a:solidFill>
            </a:endParaRP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defTabSz="1097280">
              <a:defRPr/>
            </a:pPr>
            <a:r>
              <a:rPr lang="en-GB">
                <a:solidFill>
                  <a:prstClr val="black">
                    <a:tint val="75000"/>
                  </a:prstClr>
                </a:solidFill>
              </a:rPr>
              <a:t>Personal information 1</a:t>
            </a:r>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defTabSz="1097280">
              <a:defRPr/>
            </a:pPr>
            <a:fld id="{D76B855D-E9CC-4FF8-AD85-6CDC7B89A0DE}" type="slidenum">
              <a:rPr lang="en-US" smtClean="0">
                <a:solidFill>
                  <a:prstClr val="black">
                    <a:tint val="75000"/>
                  </a:prstClr>
                </a:solidFill>
              </a:rPr>
              <a:pPr defTabSz="1097280">
                <a:defRPr/>
              </a:pPr>
              <a:t>‹#›</a:t>
            </a:fld>
            <a:endParaRPr lang="en-US">
              <a:solidFill>
                <a:prstClr val="black">
                  <a:tint val="75000"/>
                </a:prstClr>
              </a:solidFill>
            </a:endParaRPr>
          </a:p>
        </p:txBody>
      </p:sp>
      <p:sp>
        <p:nvSpPr>
          <p:cNvPr id="7" name="Freeform: Shape 6">
            <a:extLst>
              <a:ext uri="{FF2B5EF4-FFF2-40B4-BE49-F238E27FC236}">
                <a16:creationId xmlns:a16="http://schemas.microsoft.com/office/drawing/2014/main" id="{23DA7759-3209-4FE2-96D1-4EEDD81E9EA0}"/>
              </a:ext>
            </a:extLst>
          </p:cNvPr>
          <p:cNvSpPr/>
          <p:nvPr/>
        </p:nvSpPr>
        <p:spPr>
          <a:xfrm>
            <a:off x="12593319" y="2"/>
            <a:ext cx="1019194" cy="429202"/>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41460DAD-8769-4C9F-9C8C-BB0443909D76}"/>
              </a:ext>
            </a:extLst>
          </p:cNvPr>
          <p:cNvSpPr/>
          <p:nvPr/>
        </p:nvSpPr>
        <p:spPr>
          <a:xfrm flipH="1">
            <a:off x="148244" y="6861487"/>
            <a:ext cx="2125931" cy="1368114"/>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Picture 8" descr="Logo  Description automatically generated">
            <a:extLst>
              <a:ext uri="{FF2B5EF4-FFF2-40B4-BE49-F238E27FC236}">
                <a16:creationId xmlns:a16="http://schemas.microsoft.com/office/drawing/2014/main" id="{9E5919BF-BCFB-D7D2-4275-4DB20EECC9E7}"/>
              </a:ext>
            </a:extLst>
          </p:cNvPr>
          <p:cNvPicPr>
            <a:picLocks noChangeAspect="1"/>
          </p:cNvPicPr>
          <p:nvPr/>
        </p:nvPicPr>
        <p:blipFill>
          <a:blip r:embed="rId2"/>
          <a:stretch>
            <a:fillRect/>
          </a:stretch>
        </p:blipFill>
        <p:spPr>
          <a:xfrm>
            <a:off x="12124814" y="390192"/>
            <a:ext cx="1964135" cy="914402"/>
          </a:xfrm>
          <a:prstGeom prst="rect">
            <a:avLst/>
          </a:prstGeom>
        </p:spPr>
      </p:pic>
    </p:spTree>
    <p:extLst>
      <p:ext uri="{BB962C8B-B14F-4D97-AF65-F5344CB8AC3E}">
        <p14:creationId xmlns:p14="http://schemas.microsoft.com/office/powerpoint/2010/main" val="3372554710"/>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and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lvl1pPr>
              <a:defRPr>
                <a:latin typeface="+mn-lt"/>
              </a:defRPr>
            </a:lvl1pPr>
          </a:lstStyle>
          <a:p>
            <a:pPr defTabSz="1097280">
              <a:defRPr/>
            </a:pPr>
            <a:r>
              <a:rPr lang="en-GB">
                <a:solidFill>
                  <a:prstClr val="black">
                    <a:tint val="75000"/>
                  </a:prstClr>
                </a:solidFill>
              </a:rPr>
              <a:t>TuSpeaking 2023,  All rights reserved</a:t>
            </a:r>
            <a:endParaRPr lang="en-US">
              <a:solidFill>
                <a:prstClr val="black">
                  <a:tint val="75000"/>
                </a:prstClr>
              </a:solidFill>
            </a:endParaRP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lvl1pPr>
              <a:defRPr>
                <a:latin typeface="+mn-lt"/>
              </a:defRPr>
            </a:lvl1pPr>
          </a:lstStyle>
          <a:p>
            <a:pPr defTabSz="1097280">
              <a:defRPr/>
            </a:pPr>
            <a:r>
              <a:rPr lang="en-GB">
                <a:solidFill>
                  <a:prstClr val="black">
                    <a:tint val="75000"/>
                  </a:prstClr>
                </a:solidFill>
              </a:rPr>
              <a:t>Personal information 1</a:t>
            </a:r>
            <a:endParaRPr lang="en-US">
              <a:solidFill>
                <a:prstClr val="black">
                  <a:tint val="75000"/>
                </a:prstClr>
              </a:solidFill>
            </a:endParaRP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lvl1pPr>
              <a:defRPr>
                <a:latin typeface="+mn-lt"/>
              </a:defRPr>
            </a:lvl1pPr>
          </a:lstStyle>
          <a:p>
            <a:pPr defTabSz="1097280">
              <a:defRPr/>
            </a:pPr>
            <a:fld id="{D76B855D-E9CC-4FF8-AD85-6CDC7B89A0DE}" type="slidenum">
              <a:rPr lang="en-US" smtClean="0">
                <a:solidFill>
                  <a:prstClr val="black">
                    <a:tint val="75000"/>
                  </a:prstClr>
                </a:solidFill>
              </a:rPr>
              <a:pPr defTabSz="1097280">
                <a:defRPr/>
              </a:pPr>
              <a:t>‹#›</a:t>
            </a:fld>
            <a:endParaRPr lang="en-US">
              <a:solidFill>
                <a:prstClr val="black">
                  <a:tint val="75000"/>
                </a:prstClr>
              </a:solidFill>
            </a:endParaRPr>
          </a:p>
        </p:txBody>
      </p:sp>
      <p:sp>
        <p:nvSpPr>
          <p:cNvPr id="6" name="Freeform: Shape 5">
            <a:extLst>
              <a:ext uri="{FF2B5EF4-FFF2-40B4-BE49-F238E27FC236}">
                <a16:creationId xmlns:a16="http://schemas.microsoft.com/office/drawing/2014/main" id="{DC13EF9C-0B5A-4364-91AA-E5DD5B536E54}"/>
              </a:ext>
            </a:extLst>
          </p:cNvPr>
          <p:cNvSpPr/>
          <p:nvPr/>
        </p:nvSpPr>
        <p:spPr>
          <a:xfrm rot="16200000">
            <a:off x="-466719" y="5809433"/>
            <a:ext cx="2084881" cy="1151443"/>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Freeform: Shape 6">
            <a:extLst>
              <a:ext uri="{FF2B5EF4-FFF2-40B4-BE49-F238E27FC236}">
                <a16:creationId xmlns:a16="http://schemas.microsoft.com/office/drawing/2014/main" id="{8F674475-6327-490A-BD7F-084F5C07F2E4}"/>
              </a:ext>
            </a:extLst>
          </p:cNvPr>
          <p:cNvSpPr/>
          <p:nvPr/>
        </p:nvSpPr>
        <p:spPr>
          <a:xfrm>
            <a:off x="12593319" y="2"/>
            <a:ext cx="1019194" cy="429202"/>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1005840" y="2293315"/>
            <a:ext cx="12618720" cy="46316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descr="Logo  Description automatically generated">
            <a:extLst>
              <a:ext uri="{FF2B5EF4-FFF2-40B4-BE49-F238E27FC236}">
                <a16:creationId xmlns:a16="http://schemas.microsoft.com/office/drawing/2014/main" id="{9FDA2D69-3D2E-7CC9-65E2-48E1AF036011}"/>
              </a:ext>
            </a:extLst>
          </p:cNvPr>
          <p:cNvPicPr>
            <a:picLocks noChangeAspect="1"/>
          </p:cNvPicPr>
          <p:nvPr/>
        </p:nvPicPr>
        <p:blipFill>
          <a:blip r:embed="rId2"/>
          <a:stretch>
            <a:fillRect/>
          </a:stretch>
        </p:blipFill>
        <p:spPr>
          <a:xfrm>
            <a:off x="12124814" y="390192"/>
            <a:ext cx="1964135" cy="914402"/>
          </a:xfrm>
          <a:prstGeom prst="rect">
            <a:avLst/>
          </a:prstGeom>
        </p:spPr>
      </p:pic>
    </p:spTree>
    <p:extLst>
      <p:ext uri="{BB962C8B-B14F-4D97-AF65-F5344CB8AC3E}">
        <p14:creationId xmlns:p14="http://schemas.microsoft.com/office/powerpoint/2010/main" val="3049511882"/>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Quote slide with picture">
    <p:bg>
      <p:bgPr>
        <a:solidFill>
          <a:schemeClr val="tx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63E3FD7E-C80A-4707-A8E9-4134DF91F3FF}"/>
              </a:ext>
            </a:extLst>
          </p:cNvPr>
          <p:cNvSpPr>
            <a:spLocks noGrp="1"/>
          </p:cNvSpPr>
          <p:nvPr>
            <p:ph type="pic" sz="quarter" idx="10"/>
          </p:nvPr>
        </p:nvSpPr>
        <p:spPr>
          <a:xfrm>
            <a:off x="0" y="1"/>
            <a:ext cx="14630400" cy="8229600"/>
          </a:xfrm>
        </p:spPr>
        <p:txBody>
          <a:bodyPr/>
          <a:lstStyle>
            <a:lvl1pPr>
              <a:buNone/>
              <a:defRPr>
                <a:solidFill>
                  <a:schemeClr val="bg1"/>
                </a:solidFill>
              </a:defRPr>
            </a:lvl1pPr>
          </a:lstStyle>
          <a:p>
            <a:r>
              <a:rPr lang="en-US"/>
              <a:t>Click icon to add picture</a:t>
            </a:r>
          </a:p>
        </p:txBody>
      </p:sp>
      <p:sp>
        <p:nvSpPr>
          <p:cNvPr id="10" name="Title 9">
            <a:extLst>
              <a:ext uri="{FF2B5EF4-FFF2-40B4-BE49-F238E27FC236}">
                <a16:creationId xmlns:a16="http://schemas.microsoft.com/office/drawing/2014/main" id="{10EC23F5-CD2E-4207-A4E6-73BDFF74D868}"/>
              </a:ext>
            </a:extLst>
          </p:cNvPr>
          <p:cNvSpPr>
            <a:spLocks noGrp="1"/>
          </p:cNvSpPr>
          <p:nvPr>
            <p:ph type="title"/>
          </p:nvPr>
        </p:nvSpPr>
        <p:spPr>
          <a:xfrm>
            <a:off x="3733800" y="444720"/>
            <a:ext cx="7108610" cy="7108610"/>
          </a:xfrm>
          <a:custGeom>
            <a:avLst/>
            <a:gdLst>
              <a:gd name="connsiteX0" fmla="*/ 2961921 w 5923842"/>
              <a:gd name="connsiteY0" fmla="*/ 0 h 5923842"/>
              <a:gd name="connsiteX1" fmla="*/ 5923842 w 5923842"/>
              <a:gd name="connsiteY1" fmla="*/ 2961921 h 5923842"/>
              <a:gd name="connsiteX2" fmla="*/ 2961921 w 5923842"/>
              <a:gd name="connsiteY2" fmla="*/ 5923842 h 5923842"/>
              <a:gd name="connsiteX3" fmla="*/ 0 w 5923842"/>
              <a:gd name="connsiteY3" fmla="*/ 2961921 h 5923842"/>
              <a:gd name="connsiteX4" fmla="*/ 2961921 w 5923842"/>
              <a:gd name="connsiteY4" fmla="*/ 0 h 59238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23842" h="5923842">
                <a:moveTo>
                  <a:pt x="2961921" y="0"/>
                </a:moveTo>
                <a:cubicBezTo>
                  <a:pt x="4597745" y="0"/>
                  <a:pt x="5923842" y="1326097"/>
                  <a:pt x="5923842" y="2961921"/>
                </a:cubicBezTo>
                <a:cubicBezTo>
                  <a:pt x="5923842" y="4597745"/>
                  <a:pt x="4597745" y="5923842"/>
                  <a:pt x="2961921" y="5923842"/>
                </a:cubicBezTo>
                <a:cubicBezTo>
                  <a:pt x="1326097" y="5923842"/>
                  <a:pt x="0" y="4597745"/>
                  <a:pt x="0" y="2961921"/>
                </a:cubicBezTo>
                <a:cubicBezTo>
                  <a:pt x="0" y="1326097"/>
                  <a:pt x="1326097" y="0"/>
                  <a:pt x="2961921" y="0"/>
                </a:cubicBezTo>
                <a:close/>
              </a:path>
            </a:pathLst>
          </a:custGeom>
          <a:solidFill>
            <a:schemeClr val="bg1">
              <a:alpha val="95000"/>
            </a:schemeClr>
          </a:solidFill>
        </p:spPr>
        <p:txBody>
          <a:bodyPr wrap="square" lIns="457200" rIns="457200" bIns="2331720" anchor="b" anchorCtr="0">
            <a:noAutofit/>
          </a:bodyPr>
          <a:lstStyle>
            <a:lvl1pPr algn="ctr">
              <a:defRPr sz="4800">
                <a:solidFill>
                  <a:schemeClr val="tx1"/>
                </a:solidFill>
              </a:defRPr>
            </a:lvl1pPr>
          </a:lstStyle>
          <a:p>
            <a:r>
              <a:rPr lang="en-US"/>
              <a:t>Click to edit Master title style</a:t>
            </a:r>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4290365" y="5255971"/>
            <a:ext cx="6046013" cy="855878"/>
          </a:xfrm>
        </p:spPr>
        <p:txBody>
          <a:bodyPr/>
          <a:lstStyle>
            <a:lvl1pPr marL="0" indent="0" algn="ctr">
              <a:buNone/>
              <a:defRPr sz="2880">
                <a:solidFill>
                  <a:schemeClr val="tx1"/>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11" name="Date Placeholder 10">
            <a:extLst>
              <a:ext uri="{FF2B5EF4-FFF2-40B4-BE49-F238E27FC236}">
                <a16:creationId xmlns:a16="http://schemas.microsoft.com/office/drawing/2014/main" id="{6B76FE53-FB67-4871-8485-71BAAFD7D1BF}"/>
              </a:ext>
            </a:extLst>
          </p:cNvPr>
          <p:cNvSpPr>
            <a:spLocks noGrp="1"/>
          </p:cNvSpPr>
          <p:nvPr>
            <p:ph type="dt" sz="half" idx="11"/>
          </p:nvPr>
        </p:nvSpPr>
        <p:spPr/>
        <p:txBody>
          <a:bodyPr/>
          <a:lstStyle>
            <a:lvl1pPr>
              <a:defRPr>
                <a:solidFill>
                  <a:schemeClr val="bg1"/>
                </a:solidFill>
                <a:latin typeface="+mn-lt"/>
              </a:defRPr>
            </a:lvl1pPr>
          </a:lstStyle>
          <a:p>
            <a:pPr defTabSz="1097280">
              <a:defRPr/>
            </a:pPr>
            <a:r>
              <a:rPr lang="en-GB">
                <a:solidFill>
                  <a:prstClr val="white"/>
                </a:solidFill>
              </a:rPr>
              <a:t>TuSpeaking 2023,  All rights reserved</a:t>
            </a:r>
            <a:endParaRPr lang="en-US">
              <a:solidFill>
                <a:prstClr val="white"/>
              </a:solidFill>
            </a:endParaRPr>
          </a:p>
        </p:txBody>
      </p:sp>
      <p:sp>
        <p:nvSpPr>
          <p:cNvPr id="12" name="Footer Placeholder 11">
            <a:extLst>
              <a:ext uri="{FF2B5EF4-FFF2-40B4-BE49-F238E27FC236}">
                <a16:creationId xmlns:a16="http://schemas.microsoft.com/office/drawing/2014/main" id="{AD26FED4-1CE2-444B-A77E-EB3CB505AF19}"/>
              </a:ext>
            </a:extLst>
          </p:cNvPr>
          <p:cNvSpPr>
            <a:spLocks noGrp="1"/>
          </p:cNvSpPr>
          <p:nvPr>
            <p:ph type="ftr" sz="quarter" idx="12"/>
          </p:nvPr>
        </p:nvSpPr>
        <p:spPr/>
        <p:txBody>
          <a:bodyPr/>
          <a:lstStyle>
            <a:lvl1pPr>
              <a:defRPr>
                <a:solidFill>
                  <a:schemeClr val="bg1"/>
                </a:solidFill>
                <a:latin typeface="+mn-lt"/>
              </a:defRPr>
            </a:lvl1pPr>
          </a:lstStyle>
          <a:p>
            <a:pPr defTabSz="1097280">
              <a:defRPr/>
            </a:pPr>
            <a:r>
              <a:rPr lang="en-GB">
                <a:solidFill>
                  <a:prstClr val="white"/>
                </a:solidFill>
              </a:rPr>
              <a:t>Personal information 1</a:t>
            </a:r>
            <a:endParaRPr lang="en-US">
              <a:solidFill>
                <a:prstClr val="white"/>
              </a:solidFill>
            </a:endParaRPr>
          </a:p>
        </p:txBody>
      </p:sp>
      <p:sp>
        <p:nvSpPr>
          <p:cNvPr id="13" name="Slide Number Placeholder 12">
            <a:extLst>
              <a:ext uri="{FF2B5EF4-FFF2-40B4-BE49-F238E27FC236}">
                <a16:creationId xmlns:a16="http://schemas.microsoft.com/office/drawing/2014/main" id="{28FD25AA-10CC-48D8-9577-257871107B9A}"/>
              </a:ext>
            </a:extLst>
          </p:cNvPr>
          <p:cNvSpPr>
            <a:spLocks noGrp="1"/>
          </p:cNvSpPr>
          <p:nvPr>
            <p:ph type="sldNum" sz="quarter" idx="13"/>
          </p:nvPr>
        </p:nvSpPr>
        <p:spPr/>
        <p:txBody>
          <a:bodyPr/>
          <a:lstStyle>
            <a:lvl1pPr>
              <a:defRPr>
                <a:solidFill>
                  <a:schemeClr val="bg1"/>
                </a:solidFill>
                <a:latin typeface="+mn-lt"/>
              </a:defRPr>
            </a:lvl1pPr>
          </a:lstStyle>
          <a:p>
            <a:pPr defTabSz="1097280">
              <a:defRPr/>
            </a:pPr>
            <a:fld id="{D76B855D-E9CC-4FF8-AD85-6CDC7B89A0DE}" type="slidenum">
              <a:rPr lang="en-US" smtClean="0">
                <a:solidFill>
                  <a:prstClr val="white"/>
                </a:solidFill>
              </a:rPr>
              <a:pPr defTabSz="1097280">
                <a:defRPr/>
              </a:pPr>
              <a:t>‹#›</a:t>
            </a:fld>
            <a:endParaRPr lang="en-US">
              <a:solidFill>
                <a:prstClr val="white"/>
              </a:solidFill>
            </a:endParaRPr>
          </a:p>
        </p:txBody>
      </p:sp>
    </p:spTree>
    <p:extLst>
      <p:ext uri="{BB962C8B-B14F-4D97-AF65-F5344CB8AC3E}">
        <p14:creationId xmlns:p14="http://schemas.microsoft.com/office/powerpoint/2010/main" val="304470682"/>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BFD05-2CB2-4A7E-89E7-57615BA82B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9532B8-D460-476D-816F-725E8D96C0A4}"/>
              </a:ext>
            </a:extLst>
          </p:cNvPr>
          <p:cNvSpPr>
            <a:spLocks noGrp="1"/>
          </p:cNvSpPr>
          <p:nvPr>
            <p:ph sz="half" idx="1"/>
          </p:nvPr>
        </p:nvSpPr>
        <p:spPr>
          <a:xfrm>
            <a:off x="10058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F7120F-70AF-4ED5-B364-3AA55C6B44B6}"/>
              </a:ext>
            </a:extLst>
          </p:cNvPr>
          <p:cNvSpPr>
            <a:spLocks noGrp="1"/>
          </p:cNvSpPr>
          <p:nvPr>
            <p:ph sz="half" idx="2"/>
          </p:nvPr>
        </p:nvSpPr>
        <p:spPr>
          <a:xfrm>
            <a:off x="74066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D8B65F-F709-469F-9961-4D01896CAA12}"/>
              </a:ext>
            </a:extLst>
          </p:cNvPr>
          <p:cNvSpPr>
            <a:spLocks noGrp="1"/>
          </p:cNvSpPr>
          <p:nvPr>
            <p:ph type="dt" sz="half" idx="10"/>
          </p:nvPr>
        </p:nvSpPr>
        <p:spPr/>
        <p:txBody>
          <a:bodyPr/>
          <a:lstStyle>
            <a:lvl1pPr>
              <a:defRPr>
                <a:latin typeface="+mn-lt"/>
              </a:defRPr>
            </a:lvl1pPr>
          </a:lstStyle>
          <a:p>
            <a:pPr defTabSz="1097280">
              <a:defRPr/>
            </a:pPr>
            <a:r>
              <a:rPr lang="en-GB">
                <a:solidFill>
                  <a:prstClr val="black">
                    <a:tint val="75000"/>
                  </a:prstClr>
                </a:solidFill>
              </a:rPr>
              <a:t>TuSpeaking 2023,  All rights reserved</a:t>
            </a:r>
            <a:endParaRPr lang="en-US">
              <a:solidFill>
                <a:prstClr val="black">
                  <a:tint val="75000"/>
                </a:prstClr>
              </a:solidFill>
            </a:endParaRPr>
          </a:p>
        </p:txBody>
      </p:sp>
      <p:sp>
        <p:nvSpPr>
          <p:cNvPr id="6" name="Footer Placeholder 5">
            <a:extLst>
              <a:ext uri="{FF2B5EF4-FFF2-40B4-BE49-F238E27FC236}">
                <a16:creationId xmlns:a16="http://schemas.microsoft.com/office/drawing/2014/main" id="{B781C6BC-B23D-48BC-AD44-654DDB8D0122}"/>
              </a:ext>
            </a:extLst>
          </p:cNvPr>
          <p:cNvSpPr>
            <a:spLocks noGrp="1"/>
          </p:cNvSpPr>
          <p:nvPr>
            <p:ph type="ftr" sz="quarter" idx="11"/>
          </p:nvPr>
        </p:nvSpPr>
        <p:spPr/>
        <p:txBody>
          <a:bodyPr/>
          <a:lstStyle>
            <a:lvl1pPr>
              <a:defRPr>
                <a:latin typeface="+mn-lt"/>
              </a:defRPr>
            </a:lvl1pPr>
          </a:lstStyle>
          <a:p>
            <a:pPr defTabSz="1097280">
              <a:defRPr/>
            </a:pPr>
            <a:r>
              <a:rPr lang="en-GB">
                <a:solidFill>
                  <a:prstClr val="black">
                    <a:tint val="75000"/>
                  </a:prstClr>
                </a:solidFill>
              </a:rPr>
              <a:t>Personal information 1</a:t>
            </a:r>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6100D60B-86A1-479D-BCE8-06D2C3DBC94E}"/>
              </a:ext>
            </a:extLst>
          </p:cNvPr>
          <p:cNvSpPr>
            <a:spLocks noGrp="1"/>
          </p:cNvSpPr>
          <p:nvPr>
            <p:ph type="sldNum" sz="quarter" idx="12"/>
          </p:nvPr>
        </p:nvSpPr>
        <p:spPr/>
        <p:txBody>
          <a:bodyPr/>
          <a:lstStyle>
            <a:lvl1pPr>
              <a:defRPr>
                <a:latin typeface="+mn-lt"/>
              </a:defRPr>
            </a:lvl1pPr>
          </a:lstStyle>
          <a:p>
            <a:pPr defTabSz="1097280">
              <a:defRPr/>
            </a:pPr>
            <a:fld id="{D76B855D-E9CC-4FF8-AD85-6CDC7B89A0DE}" type="slidenum">
              <a:rPr lang="en-US" smtClean="0">
                <a:solidFill>
                  <a:prstClr val="black">
                    <a:tint val="75000"/>
                  </a:prstClr>
                </a:solidFill>
              </a:rPr>
              <a:pPr defTabSz="1097280">
                <a:defRPr/>
              </a:pPr>
              <a:t>‹#›</a:t>
            </a:fld>
            <a:endParaRPr lang="en-US">
              <a:solidFill>
                <a:prstClr val="black">
                  <a:tint val="75000"/>
                </a:prstClr>
              </a:solidFill>
            </a:endParaRPr>
          </a:p>
        </p:txBody>
      </p:sp>
      <p:sp>
        <p:nvSpPr>
          <p:cNvPr id="8" name="Freeform: Shape 7">
            <a:extLst>
              <a:ext uri="{FF2B5EF4-FFF2-40B4-BE49-F238E27FC236}">
                <a16:creationId xmlns:a16="http://schemas.microsoft.com/office/drawing/2014/main" id="{B4EC5136-99DA-40B5-8F79-5C3A56D38BA1}"/>
              </a:ext>
            </a:extLst>
          </p:cNvPr>
          <p:cNvSpPr/>
          <p:nvPr/>
        </p:nvSpPr>
        <p:spPr>
          <a:xfrm rot="16200000">
            <a:off x="-466719" y="5809433"/>
            <a:ext cx="2084881" cy="1151443"/>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4F8FB775-26C4-41BA-837C-4478D48D2157}"/>
              </a:ext>
            </a:extLst>
          </p:cNvPr>
          <p:cNvSpPr/>
          <p:nvPr/>
        </p:nvSpPr>
        <p:spPr>
          <a:xfrm>
            <a:off x="12593319" y="2"/>
            <a:ext cx="1019194" cy="429202"/>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9" descr="Logo  Description automatically generated">
            <a:extLst>
              <a:ext uri="{FF2B5EF4-FFF2-40B4-BE49-F238E27FC236}">
                <a16:creationId xmlns:a16="http://schemas.microsoft.com/office/drawing/2014/main" id="{D6941D18-88EA-EE13-DA04-12834369CE40}"/>
              </a:ext>
            </a:extLst>
          </p:cNvPr>
          <p:cNvPicPr>
            <a:picLocks noChangeAspect="1"/>
          </p:cNvPicPr>
          <p:nvPr/>
        </p:nvPicPr>
        <p:blipFill>
          <a:blip r:embed="rId2"/>
          <a:stretch>
            <a:fillRect/>
          </a:stretch>
        </p:blipFill>
        <p:spPr>
          <a:xfrm>
            <a:off x="12124814" y="390192"/>
            <a:ext cx="1964135" cy="914402"/>
          </a:xfrm>
          <a:prstGeom prst="rect">
            <a:avLst/>
          </a:prstGeom>
        </p:spPr>
      </p:pic>
    </p:spTree>
    <p:extLst>
      <p:ext uri="{BB962C8B-B14F-4D97-AF65-F5344CB8AC3E}">
        <p14:creationId xmlns:p14="http://schemas.microsoft.com/office/powerpoint/2010/main" val="1189237862"/>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1007746" y="438150"/>
            <a:ext cx="12618720" cy="1590676"/>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1007746" y="3006090"/>
            <a:ext cx="6189344" cy="4421506"/>
          </a:xfrm>
        </p:spPr>
        <p:txBody>
          <a:bodyPr>
            <a:normAutofit/>
          </a:bodyPr>
          <a:lstStyle>
            <a:lvl1pPr>
              <a:defRPr sz="2880"/>
            </a:lvl1pPr>
            <a:lvl2pPr>
              <a:defRPr sz="2400"/>
            </a:lvl2pPr>
            <a:lvl3pPr>
              <a:defRPr sz="2160"/>
            </a:lvl3pPr>
            <a:lvl4pPr>
              <a:defRPr sz="1920"/>
            </a:lvl4pPr>
            <a:lvl5pPr>
              <a:defRPr sz="192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7406640" y="3006090"/>
            <a:ext cx="6219826" cy="4421506"/>
          </a:xfrm>
        </p:spPr>
        <p:txBody>
          <a:bodyPr>
            <a:normAutofit/>
          </a:bodyPr>
          <a:lstStyle>
            <a:lvl1pPr>
              <a:defRPr sz="2880"/>
            </a:lvl1pPr>
            <a:lvl2pPr>
              <a:defRPr sz="2400"/>
            </a:lvl2pPr>
            <a:lvl3pPr>
              <a:defRPr sz="2160"/>
            </a:lvl3pPr>
            <a:lvl4pPr>
              <a:defRPr sz="1920"/>
            </a:lvl4pPr>
            <a:lvl5pPr>
              <a:defRPr sz="192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lvl1pPr>
              <a:defRPr>
                <a:latin typeface="+mn-lt"/>
              </a:defRPr>
            </a:lvl1pPr>
          </a:lstStyle>
          <a:p>
            <a:pPr defTabSz="1097280">
              <a:defRPr/>
            </a:pPr>
            <a:r>
              <a:rPr lang="en-GB">
                <a:solidFill>
                  <a:prstClr val="black">
                    <a:tint val="75000"/>
                  </a:prstClr>
                </a:solidFill>
              </a:rPr>
              <a:t>TuSpeaking 2023,  All rights reserved</a:t>
            </a:r>
            <a:endParaRPr lang="en-US">
              <a:solidFill>
                <a:prstClr val="black">
                  <a:tint val="75000"/>
                </a:prstClr>
              </a:solidFill>
            </a:endParaRPr>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lvl1pPr>
              <a:defRPr>
                <a:latin typeface="+mn-lt"/>
              </a:defRPr>
            </a:lvl1pPr>
          </a:lstStyle>
          <a:p>
            <a:pPr defTabSz="1097280">
              <a:defRPr/>
            </a:pPr>
            <a:r>
              <a:rPr lang="en-GB">
                <a:solidFill>
                  <a:prstClr val="black">
                    <a:tint val="75000"/>
                  </a:prstClr>
                </a:solidFill>
              </a:rPr>
              <a:t>Personal information 1</a:t>
            </a:r>
            <a:endParaRPr lang="en-US">
              <a:solidFill>
                <a:prstClr val="black">
                  <a:tint val="75000"/>
                </a:prstClr>
              </a:solidFill>
            </a:endParaRPr>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lvl1pPr>
              <a:defRPr>
                <a:latin typeface="+mn-lt"/>
              </a:defRPr>
            </a:lvl1pPr>
          </a:lstStyle>
          <a:p>
            <a:pPr defTabSz="1097280">
              <a:defRPr/>
            </a:pPr>
            <a:fld id="{D76B855D-E9CC-4FF8-AD85-6CDC7B89A0DE}" type="slidenum">
              <a:rPr lang="en-US" smtClean="0">
                <a:solidFill>
                  <a:prstClr val="black">
                    <a:tint val="75000"/>
                  </a:prstClr>
                </a:solidFill>
              </a:rPr>
              <a:pPr defTabSz="1097280">
                <a:defRPr/>
              </a:pPr>
              <a:t>‹#›</a:t>
            </a:fld>
            <a:endParaRPr lang="en-US">
              <a:solidFill>
                <a:prstClr val="black">
                  <a:tint val="75000"/>
                </a:prstClr>
              </a:solidFill>
            </a:endParaRPr>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466719" y="5809433"/>
            <a:ext cx="2084881" cy="1151443"/>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12593319" y="2"/>
            <a:ext cx="1019194" cy="429202"/>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2" name="Picture 11" descr="Logo  Description automatically generated">
            <a:extLst>
              <a:ext uri="{FF2B5EF4-FFF2-40B4-BE49-F238E27FC236}">
                <a16:creationId xmlns:a16="http://schemas.microsoft.com/office/drawing/2014/main" id="{59CDC33D-E4B8-82EA-FCC7-0F88F8DA1A2D}"/>
              </a:ext>
            </a:extLst>
          </p:cNvPr>
          <p:cNvPicPr>
            <a:picLocks noChangeAspect="1"/>
          </p:cNvPicPr>
          <p:nvPr/>
        </p:nvPicPr>
        <p:blipFill>
          <a:blip r:embed="rId2"/>
          <a:stretch>
            <a:fillRect/>
          </a:stretch>
        </p:blipFill>
        <p:spPr>
          <a:xfrm>
            <a:off x="12124814" y="390192"/>
            <a:ext cx="1964135" cy="914402"/>
          </a:xfrm>
          <a:prstGeom prst="rect">
            <a:avLst/>
          </a:prstGeom>
        </p:spPr>
      </p:pic>
    </p:spTree>
    <p:extLst>
      <p:ext uri="{BB962C8B-B14F-4D97-AF65-F5344CB8AC3E}">
        <p14:creationId xmlns:p14="http://schemas.microsoft.com/office/powerpoint/2010/main" val="751479567"/>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1007746" y="438150"/>
            <a:ext cx="12618720" cy="1590676"/>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1007746" y="2017396"/>
            <a:ext cx="3950208"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1007746" y="3006090"/>
            <a:ext cx="3950208" cy="4421506"/>
          </a:xfrm>
        </p:spPr>
        <p:txBody>
          <a:bodyPr>
            <a:normAutofit/>
          </a:bodyPr>
          <a:lstStyle>
            <a:lvl1pPr>
              <a:defRPr sz="2400"/>
            </a:lvl1pPr>
            <a:lvl2pPr>
              <a:defRPr sz="2160"/>
            </a:lvl2pPr>
            <a:lvl3pPr>
              <a:defRPr sz="1920"/>
            </a:lvl3pPr>
            <a:lvl4pPr>
              <a:defRPr sz="1680"/>
            </a:lvl4pPr>
            <a:lvl5pPr>
              <a:defRPr sz="168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5343754" y="2017396"/>
            <a:ext cx="3950208"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5343754" y="3006090"/>
            <a:ext cx="3950208" cy="4421506"/>
          </a:xfrm>
        </p:spPr>
        <p:txBody>
          <a:bodyPr>
            <a:normAutofit/>
          </a:bodyPr>
          <a:lstStyle>
            <a:lvl1pPr>
              <a:defRPr sz="2400"/>
            </a:lvl1pPr>
            <a:lvl2pPr>
              <a:defRPr sz="2160"/>
            </a:lvl2pPr>
            <a:lvl3pPr>
              <a:defRPr sz="1920"/>
            </a:lvl3pPr>
            <a:lvl4pPr>
              <a:defRPr sz="1680"/>
            </a:lvl4pPr>
            <a:lvl5pPr>
              <a:defRPr sz="168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lvl1pPr>
              <a:defRPr>
                <a:latin typeface="+mn-lt"/>
              </a:defRPr>
            </a:lvl1pPr>
          </a:lstStyle>
          <a:p>
            <a:pPr defTabSz="1097280">
              <a:defRPr/>
            </a:pPr>
            <a:r>
              <a:rPr lang="en-GB">
                <a:solidFill>
                  <a:prstClr val="black">
                    <a:tint val="75000"/>
                  </a:prstClr>
                </a:solidFill>
              </a:rPr>
              <a:t>TuSpeaking 2023,  All rights reserved</a:t>
            </a:r>
            <a:endParaRPr lang="en-US">
              <a:solidFill>
                <a:prstClr val="black">
                  <a:tint val="75000"/>
                </a:prstClr>
              </a:solidFill>
            </a:endParaRPr>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lvl1pPr>
              <a:defRPr>
                <a:latin typeface="+mn-lt"/>
              </a:defRPr>
            </a:lvl1pPr>
          </a:lstStyle>
          <a:p>
            <a:pPr defTabSz="1097280">
              <a:defRPr/>
            </a:pPr>
            <a:r>
              <a:rPr lang="en-GB">
                <a:solidFill>
                  <a:prstClr val="black">
                    <a:tint val="75000"/>
                  </a:prstClr>
                </a:solidFill>
              </a:rPr>
              <a:t>Personal information 1</a:t>
            </a:r>
            <a:endParaRPr lang="en-US">
              <a:solidFill>
                <a:prstClr val="black">
                  <a:tint val="75000"/>
                </a:prstClr>
              </a:solidFill>
            </a:endParaRPr>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lvl1pPr>
              <a:defRPr>
                <a:latin typeface="+mn-lt"/>
              </a:defRPr>
            </a:lvl1pPr>
          </a:lstStyle>
          <a:p>
            <a:pPr defTabSz="1097280">
              <a:defRPr/>
            </a:pPr>
            <a:fld id="{D76B855D-E9CC-4FF8-AD85-6CDC7B89A0DE}" type="slidenum">
              <a:rPr lang="en-US" smtClean="0">
                <a:solidFill>
                  <a:prstClr val="black">
                    <a:tint val="75000"/>
                  </a:prstClr>
                </a:solidFill>
              </a:rPr>
              <a:pPr defTabSz="1097280">
                <a:defRPr/>
              </a:pPr>
              <a:t>‹#›</a:t>
            </a:fld>
            <a:endParaRPr lang="en-US">
              <a:solidFill>
                <a:prstClr val="black">
                  <a:tint val="75000"/>
                </a:prstClr>
              </a:solidFill>
            </a:endParaRPr>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466719" y="5809433"/>
            <a:ext cx="2084881" cy="1151443"/>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12593319" y="2"/>
            <a:ext cx="1019194" cy="429202"/>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 Placeholder 4">
            <a:extLst>
              <a:ext uri="{FF2B5EF4-FFF2-40B4-BE49-F238E27FC236}">
                <a16:creationId xmlns:a16="http://schemas.microsoft.com/office/drawing/2014/main" id="{ACF5677B-E56F-4452-ADDC-DA0E20A955EC}"/>
              </a:ext>
            </a:extLst>
          </p:cNvPr>
          <p:cNvSpPr>
            <a:spLocks noGrp="1"/>
          </p:cNvSpPr>
          <p:nvPr>
            <p:ph type="body" sz="quarter" idx="13"/>
          </p:nvPr>
        </p:nvSpPr>
        <p:spPr>
          <a:xfrm>
            <a:off x="9678010" y="2017396"/>
            <a:ext cx="3950208"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13" name="Content Placeholder 5">
            <a:extLst>
              <a:ext uri="{FF2B5EF4-FFF2-40B4-BE49-F238E27FC236}">
                <a16:creationId xmlns:a16="http://schemas.microsoft.com/office/drawing/2014/main" id="{865D9C09-AB3B-40EB-B1DA-9C6D72343451}"/>
              </a:ext>
            </a:extLst>
          </p:cNvPr>
          <p:cNvSpPr>
            <a:spLocks noGrp="1"/>
          </p:cNvSpPr>
          <p:nvPr>
            <p:ph sz="quarter" idx="14"/>
          </p:nvPr>
        </p:nvSpPr>
        <p:spPr>
          <a:xfrm>
            <a:off x="9678010" y="3006090"/>
            <a:ext cx="3950208" cy="4421506"/>
          </a:xfrm>
        </p:spPr>
        <p:txBody>
          <a:bodyPr>
            <a:normAutofit/>
          </a:bodyPr>
          <a:lstStyle>
            <a:lvl1pPr>
              <a:defRPr sz="2400"/>
            </a:lvl1pPr>
            <a:lvl2pPr>
              <a:defRPr sz="2160"/>
            </a:lvl2pPr>
            <a:lvl3pPr>
              <a:defRPr sz="1920"/>
            </a:lvl3pPr>
            <a:lvl4pPr>
              <a:defRPr sz="1680"/>
            </a:lvl4pPr>
            <a:lvl5pPr>
              <a:defRPr sz="168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4" name="Picture 13" descr="Logo  Description automatically generated">
            <a:extLst>
              <a:ext uri="{FF2B5EF4-FFF2-40B4-BE49-F238E27FC236}">
                <a16:creationId xmlns:a16="http://schemas.microsoft.com/office/drawing/2014/main" id="{54132E07-6B69-FD48-AF4F-207926113140}"/>
              </a:ext>
            </a:extLst>
          </p:cNvPr>
          <p:cNvPicPr>
            <a:picLocks noChangeAspect="1"/>
          </p:cNvPicPr>
          <p:nvPr/>
        </p:nvPicPr>
        <p:blipFill>
          <a:blip r:embed="rId2"/>
          <a:stretch>
            <a:fillRect/>
          </a:stretch>
        </p:blipFill>
        <p:spPr>
          <a:xfrm>
            <a:off x="12124814" y="390192"/>
            <a:ext cx="1964135" cy="914402"/>
          </a:xfrm>
          <a:prstGeom prst="rect">
            <a:avLst/>
          </a:prstGeom>
        </p:spPr>
      </p:pic>
    </p:spTree>
    <p:extLst>
      <p:ext uri="{BB962C8B-B14F-4D97-AF65-F5344CB8AC3E}">
        <p14:creationId xmlns:p14="http://schemas.microsoft.com/office/powerpoint/2010/main" val="1774489367"/>
      </p:ext>
    </p:extLst>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and Content with 2 medium pictures">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FAA9DFF3-1B49-48A9-BF8A-57DD7D07CFAF}"/>
              </a:ext>
            </a:extLst>
          </p:cNvPr>
          <p:cNvSpPr>
            <a:spLocks noGrp="1"/>
          </p:cNvSpPr>
          <p:nvPr>
            <p:ph type="pic" sz="quarter" idx="14"/>
          </p:nvPr>
        </p:nvSpPr>
        <p:spPr>
          <a:xfrm>
            <a:off x="9481511" y="3273276"/>
            <a:ext cx="5148888" cy="4956325"/>
          </a:xfrm>
          <a:custGeom>
            <a:avLst/>
            <a:gdLst>
              <a:gd name="connsiteX0" fmla="*/ 2503809 w 4290740"/>
              <a:gd name="connsiteY0" fmla="*/ 0 h 4130271"/>
              <a:gd name="connsiteX1" fmla="*/ 4198398 w 4290740"/>
              <a:gd name="connsiteY1" fmla="*/ 660580 h 4130271"/>
              <a:gd name="connsiteX2" fmla="*/ 4290740 w 4290740"/>
              <a:gd name="connsiteY2" fmla="*/ 751285 h 4130271"/>
              <a:gd name="connsiteX3" fmla="*/ 4290740 w 4290740"/>
              <a:gd name="connsiteY3" fmla="*/ 4130271 h 4130271"/>
              <a:gd name="connsiteX4" fmla="*/ 604508 w 4290740"/>
              <a:gd name="connsiteY4" fmla="*/ 4130271 h 4130271"/>
              <a:gd name="connsiteX5" fmla="*/ 461940 w 4290740"/>
              <a:gd name="connsiteY5" fmla="*/ 3953232 h 4130271"/>
              <a:gd name="connsiteX6" fmla="*/ 0 w 4290740"/>
              <a:gd name="connsiteY6" fmla="*/ 2503809 h 4130271"/>
              <a:gd name="connsiteX7" fmla="*/ 2503809 w 4290740"/>
              <a:gd name="connsiteY7" fmla="*/ 0 h 4130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90740" h="4130271">
                <a:moveTo>
                  <a:pt x="2503809" y="0"/>
                </a:moveTo>
                <a:cubicBezTo>
                  <a:pt x="3157405" y="0"/>
                  <a:pt x="3752509" y="250434"/>
                  <a:pt x="4198398" y="660580"/>
                </a:cubicBezTo>
                <a:lnTo>
                  <a:pt x="4290740" y="751285"/>
                </a:lnTo>
                <a:lnTo>
                  <a:pt x="4290740" y="4130271"/>
                </a:lnTo>
                <a:lnTo>
                  <a:pt x="604508" y="4130271"/>
                </a:lnTo>
                <a:lnTo>
                  <a:pt x="461940" y="3953232"/>
                </a:lnTo>
                <a:cubicBezTo>
                  <a:pt x="171051" y="3544183"/>
                  <a:pt x="0" y="3043971"/>
                  <a:pt x="0" y="2503809"/>
                </a:cubicBezTo>
                <a:cubicBezTo>
                  <a:pt x="0" y="1120992"/>
                  <a:pt x="1120992" y="0"/>
                  <a:pt x="2503809" y="0"/>
                </a:cubicBezTo>
                <a:close/>
              </a:path>
            </a:pathLst>
          </a:custGeom>
        </p:spPr>
        <p:txBody>
          <a:bodyPr wrap="square" anchor="ctr">
            <a:noAutofit/>
          </a:bodyPr>
          <a:lstStyle>
            <a:lvl1pPr algn="ctr">
              <a:buNone/>
              <a:defRPr sz="2160"/>
            </a:lvl1pPr>
          </a:lstStyle>
          <a:p>
            <a:r>
              <a:rPr lang="en-US"/>
              <a:t>Click icon to add picture</a:t>
            </a:r>
          </a:p>
        </p:txBody>
      </p:sp>
      <p:sp>
        <p:nvSpPr>
          <p:cNvPr id="21" name="Picture Placeholder 20">
            <a:extLst>
              <a:ext uri="{FF2B5EF4-FFF2-40B4-BE49-F238E27FC236}">
                <a16:creationId xmlns:a16="http://schemas.microsoft.com/office/drawing/2014/main" id="{5CFEFC13-B998-4A6F-A7ED-411E266D288C}"/>
              </a:ext>
            </a:extLst>
          </p:cNvPr>
          <p:cNvSpPr>
            <a:spLocks noGrp="1"/>
          </p:cNvSpPr>
          <p:nvPr>
            <p:ph type="pic" sz="quarter" idx="13"/>
          </p:nvPr>
        </p:nvSpPr>
        <p:spPr>
          <a:xfrm>
            <a:off x="7513932" y="1"/>
            <a:ext cx="4223173" cy="3609491"/>
          </a:xfrm>
          <a:custGeom>
            <a:avLst/>
            <a:gdLst>
              <a:gd name="connsiteX0" fmla="*/ 519779 w 3519311"/>
              <a:gd name="connsiteY0" fmla="*/ 0 h 3007909"/>
              <a:gd name="connsiteX1" fmla="*/ 2999531 w 3519311"/>
              <a:gd name="connsiteY1" fmla="*/ 0 h 3007909"/>
              <a:gd name="connsiteX2" fmla="*/ 3003920 w 3519311"/>
              <a:gd name="connsiteY2" fmla="*/ 3989 h 3007909"/>
              <a:gd name="connsiteX3" fmla="*/ 3519311 w 3519311"/>
              <a:gd name="connsiteY3" fmla="*/ 1248253 h 3007909"/>
              <a:gd name="connsiteX4" fmla="*/ 1759655 w 3519311"/>
              <a:gd name="connsiteY4" fmla="*/ 3007909 h 3007909"/>
              <a:gd name="connsiteX5" fmla="*/ 9084 w 3519311"/>
              <a:gd name="connsiteY5" fmla="*/ 1428168 h 3007909"/>
              <a:gd name="connsiteX6" fmla="*/ 0 w 3519311"/>
              <a:gd name="connsiteY6" fmla="*/ 1248273 h 3007909"/>
              <a:gd name="connsiteX7" fmla="*/ 0 w 3519311"/>
              <a:gd name="connsiteY7" fmla="*/ 1248233 h 3007909"/>
              <a:gd name="connsiteX8" fmla="*/ 9084 w 3519311"/>
              <a:gd name="connsiteY8" fmla="*/ 1068339 h 3007909"/>
              <a:gd name="connsiteX9" fmla="*/ 515391 w 3519311"/>
              <a:gd name="connsiteY9" fmla="*/ 3989 h 3007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19311" h="3007909">
                <a:moveTo>
                  <a:pt x="519779" y="0"/>
                </a:moveTo>
                <a:lnTo>
                  <a:pt x="2999531" y="0"/>
                </a:lnTo>
                <a:lnTo>
                  <a:pt x="3003920" y="3989"/>
                </a:lnTo>
                <a:cubicBezTo>
                  <a:pt x="3322355" y="322424"/>
                  <a:pt x="3519311" y="762338"/>
                  <a:pt x="3519311" y="1248253"/>
                </a:cubicBezTo>
                <a:cubicBezTo>
                  <a:pt x="3519311" y="2220084"/>
                  <a:pt x="2731486" y="3007909"/>
                  <a:pt x="1759655" y="3007909"/>
                </a:cubicBezTo>
                <a:cubicBezTo>
                  <a:pt x="848565" y="3007909"/>
                  <a:pt x="99196" y="2315485"/>
                  <a:pt x="9084" y="1428168"/>
                </a:cubicBezTo>
                <a:lnTo>
                  <a:pt x="0" y="1248273"/>
                </a:lnTo>
                <a:lnTo>
                  <a:pt x="0" y="1248233"/>
                </a:lnTo>
                <a:lnTo>
                  <a:pt x="9084" y="1068339"/>
                </a:lnTo>
                <a:cubicBezTo>
                  <a:pt x="51137" y="654258"/>
                  <a:pt x="236761" y="282620"/>
                  <a:pt x="515391" y="3989"/>
                </a:cubicBezTo>
                <a:close/>
              </a:path>
            </a:pathLst>
          </a:custGeom>
        </p:spPr>
        <p:txBody>
          <a:bodyPr wrap="square" anchor="ctr">
            <a:noAutofit/>
          </a:bodyPr>
          <a:lstStyle>
            <a:lvl1pPr algn="ctr">
              <a:buNone/>
              <a:defRPr sz="2160"/>
            </a:lvl1pPr>
          </a:lstStyle>
          <a:p>
            <a:r>
              <a:rPr lang="en-US"/>
              <a:t>Click icon to add picture</a:t>
            </a:r>
          </a:p>
        </p:txBody>
      </p:sp>
      <p:sp>
        <p:nvSpPr>
          <p:cNvPr id="10" name="Oval 9">
            <a:extLst>
              <a:ext uri="{FF2B5EF4-FFF2-40B4-BE49-F238E27FC236}">
                <a16:creationId xmlns:a16="http://schemas.microsoft.com/office/drawing/2014/main" id="{B7BFFB5A-A05C-4B0C-905C-5884361304B2}"/>
              </a:ext>
            </a:extLst>
          </p:cNvPr>
          <p:cNvSpPr/>
          <p:nvPr/>
        </p:nvSpPr>
        <p:spPr>
          <a:xfrm>
            <a:off x="12504683" y="1637679"/>
            <a:ext cx="1136986" cy="11061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9F33AC6C-4807-4785-AE9F-84BFEEDA9F7E}"/>
              </a:ext>
            </a:extLst>
          </p:cNvPr>
          <p:cNvSpPr/>
          <p:nvPr/>
        </p:nvSpPr>
        <p:spPr>
          <a:xfrm rot="4759070" flipV="1">
            <a:off x="7240966" y="-807768"/>
            <a:ext cx="4825432" cy="4825432"/>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a:xfrm>
            <a:off x="1009498" y="438912"/>
            <a:ext cx="6144768" cy="15910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lvl1pPr>
              <a:defRPr>
                <a:latin typeface="+mn-lt"/>
              </a:defRPr>
            </a:lvl1pPr>
          </a:lstStyle>
          <a:p>
            <a:pPr defTabSz="1097280">
              <a:defRPr/>
            </a:pPr>
            <a:r>
              <a:rPr lang="en-GB">
                <a:solidFill>
                  <a:prstClr val="black">
                    <a:tint val="75000"/>
                  </a:prstClr>
                </a:solidFill>
              </a:rPr>
              <a:t>TuSpeaking 2023,  All rights reserved</a:t>
            </a:r>
            <a:endParaRPr lang="en-US">
              <a:solidFill>
                <a:prstClr val="black">
                  <a:tint val="75000"/>
                </a:prstClr>
              </a:solidFill>
            </a:endParaRP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lvl1pPr>
              <a:defRPr>
                <a:latin typeface="+mn-lt"/>
              </a:defRPr>
            </a:lvl1pPr>
          </a:lstStyle>
          <a:p>
            <a:pPr defTabSz="1097280">
              <a:defRPr/>
            </a:pPr>
            <a:r>
              <a:rPr lang="en-GB">
                <a:solidFill>
                  <a:prstClr val="black">
                    <a:tint val="75000"/>
                  </a:prstClr>
                </a:solidFill>
              </a:rPr>
              <a:t>Personal information 1</a:t>
            </a:r>
            <a:endParaRPr lang="en-US">
              <a:solidFill>
                <a:prstClr val="black">
                  <a:tint val="75000"/>
                </a:prstClr>
              </a:solidFill>
            </a:endParaRP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lvl1pPr>
              <a:defRPr>
                <a:latin typeface="+mn-lt"/>
              </a:defRPr>
            </a:lvl1pPr>
          </a:lstStyle>
          <a:p>
            <a:pPr defTabSz="1097280">
              <a:defRPr/>
            </a:pPr>
            <a:fld id="{D76B855D-E9CC-4FF8-AD85-6CDC7B89A0DE}" type="slidenum">
              <a:rPr lang="en-US" smtClean="0">
                <a:solidFill>
                  <a:prstClr val="black">
                    <a:tint val="75000"/>
                  </a:prstClr>
                </a:solidFill>
              </a:rPr>
              <a:pPr defTabSz="1097280">
                <a:defRPr/>
              </a:pPr>
              <a:t>‹#›</a:t>
            </a:fld>
            <a:endParaRPr lang="en-US">
              <a:solidFill>
                <a:prstClr val="black">
                  <a:tint val="75000"/>
                </a:prstClr>
              </a:solidFill>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1009497" y="2194560"/>
            <a:ext cx="6111850" cy="5223053"/>
          </a:xfrm>
        </p:spPr>
        <p:txBody>
          <a:bodyPr/>
          <a:lstStyle>
            <a:lvl1pPr marL="0" indent="0">
              <a:buNone/>
              <a:defRPr sz="2880"/>
            </a:lvl1pPr>
            <a:lvl2pPr marL="274320">
              <a:defRPr/>
            </a:lvl2pPr>
            <a:lvl3pPr marL="548640">
              <a:defRPr/>
            </a:lvl3pPr>
            <a:lvl4pPr marL="822960">
              <a:defRPr/>
            </a:lvl4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6" name="Picture 5" descr="Logo  Description automatically generated">
            <a:extLst>
              <a:ext uri="{FF2B5EF4-FFF2-40B4-BE49-F238E27FC236}">
                <a16:creationId xmlns:a16="http://schemas.microsoft.com/office/drawing/2014/main" id="{64B18F1F-BB25-6E8B-718B-1E6EE792B4EA}"/>
              </a:ext>
            </a:extLst>
          </p:cNvPr>
          <p:cNvPicPr>
            <a:picLocks noChangeAspect="1"/>
          </p:cNvPicPr>
          <p:nvPr/>
        </p:nvPicPr>
        <p:blipFill>
          <a:blip r:embed="rId2"/>
          <a:stretch>
            <a:fillRect/>
          </a:stretch>
        </p:blipFill>
        <p:spPr>
          <a:xfrm>
            <a:off x="12124814" y="390192"/>
            <a:ext cx="1964135" cy="914402"/>
          </a:xfrm>
          <a:prstGeom prst="rect">
            <a:avLst/>
          </a:prstGeom>
        </p:spPr>
      </p:pic>
    </p:spTree>
    <p:extLst>
      <p:ext uri="{BB962C8B-B14F-4D97-AF65-F5344CB8AC3E}">
        <p14:creationId xmlns:p14="http://schemas.microsoft.com/office/powerpoint/2010/main" val="3703681272"/>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losing">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642EAF0-DE94-4F90-82E3-6F316AA8353A}"/>
              </a:ext>
            </a:extLst>
          </p:cNvPr>
          <p:cNvSpPr/>
          <p:nvPr/>
        </p:nvSpPr>
        <p:spPr>
          <a:xfrm>
            <a:off x="848871" y="1017120"/>
            <a:ext cx="5543926" cy="554392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D22D7888-22FA-4AA1-9BA4-CC61D6643D47}"/>
              </a:ext>
            </a:extLst>
          </p:cNvPr>
          <p:cNvSpPr/>
          <p:nvPr/>
        </p:nvSpPr>
        <p:spPr>
          <a:xfrm flipH="1">
            <a:off x="636635" y="1"/>
            <a:ext cx="1386170" cy="709211"/>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EBB6E464-8999-4773-A1F2-E6CAA990E572}"/>
              </a:ext>
            </a:extLst>
          </p:cNvPr>
          <p:cNvSpPr/>
          <p:nvPr/>
        </p:nvSpPr>
        <p:spPr>
          <a:xfrm flipH="1">
            <a:off x="4753814" y="-1"/>
            <a:ext cx="2084881" cy="1151443"/>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CE9CE183-B21E-41EB-A082-DF9C3AD659D5}"/>
              </a:ext>
            </a:extLst>
          </p:cNvPr>
          <p:cNvSpPr/>
          <p:nvPr/>
        </p:nvSpPr>
        <p:spPr>
          <a:xfrm flipH="1">
            <a:off x="1" y="3524197"/>
            <a:ext cx="191689" cy="663595"/>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1EA14BE8-FDD0-4434-9C3E-BFF78C22D9E3}"/>
              </a:ext>
            </a:extLst>
          </p:cNvPr>
          <p:cNvSpPr/>
          <p:nvPr/>
        </p:nvSpPr>
        <p:spPr>
          <a:xfrm flipH="1">
            <a:off x="0" y="7002780"/>
            <a:ext cx="1857816" cy="122682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5C76330B-4C5E-463F-921A-D91F1F1F6049}"/>
              </a:ext>
            </a:extLst>
          </p:cNvPr>
          <p:cNvSpPr/>
          <p:nvPr/>
        </p:nvSpPr>
        <p:spPr>
          <a:xfrm flipH="1">
            <a:off x="4086068" y="6861487"/>
            <a:ext cx="2125931" cy="1368114"/>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E494E364-7EA8-4D92-915D-75D1A3A67C07}"/>
              </a:ext>
            </a:extLst>
          </p:cNvPr>
          <p:cNvSpPr/>
          <p:nvPr/>
        </p:nvSpPr>
        <p:spPr>
          <a:xfrm flipH="1">
            <a:off x="4959566" y="7510507"/>
            <a:ext cx="1879128" cy="719094"/>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a:xfrm>
            <a:off x="1667866" y="1481328"/>
            <a:ext cx="3884371" cy="4882896"/>
          </a:xfrm>
        </p:spPr>
        <p:txBody>
          <a:bodyPr/>
          <a:lstStyle>
            <a:lvl1pPr algn="ct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a:xfrm>
            <a:off x="2018995" y="7627621"/>
            <a:ext cx="1854403" cy="438150"/>
          </a:xfrm>
        </p:spPr>
        <p:txBody>
          <a:bodyPr/>
          <a:lstStyle>
            <a:lvl1pPr>
              <a:defRPr>
                <a:latin typeface="+mn-lt"/>
              </a:defRPr>
            </a:lvl1pPr>
          </a:lstStyle>
          <a:p>
            <a:pPr defTabSz="1097280">
              <a:defRPr/>
            </a:pPr>
            <a:r>
              <a:rPr lang="en-GB">
                <a:solidFill>
                  <a:prstClr val="black">
                    <a:tint val="75000"/>
                  </a:prstClr>
                </a:solidFill>
              </a:rPr>
              <a:t>TuSpeaking 2023,  All rights reserved</a:t>
            </a:r>
            <a:endParaRPr lang="en-US">
              <a:solidFill>
                <a:prstClr val="black">
                  <a:tint val="75000"/>
                </a:prstClr>
              </a:solidFill>
            </a:endParaRP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a:xfrm>
            <a:off x="7318858" y="7627621"/>
            <a:ext cx="4937760" cy="438150"/>
          </a:xfrm>
        </p:spPr>
        <p:txBody>
          <a:bodyPr/>
          <a:lstStyle>
            <a:lvl1pPr algn="l">
              <a:defRPr>
                <a:latin typeface="+mn-lt"/>
              </a:defRPr>
            </a:lvl1pPr>
          </a:lstStyle>
          <a:p>
            <a:pPr defTabSz="1097280">
              <a:defRPr/>
            </a:pPr>
            <a:r>
              <a:rPr lang="en-GB">
                <a:solidFill>
                  <a:prstClr val="black">
                    <a:tint val="75000"/>
                  </a:prstClr>
                </a:solidFill>
              </a:rPr>
              <a:t>Personal information 1</a:t>
            </a:r>
            <a:endParaRPr lang="en-US">
              <a:solidFill>
                <a:prstClr val="black">
                  <a:tint val="75000"/>
                </a:prstClr>
              </a:solidFill>
            </a:endParaRP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a:xfrm>
            <a:off x="12607747" y="7627621"/>
            <a:ext cx="1020470" cy="438150"/>
          </a:xfrm>
        </p:spPr>
        <p:txBody>
          <a:bodyPr/>
          <a:lstStyle>
            <a:lvl1pPr>
              <a:defRPr>
                <a:latin typeface="+mn-lt"/>
              </a:defRPr>
            </a:lvl1pPr>
          </a:lstStyle>
          <a:p>
            <a:pPr defTabSz="1097280">
              <a:defRPr/>
            </a:pPr>
            <a:fld id="{D76B855D-E9CC-4FF8-AD85-6CDC7B89A0DE}" type="slidenum">
              <a:rPr lang="en-US" smtClean="0">
                <a:solidFill>
                  <a:prstClr val="black">
                    <a:tint val="75000"/>
                  </a:prstClr>
                </a:solidFill>
              </a:rPr>
              <a:pPr defTabSz="1097280">
                <a:defRPr/>
              </a:pPr>
              <a:t>‹#›</a:t>
            </a:fld>
            <a:endParaRPr lang="en-US">
              <a:solidFill>
                <a:prstClr val="black">
                  <a:tint val="75000"/>
                </a:prstClr>
              </a:solidFill>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7999171" y="3061411"/>
            <a:ext cx="5650992" cy="2106778"/>
          </a:xfrm>
        </p:spPr>
        <p:txBody>
          <a:bodyPr/>
          <a:lstStyle>
            <a:lvl1pPr marL="0" indent="0">
              <a:buNone/>
              <a:defRPr sz="2880"/>
            </a:lvl1pPr>
            <a:lvl2pPr marL="274320">
              <a:defRPr sz="2160"/>
            </a:lvl2pPr>
            <a:lvl3pPr marL="548640">
              <a:defRPr sz="2160"/>
            </a:lvl3pPr>
          </a:lstStyle>
          <a:p>
            <a:pPr lvl="0"/>
            <a:r>
              <a:rPr lang="en-US"/>
              <a:t>Click to edit Master text styles</a:t>
            </a:r>
          </a:p>
          <a:p>
            <a:pPr lvl="1"/>
            <a:r>
              <a:rPr lang="en-US"/>
              <a:t>Second level</a:t>
            </a:r>
          </a:p>
          <a:p>
            <a:pPr lvl="2"/>
            <a:r>
              <a:rPr lang="en-US"/>
              <a:t>Third level</a:t>
            </a:r>
          </a:p>
        </p:txBody>
      </p:sp>
      <p:pic>
        <p:nvPicPr>
          <p:cNvPr id="6" name="Picture 5" descr="Logo  Description automatically generated">
            <a:extLst>
              <a:ext uri="{FF2B5EF4-FFF2-40B4-BE49-F238E27FC236}">
                <a16:creationId xmlns:a16="http://schemas.microsoft.com/office/drawing/2014/main" id="{6DFFC9EE-3430-9BF8-F5F9-E9A9D9E0D1D2}"/>
              </a:ext>
            </a:extLst>
          </p:cNvPr>
          <p:cNvPicPr>
            <a:picLocks noChangeAspect="1"/>
          </p:cNvPicPr>
          <p:nvPr/>
        </p:nvPicPr>
        <p:blipFill>
          <a:blip r:embed="rId2"/>
          <a:stretch>
            <a:fillRect/>
          </a:stretch>
        </p:blipFill>
        <p:spPr>
          <a:xfrm>
            <a:off x="12124814" y="390192"/>
            <a:ext cx="1964135" cy="914402"/>
          </a:xfrm>
          <a:prstGeom prst="rect">
            <a:avLst/>
          </a:prstGeom>
        </p:spPr>
      </p:pic>
    </p:spTree>
    <p:extLst>
      <p:ext uri="{BB962C8B-B14F-4D97-AF65-F5344CB8AC3E}">
        <p14:creationId xmlns:p14="http://schemas.microsoft.com/office/powerpoint/2010/main" val="4185028720"/>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lvl1pPr>
              <a:defRPr>
                <a:latin typeface="+mn-lt"/>
              </a:defRPr>
            </a:lvl1pPr>
          </a:lstStyle>
          <a:p>
            <a:pPr defTabSz="1097280">
              <a:defRPr/>
            </a:pPr>
            <a:r>
              <a:rPr lang="en-GB">
                <a:solidFill>
                  <a:prstClr val="black">
                    <a:tint val="75000"/>
                  </a:prstClr>
                </a:solidFill>
              </a:rPr>
              <a:t>TuSpeaking 2023,  All rights reserved</a:t>
            </a:r>
            <a:endParaRPr lang="en-US">
              <a:solidFill>
                <a:prstClr val="black">
                  <a:tint val="75000"/>
                </a:prstClr>
              </a:solidFill>
            </a:endParaRPr>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lvl1pPr>
              <a:defRPr>
                <a:latin typeface="+mn-lt"/>
              </a:defRPr>
            </a:lvl1pPr>
          </a:lstStyle>
          <a:p>
            <a:pPr defTabSz="1097280">
              <a:defRPr/>
            </a:pPr>
            <a:r>
              <a:rPr lang="en-GB">
                <a:solidFill>
                  <a:prstClr val="black">
                    <a:tint val="75000"/>
                  </a:prstClr>
                </a:solidFill>
              </a:rPr>
              <a:t>Personal information 1</a:t>
            </a:r>
            <a:endParaRPr lang="en-US">
              <a:solidFill>
                <a:prstClr val="black">
                  <a:tint val="75000"/>
                </a:prstClr>
              </a:solidFill>
            </a:endParaRPr>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lvl1pPr>
              <a:defRPr>
                <a:latin typeface="+mn-lt"/>
              </a:defRPr>
            </a:lvl1pPr>
          </a:lstStyle>
          <a:p>
            <a:pPr defTabSz="1097280">
              <a:defRPr/>
            </a:pPr>
            <a:fld id="{D76B855D-E9CC-4FF8-AD85-6CDC7B89A0DE}" type="slidenum">
              <a:rPr lang="en-US" smtClean="0">
                <a:solidFill>
                  <a:prstClr val="black">
                    <a:tint val="75000"/>
                  </a:prstClr>
                </a:solidFill>
              </a:rPr>
              <a:pPr defTabSz="1097280">
                <a:defRPr/>
              </a:pPr>
              <a:t>‹#›</a:t>
            </a:fld>
            <a:endParaRPr lang="en-US">
              <a:solidFill>
                <a:prstClr val="black">
                  <a:tint val="75000"/>
                </a:prstClr>
              </a:solidFill>
            </a:endParaRPr>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466719" y="5809433"/>
            <a:ext cx="2084881" cy="1151443"/>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12593319" y="2"/>
            <a:ext cx="1019194" cy="429202"/>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descr="Logo  Description automatically generated">
            <a:extLst>
              <a:ext uri="{FF2B5EF4-FFF2-40B4-BE49-F238E27FC236}">
                <a16:creationId xmlns:a16="http://schemas.microsoft.com/office/drawing/2014/main" id="{2F5302F5-B6A7-DA9A-672B-BC62F4D0EAAC}"/>
              </a:ext>
            </a:extLst>
          </p:cNvPr>
          <p:cNvPicPr>
            <a:picLocks noChangeAspect="1"/>
          </p:cNvPicPr>
          <p:nvPr/>
        </p:nvPicPr>
        <p:blipFill>
          <a:blip r:embed="rId2"/>
          <a:stretch>
            <a:fillRect/>
          </a:stretch>
        </p:blipFill>
        <p:spPr>
          <a:xfrm>
            <a:off x="12124814" y="390192"/>
            <a:ext cx="1964135" cy="914402"/>
          </a:xfrm>
          <a:prstGeom prst="rect">
            <a:avLst/>
          </a:prstGeom>
        </p:spPr>
      </p:pic>
    </p:spTree>
    <p:extLst>
      <p:ext uri="{BB962C8B-B14F-4D97-AF65-F5344CB8AC3E}">
        <p14:creationId xmlns:p14="http://schemas.microsoft.com/office/powerpoint/2010/main" val="1546499317"/>
      </p:ext>
    </p:extLst>
  </p:cSld>
  <p:clrMapOvr>
    <a:masterClrMapping/>
  </p:clrMapOvr>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lvl1pPr>
              <a:defRPr>
                <a:latin typeface="+mn-lt"/>
              </a:defRPr>
            </a:lvl1pPr>
          </a:lstStyle>
          <a:p>
            <a:pPr defTabSz="1097280">
              <a:defRPr/>
            </a:pPr>
            <a:r>
              <a:rPr lang="en-GB">
                <a:solidFill>
                  <a:prstClr val="black">
                    <a:tint val="75000"/>
                  </a:prstClr>
                </a:solidFill>
              </a:rPr>
              <a:t>TuSpeaking 2023,  All rights reserved</a:t>
            </a:r>
            <a:endParaRPr lang="en-US">
              <a:solidFill>
                <a:prstClr val="black">
                  <a:tint val="75000"/>
                </a:prstClr>
              </a:solidFill>
            </a:endParaRPr>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lvl1pPr>
              <a:defRPr>
                <a:latin typeface="+mn-lt"/>
              </a:defRPr>
            </a:lvl1pPr>
          </a:lstStyle>
          <a:p>
            <a:pPr defTabSz="1097280">
              <a:defRPr/>
            </a:pPr>
            <a:r>
              <a:rPr lang="en-GB">
                <a:solidFill>
                  <a:prstClr val="black">
                    <a:tint val="75000"/>
                  </a:prstClr>
                </a:solidFill>
              </a:rPr>
              <a:t>Personal information 1</a:t>
            </a:r>
            <a:endParaRPr lang="en-US">
              <a:solidFill>
                <a:prstClr val="black">
                  <a:tint val="75000"/>
                </a:prstClr>
              </a:solidFill>
            </a:endParaRPr>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lvl1pPr>
              <a:defRPr>
                <a:latin typeface="+mn-lt"/>
              </a:defRPr>
            </a:lvl1pPr>
          </a:lstStyle>
          <a:p>
            <a:pPr defTabSz="1097280">
              <a:defRPr/>
            </a:pPr>
            <a:fld id="{D76B855D-E9CC-4FF8-AD85-6CDC7B89A0DE}" type="slidenum">
              <a:rPr lang="en-US" smtClean="0">
                <a:solidFill>
                  <a:prstClr val="black">
                    <a:tint val="75000"/>
                  </a:prstClr>
                </a:solidFill>
              </a:rPr>
              <a:pPr defTabSz="1097280">
                <a:defRPr/>
              </a:pPr>
              <a:t>‹#›</a:t>
            </a:fld>
            <a:endParaRPr lang="en-US">
              <a:solidFill>
                <a:prstClr val="black">
                  <a:tint val="75000"/>
                </a:prstClr>
              </a:solidFill>
            </a:endParaRPr>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466719" y="5809433"/>
            <a:ext cx="2084881" cy="1151443"/>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12593319" y="2"/>
            <a:ext cx="1019194" cy="429202"/>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itle 6">
            <a:extLst>
              <a:ext uri="{FF2B5EF4-FFF2-40B4-BE49-F238E27FC236}">
                <a16:creationId xmlns:a16="http://schemas.microsoft.com/office/drawing/2014/main" id="{C9A1C714-6A0E-456D-A2E2-6288C0EA077B}"/>
              </a:ext>
            </a:extLst>
          </p:cNvPr>
          <p:cNvSpPr>
            <a:spLocks noGrp="1"/>
          </p:cNvSpPr>
          <p:nvPr>
            <p:ph type="title"/>
          </p:nvPr>
        </p:nvSpPr>
        <p:spPr/>
        <p:txBody>
          <a:bodyPr/>
          <a:lstStyle/>
          <a:p>
            <a:r>
              <a:rPr lang="en-US"/>
              <a:t>Click to edit Master title style</a:t>
            </a:r>
          </a:p>
        </p:txBody>
      </p:sp>
      <p:pic>
        <p:nvPicPr>
          <p:cNvPr id="8" name="Picture 7" descr="Logo  Description automatically generated">
            <a:extLst>
              <a:ext uri="{FF2B5EF4-FFF2-40B4-BE49-F238E27FC236}">
                <a16:creationId xmlns:a16="http://schemas.microsoft.com/office/drawing/2014/main" id="{78AB3098-5EC9-C275-0EDB-E83545E15CF8}"/>
              </a:ext>
            </a:extLst>
          </p:cNvPr>
          <p:cNvPicPr>
            <a:picLocks noChangeAspect="1"/>
          </p:cNvPicPr>
          <p:nvPr/>
        </p:nvPicPr>
        <p:blipFill>
          <a:blip r:embed="rId2"/>
          <a:stretch>
            <a:fillRect/>
          </a:stretch>
        </p:blipFill>
        <p:spPr>
          <a:xfrm>
            <a:off x="12124814" y="390192"/>
            <a:ext cx="1964135" cy="914402"/>
          </a:xfrm>
          <a:prstGeom prst="rect">
            <a:avLst/>
          </a:prstGeom>
        </p:spPr>
      </p:pic>
    </p:spTree>
    <p:extLst>
      <p:ext uri="{BB962C8B-B14F-4D97-AF65-F5344CB8AC3E}">
        <p14:creationId xmlns:p14="http://schemas.microsoft.com/office/powerpoint/2010/main" val="2535527945"/>
      </p:ext>
    </p:extLst>
  </p:cSld>
  <p:clrMapOvr>
    <a:masterClrMapping/>
  </p:clrMapOvr>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FC812-4DB6-4F98-9404-29C191D3BAD7}"/>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p>
        </p:txBody>
      </p:sp>
      <p:sp>
        <p:nvSpPr>
          <p:cNvPr id="3" name="Content Placeholder 2">
            <a:extLst>
              <a:ext uri="{FF2B5EF4-FFF2-40B4-BE49-F238E27FC236}">
                <a16:creationId xmlns:a16="http://schemas.microsoft.com/office/drawing/2014/main" id="{92F0855E-0CD6-47DD-B648-4C84C783D784}"/>
              </a:ext>
            </a:extLst>
          </p:cNvPr>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50082B-17D7-4D61-8AEB-81517D85D253}"/>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81A70783-FF31-4C4E-9196-EB169B209747}"/>
              </a:ext>
            </a:extLst>
          </p:cNvPr>
          <p:cNvSpPr>
            <a:spLocks noGrp="1"/>
          </p:cNvSpPr>
          <p:nvPr>
            <p:ph type="dt" sz="half" idx="10"/>
          </p:nvPr>
        </p:nvSpPr>
        <p:spPr/>
        <p:txBody>
          <a:bodyPr/>
          <a:lstStyle>
            <a:lvl1pPr>
              <a:defRPr>
                <a:latin typeface="+mn-lt"/>
              </a:defRPr>
            </a:lvl1pPr>
          </a:lstStyle>
          <a:p>
            <a:pPr defTabSz="1097280">
              <a:defRPr/>
            </a:pPr>
            <a:r>
              <a:rPr lang="en-GB">
                <a:solidFill>
                  <a:prstClr val="black">
                    <a:tint val="75000"/>
                  </a:prstClr>
                </a:solidFill>
              </a:rPr>
              <a:t>TuSpeaking 2023,  All rights reserved</a:t>
            </a:r>
            <a:endParaRPr lang="en-US">
              <a:solidFill>
                <a:prstClr val="black">
                  <a:tint val="75000"/>
                </a:prstClr>
              </a:solidFill>
            </a:endParaRPr>
          </a:p>
        </p:txBody>
      </p:sp>
      <p:sp>
        <p:nvSpPr>
          <p:cNvPr id="6" name="Footer Placeholder 5">
            <a:extLst>
              <a:ext uri="{FF2B5EF4-FFF2-40B4-BE49-F238E27FC236}">
                <a16:creationId xmlns:a16="http://schemas.microsoft.com/office/drawing/2014/main" id="{7D92E260-747D-40FD-A062-9DD5E6835ABB}"/>
              </a:ext>
            </a:extLst>
          </p:cNvPr>
          <p:cNvSpPr>
            <a:spLocks noGrp="1"/>
          </p:cNvSpPr>
          <p:nvPr>
            <p:ph type="ftr" sz="quarter" idx="11"/>
          </p:nvPr>
        </p:nvSpPr>
        <p:spPr/>
        <p:txBody>
          <a:bodyPr/>
          <a:lstStyle>
            <a:lvl1pPr>
              <a:defRPr>
                <a:latin typeface="+mn-lt"/>
              </a:defRPr>
            </a:lvl1pPr>
          </a:lstStyle>
          <a:p>
            <a:pPr defTabSz="1097280">
              <a:defRPr/>
            </a:pPr>
            <a:r>
              <a:rPr lang="en-GB">
                <a:solidFill>
                  <a:prstClr val="black">
                    <a:tint val="75000"/>
                  </a:prstClr>
                </a:solidFill>
              </a:rPr>
              <a:t>Personal information 1</a:t>
            </a:r>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887E50A0-1E05-49C5-88C9-46267751201F}"/>
              </a:ext>
            </a:extLst>
          </p:cNvPr>
          <p:cNvSpPr>
            <a:spLocks noGrp="1"/>
          </p:cNvSpPr>
          <p:nvPr>
            <p:ph type="sldNum" sz="quarter" idx="12"/>
          </p:nvPr>
        </p:nvSpPr>
        <p:spPr/>
        <p:txBody>
          <a:bodyPr/>
          <a:lstStyle>
            <a:lvl1pPr>
              <a:defRPr>
                <a:latin typeface="+mn-lt"/>
              </a:defRPr>
            </a:lvl1pPr>
          </a:lstStyle>
          <a:p>
            <a:pPr defTabSz="1097280">
              <a:defRPr/>
            </a:pPr>
            <a:fld id="{D76B855D-E9CC-4FF8-AD85-6CDC7B89A0DE}" type="slidenum">
              <a:rPr lang="en-US" smtClean="0">
                <a:solidFill>
                  <a:prstClr val="black">
                    <a:tint val="75000"/>
                  </a:prstClr>
                </a:solidFill>
              </a:rPr>
              <a:pPr defTabSz="1097280">
                <a:defRPr/>
              </a:pPr>
              <a:t>‹#›</a:t>
            </a:fld>
            <a:endParaRPr lang="en-US">
              <a:solidFill>
                <a:prstClr val="black">
                  <a:tint val="75000"/>
                </a:prstClr>
              </a:solidFill>
            </a:endParaRPr>
          </a:p>
        </p:txBody>
      </p:sp>
      <p:sp>
        <p:nvSpPr>
          <p:cNvPr id="8" name="Freeform: Shape 7">
            <a:extLst>
              <a:ext uri="{FF2B5EF4-FFF2-40B4-BE49-F238E27FC236}">
                <a16:creationId xmlns:a16="http://schemas.microsoft.com/office/drawing/2014/main" id="{2C155C63-9F58-4422-B669-F97486280671}"/>
              </a:ext>
            </a:extLst>
          </p:cNvPr>
          <p:cNvSpPr/>
          <p:nvPr/>
        </p:nvSpPr>
        <p:spPr>
          <a:xfrm rot="16200000">
            <a:off x="-466719" y="5809433"/>
            <a:ext cx="2084881" cy="1151443"/>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385DBA62-0EDB-47AA-86C7-90463BC9B308}"/>
              </a:ext>
            </a:extLst>
          </p:cNvPr>
          <p:cNvSpPr/>
          <p:nvPr/>
        </p:nvSpPr>
        <p:spPr>
          <a:xfrm>
            <a:off x="12593319" y="2"/>
            <a:ext cx="1019194" cy="429202"/>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9" descr="Logo  Description automatically generated">
            <a:extLst>
              <a:ext uri="{FF2B5EF4-FFF2-40B4-BE49-F238E27FC236}">
                <a16:creationId xmlns:a16="http://schemas.microsoft.com/office/drawing/2014/main" id="{E4FA05E5-0669-BBF8-8E37-FF3157065FE2}"/>
              </a:ext>
            </a:extLst>
          </p:cNvPr>
          <p:cNvPicPr>
            <a:picLocks noChangeAspect="1"/>
          </p:cNvPicPr>
          <p:nvPr/>
        </p:nvPicPr>
        <p:blipFill>
          <a:blip r:embed="rId2"/>
          <a:stretch>
            <a:fillRect/>
          </a:stretch>
        </p:blipFill>
        <p:spPr>
          <a:xfrm>
            <a:off x="12124814" y="390192"/>
            <a:ext cx="1964135" cy="914402"/>
          </a:xfrm>
          <a:prstGeom prst="rect">
            <a:avLst/>
          </a:prstGeom>
        </p:spPr>
      </p:pic>
    </p:spTree>
    <p:extLst>
      <p:ext uri="{BB962C8B-B14F-4D97-AF65-F5344CB8AC3E}">
        <p14:creationId xmlns:p14="http://schemas.microsoft.com/office/powerpoint/2010/main" val="3522528024"/>
      </p:ext>
    </p:extLst>
  </p:cSld>
  <p:clrMapOvr>
    <a:masterClrMapping/>
  </p:clrMapOvr>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D7521-E43D-41D1-B458-26B20DC6DDD8}"/>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p>
        </p:txBody>
      </p:sp>
      <p:sp>
        <p:nvSpPr>
          <p:cNvPr id="3" name="Picture Placeholder 2">
            <a:extLst>
              <a:ext uri="{FF2B5EF4-FFF2-40B4-BE49-F238E27FC236}">
                <a16:creationId xmlns:a16="http://schemas.microsoft.com/office/drawing/2014/main" id="{A2472CF2-2653-4B98-A416-D7A0A860ECE0}"/>
              </a:ext>
            </a:extLst>
          </p:cNvPr>
          <p:cNvSpPr>
            <a:spLocks noGrp="1"/>
          </p:cNvSpPr>
          <p:nvPr>
            <p:ph type="pic" idx="1"/>
          </p:nvPr>
        </p:nvSpPr>
        <p:spPr>
          <a:xfrm>
            <a:off x="6219826" y="1184911"/>
            <a:ext cx="7406640" cy="5848350"/>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p>
        </p:txBody>
      </p:sp>
      <p:sp>
        <p:nvSpPr>
          <p:cNvPr id="4" name="Text Placeholder 3">
            <a:extLst>
              <a:ext uri="{FF2B5EF4-FFF2-40B4-BE49-F238E27FC236}">
                <a16:creationId xmlns:a16="http://schemas.microsoft.com/office/drawing/2014/main" id="{A6EF87F5-0B10-4AC7-9599-F088C5E796D7}"/>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62A07CB7-0520-4D64-B76C-C31AC557832D}"/>
              </a:ext>
            </a:extLst>
          </p:cNvPr>
          <p:cNvSpPr>
            <a:spLocks noGrp="1"/>
          </p:cNvSpPr>
          <p:nvPr>
            <p:ph type="dt" sz="half" idx="10"/>
          </p:nvPr>
        </p:nvSpPr>
        <p:spPr/>
        <p:txBody>
          <a:bodyPr/>
          <a:lstStyle>
            <a:lvl1pPr>
              <a:defRPr>
                <a:latin typeface="+mn-lt"/>
              </a:defRPr>
            </a:lvl1pPr>
          </a:lstStyle>
          <a:p>
            <a:pPr defTabSz="1097280">
              <a:defRPr/>
            </a:pPr>
            <a:r>
              <a:rPr lang="en-GB">
                <a:solidFill>
                  <a:prstClr val="black">
                    <a:tint val="75000"/>
                  </a:prstClr>
                </a:solidFill>
              </a:rPr>
              <a:t>TuSpeaking 2023,  All rights reserved</a:t>
            </a:r>
            <a:endParaRPr lang="en-US">
              <a:solidFill>
                <a:prstClr val="black">
                  <a:tint val="75000"/>
                </a:prstClr>
              </a:solidFill>
            </a:endParaRPr>
          </a:p>
        </p:txBody>
      </p:sp>
      <p:sp>
        <p:nvSpPr>
          <p:cNvPr id="6" name="Footer Placeholder 5">
            <a:extLst>
              <a:ext uri="{FF2B5EF4-FFF2-40B4-BE49-F238E27FC236}">
                <a16:creationId xmlns:a16="http://schemas.microsoft.com/office/drawing/2014/main" id="{92EEB226-AD45-45DF-AAB5-5513AE732AAE}"/>
              </a:ext>
            </a:extLst>
          </p:cNvPr>
          <p:cNvSpPr>
            <a:spLocks noGrp="1"/>
          </p:cNvSpPr>
          <p:nvPr>
            <p:ph type="ftr" sz="quarter" idx="11"/>
          </p:nvPr>
        </p:nvSpPr>
        <p:spPr/>
        <p:txBody>
          <a:bodyPr/>
          <a:lstStyle>
            <a:lvl1pPr>
              <a:defRPr>
                <a:latin typeface="+mn-lt"/>
              </a:defRPr>
            </a:lvl1pPr>
          </a:lstStyle>
          <a:p>
            <a:pPr defTabSz="1097280">
              <a:defRPr/>
            </a:pPr>
            <a:r>
              <a:rPr lang="en-GB">
                <a:solidFill>
                  <a:prstClr val="black">
                    <a:tint val="75000"/>
                  </a:prstClr>
                </a:solidFill>
              </a:rPr>
              <a:t>Personal information 1</a:t>
            </a:r>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95E96AEB-9481-4CCE-B110-FEDD334835B8}"/>
              </a:ext>
            </a:extLst>
          </p:cNvPr>
          <p:cNvSpPr>
            <a:spLocks noGrp="1"/>
          </p:cNvSpPr>
          <p:nvPr>
            <p:ph type="sldNum" sz="quarter" idx="12"/>
          </p:nvPr>
        </p:nvSpPr>
        <p:spPr/>
        <p:txBody>
          <a:bodyPr/>
          <a:lstStyle>
            <a:lvl1pPr>
              <a:defRPr>
                <a:latin typeface="+mn-lt"/>
              </a:defRPr>
            </a:lvl1pPr>
          </a:lstStyle>
          <a:p>
            <a:pPr defTabSz="1097280">
              <a:defRPr/>
            </a:pPr>
            <a:fld id="{D76B855D-E9CC-4FF8-AD85-6CDC7B89A0DE}" type="slidenum">
              <a:rPr lang="en-US" smtClean="0">
                <a:solidFill>
                  <a:prstClr val="black">
                    <a:tint val="75000"/>
                  </a:prstClr>
                </a:solidFill>
              </a:rPr>
              <a:pPr defTabSz="1097280">
                <a:defRPr/>
              </a:pPr>
              <a:t>‹#›</a:t>
            </a:fld>
            <a:endParaRPr lang="en-US">
              <a:solidFill>
                <a:prstClr val="black">
                  <a:tint val="75000"/>
                </a:prstClr>
              </a:solidFill>
            </a:endParaRPr>
          </a:p>
        </p:txBody>
      </p:sp>
      <p:sp>
        <p:nvSpPr>
          <p:cNvPr id="8" name="Freeform: Shape 7">
            <a:extLst>
              <a:ext uri="{FF2B5EF4-FFF2-40B4-BE49-F238E27FC236}">
                <a16:creationId xmlns:a16="http://schemas.microsoft.com/office/drawing/2014/main" id="{6BA9707F-7BCE-464F-BF45-E216527084EE}"/>
              </a:ext>
            </a:extLst>
          </p:cNvPr>
          <p:cNvSpPr/>
          <p:nvPr/>
        </p:nvSpPr>
        <p:spPr>
          <a:xfrm rot="16200000">
            <a:off x="-466719" y="5809433"/>
            <a:ext cx="2084881" cy="1151443"/>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BC589723-2CC8-49D1-B4E1-36FECED6A2D7}"/>
              </a:ext>
            </a:extLst>
          </p:cNvPr>
          <p:cNvSpPr/>
          <p:nvPr/>
        </p:nvSpPr>
        <p:spPr>
          <a:xfrm>
            <a:off x="12593319" y="2"/>
            <a:ext cx="1019194" cy="429202"/>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9" descr="Logo  Description automatically generated">
            <a:extLst>
              <a:ext uri="{FF2B5EF4-FFF2-40B4-BE49-F238E27FC236}">
                <a16:creationId xmlns:a16="http://schemas.microsoft.com/office/drawing/2014/main" id="{B14C3C37-633F-54AF-8613-783EB1E431AC}"/>
              </a:ext>
            </a:extLst>
          </p:cNvPr>
          <p:cNvPicPr>
            <a:picLocks noChangeAspect="1"/>
          </p:cNvPicPr>
          <p:nvPr/>
        </p:nvPicPr>
        <p:blipFill>
          <a:blip r:embed="rId2"/>
          <a:stretch>
            <a:fillRect/>
          </a:stretch>
        </p:blipFill>
        <p:spPr>
          <a:xfrm>
            <a:off x="12124814" y="390192"/>
            <a:ext cx="1964135" cy="914402"/>
          </a:xfrm>
          <a:prstGeom prst="rect">
            <a:avLst/>
          </a:prstGeom>
        </p:spPr>
      </p:pic>
    </p:spTree>
    <p:extLst>
      <p:ext uri="{BB962C8B-B14F-4D97-AF65-F5344CB8AC3E}">
        <p14:creationId xmlns:p14="http://schemas.microsoft.com/office/powerpoint/2010/main" val="2201461870"/>
      </p:ext>
    </p:extLst>
  </p:cSld>
  <p:clrMapOvr>
    <a:masterClrMapping/>
  </p:clrMapOvr>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10138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slideLayout" Target="../slideLayouts/slideLayout3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10" Type="http://schemas.openxmlformats.org/officeDocument/2006/relationships/slideLayout" Target="../slideLayouts/slideLayout28.xml"/><Relationship Id="rId19" Type="http://schemas.openxmlformats.org/officeDocument/2006/relationships/theme" Target="../theme/theme2.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EC5685-19F1-49DA-ADE5-D5D32F1659B0}"/>
              </a:ext>
            </a:extLst>
          </p:cNvPr>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FC0A4D-22A1-4554-B5DE-887974F4DF90}"/>
              </a:ext>
            </a:extLst>
          </p:cNvPr>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9D5CDC-F2CE-410E-AD13-DDC235C71C6F}"/>
              </a:ext>
            </a:extLst>
          </p:cNvPr>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cap="none" spc="0" baseline="0">
                <a:solidFill>
                  <a:schemeClr val="tx1">
                    <a:tint val="75000"/>
                  </a:schemeClr>
                </a:solidFill>
                <a:latin typeface="+mn-lt"/>
              </a:defRPr>
            </a:lvl1pPr>
          </a:lstStyle>
          <a:p>
            <a:pPr defTabSz="1097280">
              <a:defRPr/>
            </a:pPr>
            <a:r>
              <a:rPr lang="en-GB">
                <a:solidFill>
                  <a:prstClr val="black">
                    <a:tint val="75000"/>
                  </a:prstClr>
                </a:solidFill>
              </a:rPr>
              <a:t>TuSpeaking 2023,  All rights reserved</a:t>
            </a:r>
            <a:endParaRPr lang="en-US">
              <a:solidFill>
                <a:prstClr val="black">
                  <a:tint val="75000"/>
                </a:prstClr>
              </a:solidFill>
            </a:endParaRPr>
          </a:p>
        </p:txBody>
      </p:sp>
      <p:sp>
        <p:nvSpPr>
          <p:cNvPr id="5" name="Footer Placeholder 4">
            <a:extLst>
              <a:ext uri="{FF2B5EF4-FFF2-40B4-BE49-F238E27FC236}">
                <a16:creationId xmlns:a16="http://schemas.microsoft.com/office/drawing/2014/main" id="{9340CD45-794A-4BB0-A427-0CE61AEAF484}"/>
              </a:ext>
            </a:extLst>
          </p:cNvPr>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cap="none" spc="0" baseline="0">
                <a:solidFill>
                  <a:schemeClr val="tx1">
                    <a:tint val="75000"/>
                  </a:schemeClr>
                </a:solidFill>
                <a:latin typeface="+mn-lt"/>
              </a:defRPr>
            </a:lvl1pPr>
          </a:lstStyle>
          <a:p>
            <a:pPr defTabSz="1097280">
              <a:defRPr/>
            </a:pPr>
            <a:r>
              <a:rPr lang="en-GB">
                <a:solidFill>
                  <a:prstClr val="black">
                    <a:tint val="75000"/>
                  </a:prstClr>
                </a:solidFill>
              </a:rPr>
              <a:t>Personal information 1</a:t>
            </a:r>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FCB3AB91-9588-4071-92D2-364F4A6ED092}"/>
              </a:ext>
            </a:extLst>
          </p:cNvPr>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cap="none" spc="0" baseline="0">
                <a:solidFill>
                  <a:schemeClr val="tx1">
                    <a:tint val="75000"/>
                  </a:schemeClr>
                </a:solidFill>
                <a:latin typeface="+mn-lt"/>
              </a:defRPr>
            </a:lvl1pPr>
          </a:lstStyle>
          <a:p>
            <a:pPr defTabSz="1097280">
              <a:defRPr/>
            </a:pPr>
            <a:fld id="{D76B855D-E9CC-4FF8-AD85-6CDC7B89A0DE}" type="slidenum">
              <a:rPr lang="en-US" smtClean="0">
                <a:solidFill>
                  <a:prstClr val="black">
                    <a:tint val="75000"/>
                  </a:prstClr>
                </a:solidFill>
              </a:rPr>
              <a:pPr defTabSz="1097280">
                <a:defRPr/>
              </a:pPr>
              <a:t>‹#›</a:t>
            </a:fld>
            <a:endParaRPr lang="en-US">
              <a:solidFill>
                <a:prstClr val="black">
                  <a:tint val="75000"/>
                </a:prstClr>
              </a:solidFill>
            </a:endParaRPr>
          </a:p>
        </p:txBody>
      </p:sp>
    </p:spTree>
    <p:extLst>
      <p:ext uri="{BB962C8B-B14F-4D97-AF65-F5344CB8AC3E}">
        <p14:creationId xmlns:p14="http://schemas.microsoft.com/office/powerpoint/2010/main" val="1082200783"/>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EC5685-19F1-49DA-ADE5-D5D32F1659B0}"/>
              </a:ext>
            </a:extLst>
          </p:cNvPr>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FC0A4D-22A1-4554-B5DE-887974F4DF90}"/>
              </a:ext>
            </a:extLst>
          </p:cNvPr>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9D5CDC-F2CE-410E-AD13-DDC235C71C6F}"/>
              </a:ext>
            </a:extLst>
          </p:cNvPr>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cap="none" spc="0" baseline="0">
                <a:solidFill>
                  <a:schemeClr val="tx1">
                    <a:tint val="75000"/>
                  </a:schemeClr>
                </a:solidFill>
                <a:latin typeface="+mn-lt"/>
              </a:defRPr>
            </a:lvl1pPr>
          </a:lstStyle>
          <a:p>
            <a:pPr defTabSz="1097280">
              <a:defRPr/>
            </a:pPr>
            <a:r>
              <a:rPr lang="en-GB">
                <a:solidFill>
                  <a:prstClr val="black">
                    <a:tint val="75000"/>
                  </a:prstClr>
                </a:solidFill>
              </a:rPr>
              <a:t>TuSpeaking 2023,  All rights reserved</a:t>
            </a:r>
            <a:endParaRPr lang="en-US">
              <a:solidFill>
                <a:prstClr val="black">
                  <a:tint val="75000"/>
                </a:prstClr>
              </a:solidFill>
            </a:endParaRPr>
          </a:p>
        </p:txBody>
      </p:sp>
      <p:sp>
        <p:nvSpPr>
          <p:cNvPr id="5" name="Footer Placeholder 4">
            <a:extLst>
              <a:ext uri="{FF2B5EF4-FFF2-40B4-BE49-F238E27FC236}">
                <a16:creationId xmlns:a16="http://schemas.microsoft.com/office/drawing/2014/main" id="{9340CD45-794A-4BB0-A427-0CE61AEAF484}"/>
              </a:ext>
            </a:extLst>
          </p:cNvPr>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cap="none" spc="0" baseline="0">
                <a:solidFill>
                  <a:schemeClr val="tx1">
                    <a:tint val="75000"/>
                  </a:schemeClr>
                </a:solidFill>
                <a:latin typeface="+mn-lt"/>
              </a:defRPr>
            </a:lvl1pPr>
          </a:lstStyle>
          <a:p>
            <a:pPr defTabSz="1097280">
              <a:defRPr/>
            </a:pPr>
            <a:r>
              <a:rPr lang="en-GB">
                <a:solidFill>
                  <a:prstClr val="black">
                    <a:tint val="75000"/>
                  </a:prstClr>
                </a:solidFill>
              </a:rPr>
              <a:t>Personal information 1</a:t>
            </a:r>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FCB3AB91-9588-4071-92D2-364F4A6ED092}"/>
              </a:ext>
            </a:extLst>
          </p:cNvPr>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cap="none" spc="0" baseline="0">
                <a:solidFill>
                  <a:schemeClr val="tx1">
                    <a:tint val="75000"/>
                  </a:schemeClr>
                </a:solidFill>
                <a:latin typeface="+mn-lt"/>
              </a:defRPr>
            </a:lvl1pPr>
          </a:lstStyle>
          <a:p>
            <a:pPr defTabSz="1097280">
              <a:defRPr/>
            </a:pPr>
            <a:fld id="{D76B855D-E9CC-4FF8-AD85-6CDC7B89A0DE}" type="slidenum">
              <a:rPr lang="en-US" smtClean="0">
                <a:solidFill>
                  <a:prstClr val="black">
                    <a:tint val="75000"/>
                  </a:prstClr>
                </a:solidFill>
              </a:rPr>
              <a:pPr defTabSz="1097280">
                <a:defRPr/>
              </a:pPr>
              <a:t>‹#›</a:t>
            </a:fld>
            <a:endParaRPr lang="en-US">
              <a:solidFill>
                <a:prstClr val="black">
                  <a:tint val="75000"/>
                </a:prstClr>
              </a:solidFill>
            </a:endParaRPr>
          </a:p>
        </p:txBody>
      </p:sp>
    </p:spTree>
    <p:extLst>
      <p:ext uri="{BB962C8B-B14F-4D97-AF65-F5344CB8AC3E}">
        <p14:creationId xmlns:p14="http://schemas.microsoft.com/office/powerpoint/2010/main" val="249122867"/>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3" Type="http://schemas.openxmlformats.org/officeDocument/2006/relationships/hyperlink" Target="http://hoganhayes.blogspot.com/2014/10/thoughts-on-writing-in-english-from.html" TargetMode="External"/><Relationship Id="rId2" Type="http://schemas.openxmlformats.org/officeDocument/2006/relationships/image" Target="../media/image4.jpeg"/><Relationship Id="rId1" Type="http://schemas.openxmlformats.org/officeDocument/2006/relationships/slideLayout" Target="../slideLayouts/slideLayout27.xml"/><Relationship Id="rId4" Type="http://schemas.openxmlformats.org/officeDocument/2006/relationships/hyperlink" Target="https://creativecommons.org/licenses/by/3.0/"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2.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2.xml"/></Relationships>
</file>

<file path=ppt/slides/_rels/slide1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3B4D344-E65C-20D0-9A85-D6D9397159A2}"/>
              </a:ext>
            </a:extLst>
          </p:cNvPr>
          <p:cNvSpPr txBox="1">
            <a:spLocks/>
          </p:cNvSpPr>
          <p:nvPr/>
        </p:nvSpPr>
        <p:spPr>
          <a:xfrm>
            <a:off x="5093208" y="2743200"/>
            <a:ext cx="6592824" cy="2386584"/>
          </a:xfrm>
          <a:prstGeom prst="rect">
            <a:avLst/>
          </a:prstGeom>
        </p:spPr>
        <p:txBody>
          <a:bodyPr/>
          <a:lst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a:lstStyle>
          <a:p>
            <a:endParaRPr lang="en-US"/>
          </a:p>
        </p:txBody>
      </p:sp>
      <p:pic>
        <p:nvPicPr>
          <p:cNvPr id="5" name="Picture 4" descr="Icon  Description automatically generated">
            <a:extLst>
              <a:ext uri="{FF2B5EF4-FFF2-40B4-BE49-F238E27FC236}">
                <a16:creationId xmlns:a16="http://schemas.microsoft.com/office/drawing/2014/main" id="{7BFB80E2-343F-A889-8586-7513FB7768F9}"/>
              </a:ext>
            </a:extLst>
          </p:cNvPr>
          <p:cNvPicPr>
            <a:picLocks noChangeAspect="1"/>
          </p:cNvPicPr>
          <p:nvPr/>
        </p:nvPicPr>
        <p:blipFill>
          <a:blip r:embed="rId2"/>
          <a:stretch>
            <a:fillRect/>
          </a:stretch>
        </p:blipFill>
        <p:spPr>
          <a:xfrm>
            <a:off x="2534290" y="1254169"/>
            <a:ext cx="1714500" cy="1714500"/>
          </a:xfrm>
          <a:prstGeom prst="rect">
            <a:avLst/>
          </a:prstGeom>
        </p:spPr>
      </p:pic>
      <p:pic>
        <p:nvPicPr>
          <p:cNvPr id="6" name="Picture 5" descr="Logo  Description automatically generated">
            <a:extLst>
              <a:ext uri="{FF2B5EF4-FFF2-40B4-BE49-F238E27FC236}">
                <a16:creationId xmlns:a16="http://schemas.microsoft.com/office/drawing/2014/main" id="{BBD0A0DA-252E-1D04-CC71-4615EE0DDEC0}"/>
              </a:ext>
            </a:extLst>
          </p:cNvPr>
          <p:cNvPicPr>
            <a:picLocks noChangeAspect="1"/>
          </p:cNvPicPr>
          <p:nvPr/>
        </p:nvPicPr>
        <p:blipFill>
          <a:blip r:embed="rId3"/>
          <a:stretch>
            <a:fillRect/>
          </a:stretch>
        </p:blipFill>
        <p:spPr>
          <a:xfrm>
            <a:off x="283736" y="7461504"/>
            <a:ext cx="1636779" cy="762002"/>
          </a:xfrm>
          <a:prstGeom prst="rect">
            <a:avLst/>
          </a:prstGeom>
        </p:spPr>
      </p:pic>
      <p:sp>
        <p:nvSpPr>
          <p:cNvPr id="7" name="Title 5">
            <a:extLst>
              <a:ext uri="{FF2B5EF4-FFF2-40B4-BE49-F238E27FC236}">
                <a16:creationId xmlns:a16="http://schemas.microsoft.com/office/drawing/2014/main" id="{FB8BEBF2-3E5C-806D-DF14-7B81F52D6839}"/>
              </a:ext>
            </a:extLst>
          </p:cNvPr>
          <p:cNvSpPr>
            <a:spLocks noGrp="1"/>
          </p:cNvSpPr>
          <p:nvPr>
            <p:ph type="ctrTitle"/>
          </p:nvPr>
        </p:nvSpPr>
        <p:spPr>
          <a:xfrm>
            <a:off x="6111850" y="3291840"/>
            <a:ext cx="7911389" cy="2863901"/>
          </a:xfrm>
        </p:spPr>
        <p:txBody>
          <a:bodyPr/>
          <a:lstStyle/>
          <a:p>
            <a:r>
              <a:rPr lang="en-ZA"/>
              <a:t>Business English</a:t>
            </a:r>
          </a:p>
        </p:txBody>
      </p:sp>
      <p:sp>
        <p:nvSpPr>
          <p:cNvPr id="8" name="Subtitle 6">
            <a:extLst>
              <a:ext uri="{FF2B5EF4-FFF2-40B4-BE49-F238E27FC236}">
                <a16:creationId xmlns:a16="http://schemas.microsoft.com/office/drawing/2014/main" id="{E23520A1-2FEB-CDAF-7D75-08CAE09C0F0F}"/>
              </a:ext>
            </a:extLst>
          </p:cNvPr>
          <p:cNvSpPr>
            <a:spLocks noGrp="1"/>
          </p:cNvSpPr>
          <p:nvPr>
            <p:ph type="subTitle" idx="1"/>
          </p:nvPr>
        </p:nvSpPr>
        <p:spPr>
          <a:xfrm>
            <a:off x="6111850" y="6265469"/>
            <a:ext cx="7911389" cy="1196035"/>
          </a:xfrm>
        </p:spPr>
        <p:txBody>
          <a:bodyPr/>
          <a:lstStyle/>
          <a:p>
            <a:r>
              <a:rPr lang="en-ZA" err="1"/>
              <a:t>Tuspeaking</a:t>
            </a:r>
            <a:endParaRPr lang="en-ZA"/>
          </a:p>
        </p:txBody>
      </p:sp>
    </p:spTree>
    <p:extLst>
      <p:ext uri="{BB962C8B-B14F-4D97-AF65-F5344CB8AC3E}">
        <p14:creationId xmlns:p14="http://schemas.microsoft.com/office/powerpoint/2010/main" val="40381679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005840" y="438150"/>
            <a:ext cx="12618720" cy="1590676"/>
          </a:xfrm>
          <a:prstGeom prst="rect">
            <a:avLst/>
          </a:prstGeom>
        </p:spPr>
        <p:txBody>
          <a:bodyPr vert="horz" lIns="91440" tIns="45720" rIns="91440" bIns="45720" rtlCol="0" anchor="ctr">
            <a:normAutofit/>
          </a:bodyPr>
          <a:lstStyle/>
          <a:p>
            <a:pPr marL="0" indent="0" defTabSz="1097280">
              <a:lnSpc>
                <a:spcPct val="90000"/>
              </a:lnSpc>
              <a:spcBef>
                <a:spcPct val="0"/>
              </a:spcBef>
              <a:spcAft>
                <a:spcPts val="600"/>
              </a:spcAft>
            </a:pPr>
            <a:r>
              <a:rPr lang="en-US" sz="5280" kern="1200">
                <a:latin typeface="+mj-lt"/>
                <a:ea typeface="+mj-ea"/>
                <a:cs typeface="+mj-cs"/>
              </a:rPr>
              <a:t>Identify Cultural Differences in Business Practices</a:t>
            </a:r>
          </a:p>
        </p:txBody>
      </p:sp>
      <p:pic>
        <p:nvPicPr>
          <p:cNvPr id="9" name="Image 1" descr="preencoded.png"/>
          <p:cNvPicPr>
            <a:picLocks noChangeAspect="1"/>
          </p:cNvPicPr>
          <p:nvPr/>
        </p:nvPicPr>
        <p:blipFill rotWithShape="1">
          <a:blip r:embed="rId3"/>
          <a:srcRect t="17384" b="26561"/>
          <a:stretch/>
        </p:blipFill>
        <p:spPr>
          <a:xfrm>
            <a:off x="1498209" y="2508739"/>
            <a:ext cx="5043542" cy="4235402"/>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5" name="Text 3"/>
          <p:cNvSpPr/>
          <p:nvPr/>
        </p:nvSpPr>
        <p:spPr>
          <a:xfrm>
            <a:off x="7758332" y="3007994"/>
            <a:ext cx="6217920" cy="5221606"/>
          </a:xfrm>
          <a:prstGeom prst="rect">
            <a:avLst/>
          </a:prstGeom>
        </p:spPr>
        <p:txBody>
          <a:bodyPr vert="horz" lIns="91440" tIns="45720" rIns="91440" bIns="45720" rtlCol="0">
            <a:normAutofit/>
          </a:bodyPr>
          <a:lstStyle/>
          <a:p>
            <a:pPr marL="0" indent="-274320" defTabSz="1097280">
              <a:lnSpc>
                <a:spcPct val="90000"/>
              </a:lnSpc>
              <a:spcAft>
                <a:spcPts val="600"/>
              </a:spcAft>
              <a:buFont typeface="Arial" panose="020B0604020202020204" pitchFamily="34" charset="0"/>
              <a:buChar char="•"/>
            </a:pPr>
            <a:r>
              <a:rPr lang="en-US" sz="3360"/>
              <a:t>Gain insight on understanding different cultures in business practices and why it matters in the global economy.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61478-3EBF-E1BB-043A-64CC4D591C84}"/>
              </a:ext>
            </a:extLst>
          </p:cNvPr>
          <p:cNvSpPr>
            <a:spLocks noGrp="1"/>
          </p:cNvSpPr>
          <p:nvPr>
            <p:ph type="title"/>
          </p:nvPr>
        </p:nvSpPr>
        <p:spPr>
          <a:xfrm>
            <a:off x="1005840" y="438150"/>
            <a:ext cx="12618720" cy="1590676"/>
          </a:xfrm>
        </p:spPr>
        <p:txBody>
          <a:bodyPr anchor="ctr">
            <a:normAutofit/>
          </a:bodyPr>
          <a:lstStyle/>
          <a:p>
            <a:r>
              <a:rPr lang="en-ZA"/>
              <a:t>Warm-up</a:t>
            </a:r>
          </a:p>
        </p:txBody>
      </p:sp>
      <p:sp>
        <p:nvSpPr>
          <p:cNvPr id="3" name="Content Placeholder 2">
            <a:extLst>
              <a:ext uri="{FF2B5EF4-FFF2-40B4-BE49-F238E27FC236}">
                <a16:creationId xmlns:a16="http://schemas.microsoft.com/office/drawing/2014/main" id="{5A1FC5C2-F2D7-EA93-B4DE-25F41082FF06}"/>
              </a:ext>
            </a:extLst>
          </p:cNvPr>
          <p:cNvSpPr>
            <a:spLocks noGrp="1"/>
          </p:cNvSpPr>
          <p:nvPr>
            <p:ph sz="half" idx="1"/>
          </p:nvPr>
        </p:nvSpPr>
        <p:spPr>
          <a:xfrm>
            <a:off x="1005840" y="2190750"/>
            <a:ext cx="6217920" cy="5221606"/>
          </a:xfrm>
        </p:spPr>
        <p:txBody>
          <a:bodyPr>
            <a:normAutofit/>
          </a:bodyPr>
          <a:lstStyle/>
          <a:p>
            <a:pPr>
              <a:buFont typeface="Arial" panose="020B0604020202020204" pitchFamily="34" charset="0"/>
              <a:buChar char="•"/>
            </a:pPr>
            <a:r>
              <a:rPr lang="en-GB" sz="2100" b="0" i="0">
                <a:effectLst/>
              </a:rPr>
              <a:t>What are the norms for making eye contact in your culture?</a:t>
            </a:r>
          </a:p>
          <a:p>
            <a:pPr>
              <a:buFont typeface="Arial" panose="020B0604020202020204" pitchFamily="34" charset="0"/>
              <a:buChar char="•"/>
            </a:pPr>
            <a:r>
              <a:rPr lang="en-GB" sz="2100" b="0" i="0">
                <a:effectLst/>
              </a:rPr>
              <a:t>What is the appropriate way to give and receive gifts in your culture?</a:t>
            </a:r>
          </a:p>
          <a:p>
            <a:pPr>
              <a:buFont typeface="Arial" panose="020B0604020202020204" pitchFamily="34" charset="0"/>
              <a:buChar char="•"/>
            </a:pPr>
            <a:r>
              <a:rPr lang="en-GB" sz="2100" b="0" i="0">
                <a:effectLst/>
              </a:rPr>
              <a:t>How do you typically negotiate business deals in your culture?</a:t>
            </a:r>
          </a:p>
          <a:p>
            <a:pPr>
              <a:buFont typeface="Arial" panose="020B0604020202020204" pitchFamily="34" charset="0"/>
              <a:buChar char="•"/>
            </a:pPr>
            <a:r>
              <a:rPr lang="en-GB" sz="2100" b="0" i="0">
                <a:effectLst/>
              </a:rPr>
              <a:t>What is the appropriate dress code for business in your culture?</a:t>
            </a:r>
          </a:p>
          <a:p>
            <a:pPr>
              <a:buFont typeface="Arial" panose="020B0604020202020204" pitchFamily="34" charset="0"/>
              <a:buChar char="•"/>
            </a:pPr>
            <a:r>
              <a:rPr lang="en-GB" sz="2100" b="0" i="0">
                <a:effectLst/>
              </a:rPr>
              <a:t>How important is punctuality in your culture?</a:t>
            </a:r>
          </a:p>
          <a:p>
            <a:pPr>
              <a:buFont typeface="Arial" panose="020B0604020202020204" pitchFamily="34" charset="0"/>
              <a:buChar char="•"/>
            </a:pPr>
            <a:r>
              <a:rPr lang="en-GB" sz="2100" b="0" i="0">
                <a:effectLst/>
              </a:rPr>
              <a:t>How do you address people in your culture?</a:t>
            </a:r>
          </a:p>
          <a:p>
            <a:pPr>
              <a:buFont typeface="Arial" panose="020B0604020202020204" pitchFamily="34" charset="0"/>
              <a:buChar char="•"/>
            </a:pPr>
            <a:r>
              <a:rPr lang="en-GB" sz="2100" b="0" i="0">
                <a:effectLst/>
              </a:rPr>
              <a:t>What are the roles of men and women in business in your culture?</a:t>
            </a:r>
          </a:p>
          <a:p>
            <a:endParaRPr lang="en-ZA" sz="2100"/>
          </a:p>
        </p:txBody>
      </p:sp>
      <p:pic>
        <p:nvPicPr>
          <p:cNvPr id="6" name="Picture Placeholder 5" descr="A group of people in a circle">
            <a:extLst>
              <a:ext uri="{FF2B5EF4-FFF2-40B4-BE49-F238E27FC236}">
                <a16:creationId xmlns:a16="http://schemas.microsoft.com/office/drawing/2014/main" id="{57D932F3-05C9-8E61-CB5D-7C7E701D271B}"/>
              </a:ext>
            </a:extLst>
          </p:cNvPr>
          <p:cNvPicPr>
            <a:picLocks noGrp="1" noChangeAspect="1"/>
          </p:cNvPicPr>
          <p:nvPr>
            <p:ph sz="half" idx="2"/>
          </p:nvPr>
        </p:nvPicPr>
        <p:blipFill rotWithShape="1">
          <a:blip r:embed="rId2">
            <a:extLst>
              <a:ext uri="{837473B0-CC2E-450A-ABE3-18F120FF3D39}">
                <a1611:picAttrSrcUrl xmlns:a1611="http://schemas.microsoft.com/office/drawing/2016/11/main" r:id="rId3"/>
              </a:ext>
            </a:extLst>
          </a:blip>
          <a:srcRect t="9949" r="1" b="6075"/>
          <a:stretch/>
        </p:blipFill>
        <p:spPr>
          <a:xfrm>
            <a:off x="7406640" y="2190750"/>
            <a:ext cx="6217920" cy="5221606"/>
          </a:xfrm>
          <a:noFill/>
        </p:spPr>
      </p:pic>
      <p:sp>
        <p:nvSpPr>
          <p:cNvPr id="7" name="TextBox 6">
            <a:extLst>
              <a:ext uri="{FF2B5EF4-FFF2-40B4-BE49-F238E27FC236}">
                <a16:creationId xmlns:a16="http://schemas.microsoft.com/office/drawing/2014/main" id="{48ACA2C7-B520-0625-BFDB-7C16FCB57C18}"/>
              </a:ext>
            </a:extLst>
          </p:cNvPr>
          <p:cNvSpPr txBox="1"/>
          <p:nvPr/>
        </p:nvSpPr>
        <p:spPr>
          <a:xfrm>
            <a:off x="11160424" y="7212301"/>
            <a:ext cx="2464136" cy="200055"/>
          </a:xfrm>
          <a:prstGeom prst="rect">
            <a:avLst/>
          </a:prstGeom>
          <a:solidFill>
            <a:srgbClr val="000000"/>
          </a:solidFill>
        </p:spPr>
        <p:txBody>
          <a:bodyPr wrap="none" rtlCol="0">
            <a:spAutoFit/>
          </a:bodyPr>
          <a:lstStyle/>
          <a:p>
            <a:pPr algn="r">
              <a:spcAft>
                <a:spcPts val="600"/>
              </a:spcAft>
            </a:pPr>
            <a:r>
              <a:rPr lang="en-ZA" sz="700">
                <a:solidFill>
                  <a:srgbClr val="FFFFFF"/>
                </a:solidFill>
                <a:hlinkClick r:id="rId3" tooltip="http://hoganhayes.blogspot.com/2014/10/thoughts-on-writing-in-english-from.html">
                  <a:extLst>
                    <a:ext uri="{A12FA001-AC4F-418D-AE19-62706E023703}">
                      <ahyp:hlinkClr xmlns:ahyp="http://schemas.microsoft.com/office/drawing/2018/hyperlinkcolor" val="tx"/>
                    </a:ext>
                  </a:extLst>
                </a:hlinkClick>
              </a:rPr>
              <a:t>This Photo</a:t>
            </a:r>
            <a:r>
              <a:rPr lang="en-ZA" sz="700">
                <a:solidFill>
                  <a:srgbClr val="FFFFFF"/>
                </a:solidFill>
              </a:rPr>
              <a:t> by Unknown Author is licensed under </a:t>
            </a:r>
            <a:r>
              <a:rPr lang="en-ZA" sz="700">
                <a:solidFill>
                  <a:srgbClr val="FFFFFF"/>
                </a:solidFill>
                <a:hlinkClick r:id="rId4" tooltip="https://creativecommons.org/licenses/by/3.0/">
                  <a:extLst>
                    <a:ext uri="{A12FA001-AC4F-418D-AE19-62706E023703}">
                      <ahyp:hlinkClr xmlns:ahyp="http://schemas.microsoft.com/office/drawing/2018/hyperlinkcolor" val="tx"/>
                    </a:ext>
                  </a:extLst>
                </a:hlinkClick>
              </a:rPr>
              <a:t>CC BY</a:t>
            </a:r>
            <a:endParaRPr lang="en-ZA" sz="700">
              <a:solidFill>
                <a:srgbClr val="FFFFFF"/>
              </a:solidFill>
            </a:endParaRPr>
          </a:p>
        </p:txBody>
      </p:sp>
    </p:spTree>
    <p:extLst>
      <p:ext uri="{BB962C8B-B14F-4D97-AF65-F5344CB8AC3E}">
        <p14:creationId xmlns:p14="http://schemas.microsoft.com/office/powerpoint/2010/main" val="3673770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955C4-5B63-BE45-9B05-A79591943FDB}"/>
              </a:ext>
            </a:extLst>
          </p:cNvPr>
          <p:cNvSpPr>
            <a:spLocks noGrp="1"/>
          </p:cNvSpPr>
          <p:nvPr>
            <p:ph type="title"/>
          </p:nvPr>
        </p:nvSpPr>
        <p:spPr/>
        <p:txBody>
          <a:bodyPr/>
          <a:lstStyle/>
          <a:p>
            <a:r>
              <a:rPr lang="en-ZA"/>
              <a:t>Useful Vocabulary</a:t>
            </a:r>
          </a:p>
        </p:txBody>
      </p:sp>
      <p:sp>
        <p:nvSpPr>
          <p:cNvPr id="3" name="Content Placeholder 2">
            <a:extLst>
              <a:ext uri="{FF2B5EF4-FFF2-40B4-BE49-F238E27FC236}">
                <a16:creationId xmlns:a16="http://schemas.microsoft.com/office/drawing/2014/main" id="{D6AC1C68-94DC-7ECE-F389-F24F0C3F8014}"/>
              </a:ext>
            </a:extLst>
          </p:cNvPr>
          <p:cNvSpPr>
            <a:spLocks noGrp="1"/>
          </p:cNvSpPr>
          <p:nvPr>
            <p:ph sz="half" idx="1"/>
          </p:nvPr>
        </p:nvSpPr>
        <p:spPr/>
        <p:txBody>
          <a:bodyPr>
            <a:normAutofit fontScale="85000" lnSpcReduction="20000"/>
          </a:bodyPr>
          <a:lstStyle/>
          <a:p>
            <a:pPr algn="l">
              <a:buFont typeface="Arial" panose="020B0604020202020204" pitchFamily="34" charset="0"/>
              <a:buChar char="•"/>
            </a:pPr>
            <a:r>
              <a:rPr lang="en-GB" b="0" i="0">
                <a:effectLst/>
                <a:latin typeface="Google Sans"/>
              </a:rPr>
              <a:t>Phrasal verbs:</a:t>
            </a:r>
          </a:p>
          <a:p>
            <a:pPr marL="742950" lvl="1" indent="-285750" algn="l">
              <a:buFont typeface="Arial" panose="020B0604020202020204" pitchFamily="34" charset="0"/>
              <a:buChar char="•"/>
            </a:pPr>
            <a:r>
              <a:rPr lang="en-GB" b="0" i="0">
                <a:effectLst/>
                <a:latin typeface="Google Sans"/>
              </a:rPr>
              <a:t>Break the ice: To start a conversation or interaction with someone you don't know well.</a:t>
            </a:r>
          </a:p>
          <a:p>
            <a:pPr marL="742950" lvl="1" indent="-285750" algn="l">
              <a:buFont typeface="Arial" panose="020B0604020202020204" pitchFamily="34" charset="0"/>
              <a:buChar char="•"/>
            </a:pPr>
            <a:r>
              <a:rPr lang="en-GB" b="0" i="0">
                <a:effectLst/>
                <a:latin typeface="Google Sans"/>
              </a:rPr>
              <a:t>Get in touch: To contact someone, usually by phone or email.</a:t>
            </a:r>
          </a:p>
          <a:p>
            <a:pPr marL="742950" lvl="1" indent="-285750" algn="l">
              <a:buFont typeface="Arial" panose="020B0604020202020204" pitchFamily="34" charset="0"/>
              <a:buChar char="•"/>
            </a:pPr>
            <a:r>
              <a:rPr lang="en-GB" b="0" i="0">
                <a:effectLst/>
                <a:latin typeface="Google Sans"/>
              </a:rPr>
              <a:t>Make a scene: To cause a disturbance or commotion in public.</a:t>
            </a:r>
          </a:p>
          <a:p>
            <a:pPr marL="742950" lvl="1" indent="-285750" algn="l">
              <a:buFont typeface="Arial" panose="020B0604020202020204" pitchFamily="34" charset="0"/>
              <a:buChar char="•"/>
            </a:pPr>
            <a:r>
              <a:rPr lang="en-GB" b="0" i="0">
                <a:effectLst/>
                <a:latin typeface="Google Sans"/>
              </a:rPr>
              <a:t>Put your foot in your mouth: To say something foolish or embarrassing.</a:t>
            </a:r>
          </a:p>
          <a:p>
            <a:pPr marL="742950" lvl="1" indent="-285750" algn="l">
              <a:buFont typeface="Arial" panose="020B0604020202020204" pitchFamily="34" charset="0"/>
              <a:buChar char="•"/>
            </a:pPr>
            <a:r>
              <a:rPr lang="en-GB" b="0" i="0">
                <a:effectLst/>
                <a:latin typeface="Google Sans"/>
              </a:rPr>
              <a:t>Stick out like a sore thumb: To be very noticeable or different from others.</a:t>
            </a:r>
          </a:p>
          <a:p>
            <a:endParaRPr lang="en-ZA"/>
          </a:p>
        </p:txBody>
      </p:sp>
      <p:sp>
        <p:nvSpPr>
          <p:cNvPr id="4" name="Content Placeholder 3">
            <a:extLst>
              <a:ext uri="{FF2B5EF4-FFF2-40B4-BE49-F238E27FC236}">
                <a16:creationId xmlns:a16="http://schemas.microsoft.com/office/drawing/2014/main" id="{0800DAD0-EF17-CA40-BAAE-E85DEDBB5578}"/>
              </a:ext>
            </a:extLst>
          </p:cNvPr>
          <p:cNvSpPr>
            <a:spLocks noGrp="1"/>
          </p:cNvSpPr>
          <p:nvPr>
            <p:ph sz="half" idx="2"/>
          </p:nvPr>
        </p:nvSpPr>
        <p:spPr/>
        <p:txBody>
          <a:bodyPr>
            <a:normAutofit fontScale="85000" lnSpcReduction="20000"/>
          </a:bodyPr>
          <a:lstStyle/>
          <a:p>
            <a:pPr algn="l">
              <a:buFont typeface="Arial" panose="020B0604020202020204" pitchFamily="34" charset="0"/>
              <a:buChar char="•"/>
            </a:pPr>
            <a:r>
              <a:rPr lang="en-GB" b="0" i="0">
                <a:effectLst/>
                <a:latin typeface="Google Sans"/>
              </a:rPr>
              <a:t>Idioms:</a:t>
            </a:r>
          </a:p>
          <a:p>
            <a:pPr marL="742950" lvl="1" indent="-285750" algn="l">
              <a:buFont typeface="Arial" panose="020B0604020202020204" pitchFamily="34" charset="0"/>
              <a:buChar char="•"/>
            </a:pPr>
            <a:r>
              <a:rPr lang="en-GB" b="0" i="0">
                <a:effectLst/>
                <a:latin typeface="Google Sans"/>
              </a:rPr>
              <a:t>A bird in the hand is worth two in the bush: It is better to have something you know you can get than to risk not getting something better.</a:t>
            </a:r>
          </a:p>
          <a:p>
            <a:pPr marL="742950" lvl="1" indent="-285750" algn="l">
              <a:buFont typeface="Arial" panose="020B0604020202020204" pitchFamily="34" charset="0"/>
              <a:buChar char="•"/>
            </a:pPr>
            <a:r>
              <a:rPr lang="en-GB" b="0" i="0">
                <a:effectLst/>
                <a:latin typeface="Google Sans"/>
              </a:rPr>
              <a:t>Don't judge a book by its cover: Do not make assumptions about someone or something based on their appearance.</a:t>
            </a:r>
          </a:p>
          <a:p>
            <a:pPr marL="742950" lvl="1" indent="-285750" algn="l">
              <a:buFont typeface="Arial" panose="020B0604020202020204" pitchFamily="34" charset="0"/>
              <a:buChar char="•"/>
            </a:pPr>
            <a:r>
              <a:rPr lang="en-GB" b="0" i="0">
                <a:effectLst/>
                <a:latin typeface="Google Sans"/>
              </a:rPr>
              <a:t>Every cloud has a silver lining: There is always something positive to be found, even in difficult situations.</a:t>
            </a:r>
          </a:p>
          <a:p>
            <a:pPr marL="742950" lvl="1" indent="-285750" algn="l">
              <a:buFont typeface="Arial" panose="020B0604020202020204" pitchFamily="34" charset="0"/>
              <a:buChar char="•"/>
            </a:pPr>
            <a:r>
              <a:rPr lang="en-GB" b="0" i="0">
                <a:effectLst/>
                <a:latin typeface="Google Sans"/>
              </a:rPr>
              <a:t>Strike while the iron is hot: Take advantage of an opportunity when it arises.</a:t>
            </a:r>
          </a:p>
          <a:p>
            <a:pPr marL="742950" lvl="1" indent="-285750" algn="l">
              <a:buFont typeface="Arial" panose="020B0604020202020204" pitchFamily="34" charset="0"/>
              <a:buChar char="•"/>
            </a:pPr>
            <a:r>
              <a:rPr lang="en-GB" b="0" i="0">
                <a:effectLst/>
                <a:latin typeface="Google Sans"/>
              </a:rPr>
              <a:t>The grass is always greener on the other side of the fence: People often believe that things are better in other places than they are in their own lives.</a:t>
            </a:r>
          </a:p>
          <a:p>
            <a:pPr marL="0" indent="0">
              <a:buNone/>
            </a:pPr>
            <a:endParaRPr lang="en-ZA"/>
          </a:p>
        </p:txBody>
      </p:sp>
    </p:spTree>
    <p:extLst>
      <p:ext uri="{BB962C8B-B14F-4D97-AF65-F5344CB8AC3E}">
        <p14:creationId xmlns:p14="http://schemas.microsoft.com/office/powerpoint/2010/main" val="3989468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D98E6-857C-2E99-854D-8F9A00748903}"/>
              </a:ext>
            </a:extLst>
          </p:cNvPr>
          <p:cNvSpPr>
            <a:spLocks noGrp="1"/>
          </p:cNvSpPr>
          <p:nvPr>
            <p:ph type="title"/>
          </p:nvPr>
        </p:nvSpPr>
        <p:spPr>
          <a:xfrm>
            <a:off x="890515" y="325902"/>
            <a:ext cx="4718684" cy="1920240"/>
          </a:xfrm>
        </p:spPr>
        <p:txBody>
          <a:bodyPr anchor="b">
            <a:normAutofit/>
          </a:bodyPr>
          <a:lstStyle/>
          <a:p>
            <a:r>
              <a:rPr lang="en-ZA"/>
              <a:t>Let’s put it into practice </a:t>
            </a:r>
          </a:p>
        </p:txBody>
      </p:sp>
      <p:sp>
        <p:nvSpPr>
          <p:cNvPr id="4" name="Content Placeholder 3">
            <a:extLst>
              <a:ext uri="{FF2B5EF4-FFF2-40B4-BE49-F238E27FC236}">
                <a16:creationId xmlns:a16="http://schemas.microsoft.com/office/drawing/2014/main" id="{C39CB1DF-E795-6CF3-21A9-014E1B691294}"/>
              </a:ext>
            </a:extLst>
          </p:cNvPr>
          <p:cNvSpPr>
            <a:spLocks noGrp="1"/>
          </p:cNvSpPr>
          <p:nvPr>
            <p:ph type="body" sz="half" idx="2"/>
          </p:nvPr>
        </p:nvSpPr>
        <p:spPr>
          <a:xfrm>
            <a:off x="1007746" y="2468880"/>
            <a:ext cx="4718684" cy="4573906"/>
          </a:xfrm>
        </p:spPr>
        <p:txBody>
          <a:bodyPr>
            <a:normAutofit/>
          </a:bodyPr>
          <a:lstStyle/>
          <a:p>
            <a:pPr>
              <a:buFont typeface="Arial" panose="020B0604020202020204" pitchFamily="34" charset="0"/>
              <a:buChar char="•"/>
            </a:pPr>
            <a:r>
              <a:rPr lang="en-GB" b="0" i="0" dirty="0">
                <a:effectLst/>
              </a:rPr>
              <a:t>Break the ice: to start a conversation or interaction with someone you don't know well.</a:t>
            </a:r>
          </a:p>
          <a:p>
            <a:pPr>
              <a:buFont typeface="Arial" panose="020B0604020202020204" pitchFamily="34" charset="0"/>
              <a:buChar char="•"/>
            </a:pPr>
            <a:r>
              <a:rPr lang="en-GB" b="0" i="0" dirty="0">
                <a:effectLst/>
              </a:rPr>
              <a:t>Get in touch: to contact someone, usually by phone or email.</a:t>
            </a:r>
          </a:p>
          <a:p>
            <a:pPr>
              <a:buFont typeface="Arial" panose="020B0604020202020204" pitchFamily="34" charset="0"/>
              <a:buChar char="•"/>
            </a:pPr>
            <a:r>
              <a:rPr lang="en-GB" b="0" i="0" dirty="0">
                <a:effectLst/>
              </a:rPr>
              <a:t>Make a scene: to cause a disturbance or commotion in public.</a:t>
            </a:r>
          </a:p>
          <a:p>
            <a:pPr>
              <a:buFont typeface="Arial" panose="020B0604020202020204" pitchFamily="34" charset="0"/>
              <a:buChar char="•"/>
            </a:pPr>
            <a:r>
              <a:rPr lang="en-GB" b="0" i="0" dirty="0">
                <a:effectLst/>
              </a:rPr>
              <a:t>Put your foot in your mouth: to say something foolish or embarrassing.</a:t>
            </a:r>
          </a:p>
          <a:p>
            <a:pPr>
              <a:buFont typeface="Arial" panose="020B0604020202020204" pitchFamily="34" charset="0"/>
              <a:buChar char="•"/>
            </a:pPr>
            <a:r>
              <a:rPr lang="en-GB" b="0" i="0" dirty="0">
                <a:effectLst/>
              </a:rPr>
              <a:t>Stick out like a sore thumb: to be very noticeable or different from others</a:t>
            </a:r>
          </a:p>
          <a:p>
            <a:endParaRPr lang="en-ZA" dirty="0"/>
          </a:p>
        </p:txBody>
      </p:sp>
      <p:graphicFrame>
        <p:nvGraphicFramePr>
          <p:cNvPr id="6" name="Content Placeholder 2">
            <a:extLst>
              <a:ext uri="{FF2B5EF4-FFF2-40B4-BE49-F238E27FC236}">
                <a16:creationId xmlns:a16="http://schemas.microsoft.com/office/drawing/2014/main" id="{5735CEB9-BD0D-19FE-50F5-898872B21B0D}"/>
              </a:ext>
            </a:extLst>
          </p:cNvPr>
          <p:cNvGraphicFramePr>
            <a:graphicFrameLocks noGrp="1"/>
          </p:cNvGraphicFramePr>
          <p:nvPr>
            <p:ph idx="1"/>
            <p:extLst>
              <p:ext uri="{D42A27DB-BD31-4B8C-83A1-F6EECF244321}">
                <p14:modId xmlns:p14="http://schemas.microsoft.com/office/powerpoint/2010/main" val="2287857266"/>
              </p:ext>
            </p:extLst>
          </p:nvPr>
        </p:nvGraphicFramePr>
        <p:xfrm>
          <a:off x="6219826" y="1184911"/>
          <a:ext cx="7406640" cy="58483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464511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4" name="Text 2"/>
          <p:cNvSpPr/>
          <p:nvPr/>
        </p:nvSpPr>
        <p:spPr>
          <a:xfrm>
            <a:off x="1289538" y="881786"/>
            <a:ext cx="10784003" cy="1165797"/>
          </a:xfrm>
          <a:prstGeom prst="rect">
            <a:avLst/>
          </a:prstGeom>
          <a:noFill/>
          <a:ln/>
        </p:spPr>
        <p:txBody>
          <a:bodyPr wrap="square" rtlCol="0" anchor="t"/>
          <a:lstStyle/>
          <a:p>
            <a:pPr marL="0" indent="0">
              <a:lnSpc>
                <a:spcPts val="4624"/>
              </a:lnSpc>
              <a:buNone/>
            </a:pPr>
            <a:r>
              <a:rPr lang="en-US" sz="3699">
                <a:latin typeface="Roboto Slab" pitchFamily="34" charset="0"/>
                <a:ea typeface="Roboto Slab" pitchFamily="34" charset="-122"/>
                <a:cs typeface="Roboto Slab" pitchFamily="34" charset="-120"/>
              </a:rPr>
              <a:t>Different Types of Cultural Differences in Business</a:t>
            </a:r>
            <a:endParaRPr lang="en-US" sz="3699"/>
          </a:p>
        </p:txBody>
      </p:sp>
      <p:sp>
        <p:nvSpPr>
          <p:cNvPr id="5" name="Shape 3"/>
          <p:cNvSpPr/>
          <p:nvPr/>
        </p:nvSpPr>
        <p:spPr>
          <a:xfrm>
            <a:off x="6191012" y="3131366"/>
            <a:ext cx="422791" cy="419682"/>
          </a:xfrm>
          <a:prstGeom prst="roundRect">
            <a:avLst>
              <a:gd name="adj" fmla="val 26866"/>
            </a:avLst>
          </a:prstGeom>
          <a:solidFill>
            <a:srgbClr val="161B23"/>
          </a:solidFill>
          <a:ln/>
        </p:spPr>
        <p:txBody>
          <a:bodyPr/>
          <a:lstStyle/>
          <a:p>
            <a:endParaRPr lang="en-ZA"/>
          </a:p>
        </p:txBody>
      </p:sp>
      <p:sp>
        <p:nvSpPr>
          <p:cNvPr id="6" name="Text 4"/>
          <p:cNvSpPr/>
          <p:nvPr/>
        </p:nvSpPr>
        <p:spPr>
          <a:xfrm>
            <a:off x="6345198" y="3166231"/>
            <a:ext cx="114300" cy="349834"/>
          </a:xfrm>
          <a:prstGeom prst="rect">
            <a:avLst/>
          </a:prstGeom>
          <a:noFill/>
          <a:ln/>
        </p:spPr>
        <p:txBody>
          <a:bodyPr wrap="none" rtlCol="0" anchor="t"/>
          <a:lstStyle/>
          <a:p>
            <a:pPr marL="0" indent="0" algn="ctr">
              <a:lnSpc>
                <a:spcPts val="2774"/>
              </a:lnSpc>
              <a:buNone/>
            </a:pPr>
            <a:r>
              <a:rPr lang="en-US" sz="2220">
                <a:latin typeface="Roboto Slab" pitchFamily="34" charset="0"/>
                <a:ea typeface="Roboto Slab" pitchFamily="34" charset="-122"/>
                <a:cs typeface="Roboto Slab" pitchFamily="34" charset="-120"/>
              </a:rPr>
              <a:t>1</a:t>
            </a:r>
            <a:endParaRPr lang="en-US" sz="2220"/>
          </a:p>
        </p:txBody>
      </p:sp>
      <p:sp>
        <p:nvSpPr>
          <p:cNvPr id="7" name="Text 5"/>
          <p:cNvSpPr/>
          <p:nvPr/>
        </p:nvSpPr>
        <p:spPr>
          <a:xfrm>
            <a:off x="6801683" y="3195423"/>
            <a:ext cx="2583180" cy="291449"/>
          </a:xfrm>
          <a:prstGeom prst="rect">
            <a:avLst/>
          </a:prstGeom>
          <a:noFill/>
          <a:ln/>
        </p:spPr>
        <p:txBody>
          <a:bodyPr wrap="none" rtlCol="0" anchor="t"/>
          <a:lstStyle/>
          <a:p>
            <a:pPr marL="0" indent="0">
              <a:lnSpc>
                <a:spcPts val="2312"/>
              </a:lnSpc>
              <a:buNone/>
            </a:pPr>
            <a:r>
              <a:rPr lang="en-US" sz="1850">
                <a:latin typeface="Roboto Slab" pitchFamily="34" charset="0"/>
                <a:ea typeface="Roboto Slab" pitchFamily="34" charset="-122"/>
                <a:cs typeface="Roboto Slab" pitchFamily="34" charset="-120"/>
              </a:rPr>
              <a:t>Customs and traditions</a:t>
            </a:r>
            <a:endParaRPr lang="en-US" sz="1850"/>
          </a:p>
        </p:txBody>
      </p:sp>
      <p:sp>
        <p:nvSpPr>
          <p:cNvPr id="8" name="Text 6"/>
          <p:cNvSpPr/>
          <p:nvPr/>
        </p:nvSpPr>
        <p:spPr>
          <a:xfrm>
            <a:off x="6801683" y="3673371"/>
            <a:ext cx="3162776" cy="894912"/>
          </a:xfrm>
          <a:prstGeom prst="rect">
            <a:avLst/>
          </a:prstGeom>
          <a:noFill/>
          <a:ln/>
        </p:spPr>
        <p:txBody>
          <a:bodyPr wrap="square" rtlCol="0" anchor="t"/>
          <a:lstStyle/>
          <a:p>
            <a:pPr marL="0" indent="0">
              <a:lnSpc>
                <a:spcPts val="2368"/>
              </a:lnSpc>
              <a:buNone/>
            </a:pPr>
            <a:r>
              <a:rPr lang="en-US" sz="1480">
                <a:latin typeface="Roboto" pitchFamily="34" charset="0"/>
                <a:ea typeface="Roboto" pitchFamily="34" charset="-122"/>
                <a:cs typeface="Roboto" pitchFamily="34" charset="-120"/>
              </a:rPr>
              <a:t>Unspoken rules of communication and etiquette that vary between different cultures</a:t>
            </a:r>
            <a:endParaRPr lang="en-US" sz="1480"/>
          </a:p>
        </p:txBody>
      </p:sp>
      <p:sp>
        <p:nvSpPr>
          <p:cNvPr id="9" name="Shape 7"/>
          <p:cNvSpPr/>
          <p:nvPr/>
        </p:nvSpPr>
        <p:spPr>
          <a:xfrm>
            <a:off x="10152340" y="3131366"/>
            <a:ext cx="422791" cy="419682"/>
          </a:xfrm>
          <a:prstGeom prst="roundRect">
            <a:avLst>
              <a:gd name="adj" fmla="val 26866"/>
            </a:avLst>
          </a:prstGeom>
          <a:solidFill>
            <a:srgbClr val="161B23"/>
          </a:solidFill>
          <a:ln/>
        </p:spPr>
        <p:txBody>
          <a:bodyPr/>
          <a:lstStyle/>
          <a:p>
            <a:endParaRPr lang="en-ZA"/>
          </a:p>
        </p:txBody>
      </p:sp>
      <p:sp>
        <p:nvSpPr>
          <p:cNvPr id="10" name="Text 8"/>
          <p:cNvSpPr/>
          <p:nvPr/>
        </p:nvSpPr>
        <p:spPr>
          <a:xfrm>
            <a:off x="10287476" y="3166231"/>
            <a:ext cx="152400" cy="349834"/>
          </a:xfrm>
          <a:prstGeom prst="rect">
            <a:avLst/>
          </a:prstGeom>
          <a:noFill/>
          <a:ln/>
        </p:spPr>
        <p:txBody>
          <a:bodyPr wrap="none" rtlCol="0" anchor="t"/>
          <a:lstStyle/>
          <a:p>
            <a:pPr marL="0" indent="0" algn="ctr">
              <a:lnSpc>
                <a:spcPts val="2774"/>
              </a:lnSpc>
              <a:buNone/>
            </a:pPr>
            <a:r>
              <a:rPr lang="en-US" sz="2220">
                <a:latin typeface="Roboto Slab" pitchFamily="34" charset="0"/>
                <a:ea typeface="Roboto Slab" pitchFamily="34" charset="-122"/>
                <a:cs typeface="Roboto Slab" pitchFamily="34" charset="-120"/>
              </a:rPr>
              <a:t>2</a:t>
            </a:r>
            <a:endParaRPr lang="en-US" sz="2220"/>
          </a:p>
        </p:txBody>
      </p:sp>
      <p:sp>
        <p:nvSpPr>
          <p:cNvPr id="11" name="Text 9"/>
          <p:cNvSpPr/>
          <p:nvPr/>
        </p:nvSpPr>
        <p:spPr>
          <a:xfrm>
            <a:off x="10763012" y="3195423"/>
            <a:ext cx="3162776" cy="582898"/>
          </a:xfrm>
          <a:prstGeom prst="rect">
            <a:avLst/>
          </a:prstGeom>
          <a:noFill/>
          <a:ln/>
        </p:spPr>
        <p:txBody>
          <a:bodyPr wrap="square" rtlCol="0" anchor="t"/>
          <a:lstStyle/>
          <a:p>
            <a:pPr marL="0" indent="0">
              <a:lnSpc>
                <a:spcPts val="2312"/>
              </a:lnSpc>
              <a:buNone/>
            </a:pPr>
            <a:r>
              <a:rPr lang="en-US" sz="1850">
                <a:latin typeface="Roboto Slab" pitchFamily="34" charset="0"/>
                <a:ea typeface="Roboto Slab" pitchFamily="34" charset="-122"/>
                <a:cs typeface="Roboto Slab" pitchFamily="34" charset="-120"/>
              </a:rPr>
              <a:t>Language and communication</a:t>
            </a:r>
            <a:endParaRPr lang="en-US" sz="1850"/>
          </a:p>
        </p:txBody>
      </p:sp>
      <p:sp>
        <p:nvSpPr>
          <p:cNvPr id="12" name="Text 10"/>
          <p:cNvSpPr/>
          <p:nvPr/>
        </p:nvSpPr>
        <p:spPr>
          <a:xfrm>
            <a:off x="10763012" y="3964821"/>
            <a:ext cx="3162776" cy="894912"/>
          </a:xfrm>
          <a:prstGeom prst="rect">
            <a:avLst/>
          </a:prstGeom>
          <a:noFill/>
          <a:ln/>
        </p:spPr>
        <p:txBody>
          <a:bodyPr wrap="square" rtlCol="0" anchor="t"/>
          <a:lstStyle/>
          <a:p>
            <a:pPr marL="0" indent="0">
              <a:lnSpc>
                <a:spcPts val="2368"/>
              </a:lnSpc>
              <a:buNone/>
            </a:pPr>
            <a:r>
              <a:rPr lang="en-US" sz="1480">
                <a:latin typeface="Roboto" pitchFamily="34" charset="0"/>
                <a:ea typeface="Roboto" pitchFamily="34" charset="-122"/>
                <a:cs typeface="Roboto" pitchFamily="34" charset="-120"/>
              </a:rPr>
              <a:t>The differences in tone, language, and nonverbal communication between cultures</a:t>
            </a:r>
            <a:endParaRPr lang="en-US" sz="1480"/>
          </a:p>
        </p:txBody>
      </p:sp>
      <p:sp>
        <p:nvSpPr>
          <p:cNvPr id="13" name="Shape 11"/>
          <p:cNvSpPr/>
          <p:nvPr/>
        </p:nvSpPr>
        <p:spPr>
          <a:xfrm>
            <a:off x="6191012" y="5191957"/>
            <a:ext cx="422791" cy="419682"/>
          </a:xfrm>
          <a:prstGeom prst="roundRect">
            <a:avLst>
              <a:gd name="adj" fmla="val 26866"/>
            </a:avLst>
          </a:prstGeom>
          <a:solidFill>
            <a:srgbClr val="161B23"/>
          </a:solidFill>
          <a:ln/>
        </p:spPr>
        <p:txBody>
          <a:bodyPr/>
          <a:lstStyle/>
          <a:p>
            <a:endParaRPr lang="en-ZA"/>
          </a:p>
        </p:txBody>
      </p:sp>
      <p:sp>
        <p:nvSpPr>
          <p:cNvPr id="14" name="Text 12"/>
          <p:cNvSpPr/>
          <p:nvPr/>
        </p:nvSpPr>
        <p:spPr>
          <a:xfrm>
            <a:off x="6326148" y="5226822"/>
            <a:ext cx="152400" cy="349834"/>
          </a:xfrm>
          <a:prstGeom prst="rect">
            <a:avLst/>
          </a:prstGeom>
          <a:noFill/>
          <a:ln/>
        </p:spPr>
        <p:txBody>
          <a:bodyPr wrap="none" rtlCol="0" anchor="t"/>
          <a:lstStyle/>
          <a:p>
            <a:pPr marL="0" indent="0" algn="ctr">
              <a:lnSpc>
                <a:spcPts val="2774"/>
              </a:lnSpc>
              <a:buNone/>
            </a:pPr>
            <a:r>
              <a:rPr lang="en-US" sz="2220">
                <a:latin typeface="Roboto Slab" pitchFamily="34" charset="0"/>
                <a:ea typeface="Roboto Slab" pitchFamily="34" charset="-122"/>
                <a:cs typeface="Roboto Slab" pitchFamily="34" charset="-120"/>
              </a:rPr>
              <a:t>3</a:t>
            </a:r>
            <a:endParaRPr lang="en-US" sz="2220"/>
          </a:p>
        </p:txBody>
      </p:sp>
      <p:sp>
        <p:nvSpPr>
          <p:cNvPr id="15" name="Text 13"/>
          <p:cNvSpPr/>
          <p:nvPr/>
        </p:nvSpPr>
        <p:spPr>
          <a:xfrm>
            <a:off x="6801683" y="5256014"/>
            <a:ext cx="2278380" cy="291449"/>
          </a:xfrm>
          <a:prstGeom prst="rect">
            <a:avLst/>
          </a:prstGeom>
          <a:noFill/>
          <a:ln/>
        </p:spPr>
        <p:txBody>
          <a:bodyPr wrap="none" rtlCol="0" anchor="t"/>
          <a:lstStyle/>
          <a:p>
            <a:pPr marL="0" indent="0">
              <a:lnSpc>
                <a:spcPts val="2312"/>
              </a:lnSpc>
              <a:buNone/>
            </a:pPr>
            <a:r>
              <a:rPr lang="en-US" sz="1850">
                <a:latin typeface="Roboto Slab" pitchFamily="34" charset="0"/>
                <a:ea typeface="Roboto Slab" pitchFamily="34" charset="-122"/>
                <a:cs typeface="Roboto Slab" pitchFamily="34" charset="-120"/>
              </a:rPr>
              <a:t>Attitudes and beliefs</a:t>
            </a:r>
            <a:endParaRPr lang="en-US" sz="1850"/>
          </a:p>
        </p:txBody>
      </p:sp>
      <p:sp>
        <p:nvSpPr>
          <p:cNvPr id="16" name="Text 14"/>
          <p:cNvSpPr/>
          <p:nvPr/>
        </p:nvSpPr>
        <p:spPr>
          <a:xfrm>
            <a:off x="6801683" y="5733962"/>
            <a:ext cx="3162776" cy="894912"/>
          </a:xfrm>
          <a:prstGeom prst="rect">
            <a:avLst/>
          </a:prstGeom>
          <a:noFill/>
          <a:ln/>
        </p:spPr>
        <p:txBody>
          <a:bodyPr wrap="square" rtlCol="0" anchor="t"/>
          <a:lstStyle/>
          <a:p>
            <a:pPr marL="0" indent="0">
              <a:lnSpc>
                <a:spcPts val="2368"/>
              </a:lnSpc>
              <a:buNone/>
            </a:pPr>
            <a:r>
              <a:rPr lang="en-US" sz="1480">
                <a:latin typeface="Roboto" pitchFamily="34" charset="0"/>
                <a:ea typeface="Roboto" pitchFamily="34" charset="-122"/>
                <a:cs typeface="Roboto" pitchFamily="34" charset="-120"/>
              </a:rPr>
              <a:t>The impact of cultural attitudes and beliefs towards work ethics and decision-making in business</a:t>
            </a:r>
            <a:endParaRPr lang="en-US" sz="1480"/>
          </a:p>
        </p:txBody>
      </p:sp>
      <p:sp>
        <p:nvSpPr>
          <p:cNvPr id="17" name="Shape 15"/>
          <p:cNvSpPr/>
          <p:nvPr/>
        </p:nvSpPr>
        <p:spPr>
          <a:xfrm>
            <a:off x="10152340" y="5191957"/>
            <a:ext cx="422791" cy="419682"/>
          </a:xfrm>
          <a:prstGeom prst="roundRect">
            <a:avLst>
              <a:gd name="adj" fmla="val 26866"/>
            </a:avLst>
          </a:prstGeom>
          <a:solidFill>
            <a:srgbClr val="161B23"/>
          </a:solidFill>
          <a:ln/>
        </p:spPr>
        <p:txBody>
          <a:bodyPr/>
          <a:lstStyle/>
          <a:p>
            <a:endParaRPr lang="en-ZA"/>
          </a:p>
        </p:txBody>
      </p:sp>
      <p:sp>
        <p:nvSpPr>
          <p:cNvPr id="18" name="Text 16"/>
          <p:cNvSpPr/>
          <p:nvPr/>
        </p:nvSpPr>
        <p:spPr>
          <a:xfrm>
            <a:off x="10283666" y="5226822"/>
            <a:ext cx="160020" cy="349834"/>
          </a:xfrm>
          <a:prstGeom prst="rect">
            <a:avLst/>
          </a:prstGeom>
          <a:noFill/>
          <a:ln/>
        </p:spPr>
        <p:txBody>
          <a:bodyPr wrap="none" rtlCol="0" anchor="t"/>
          <a:lstStyle/>
          <a:p>
            <a:pPr marL="0" indent="0" algn="ctr">
              <a:lnSpc>
                <a:spcPts val="2774"/>
              </a:lnSpc>
              <a:buNone/>
            </a:pPr>
            <a:r>
              <a:rPr lang="en-US" sz="2220">
                <a:latin typeface="Roboto Slab" pitchFamily="34" charset="0"/>
                <a:ea typeface="Roboto Slab" pitchFamily="34" charset="-122"/>
                <a:cs typeface="Roboto Slab" pitchFamily="34" charset="-120"/>
              </a:rPr>
              <a:t>4</a:t>
            </a:r>
            <a:endParaRPr lang="en-US" sz="2220"/>
          </a:p>
        </p:txBody>
      </p:sp>
      <p:sp>
        <p:nvSpPr>
          <p:cNvPr id="19" name="Text 17"/>
          <p:cNvSpPr/>
          <p:nvPr/>
        </p:nvSpPr>
        <p:spPr>
          <a:xfrm>
            <a:off x="10763012" y="5256014"/>
            <a:ext cx="2019300" cy="291449"/>
          </a:xfrm>
          <a:prstGeom prst="rect">
            <a:avLst/>
          </a:prstGeom>
          <a:noFill/>
          <a:ln/>
        </p:spPr>
        <p:txBody>
          <a:bodyPr wrap="none" rtlCol="0" anchor="t"/>
          <a:lstStyle/>
          <a:p>
            <a:pPr marL="0" indent="0">
              <a:lnSpc>
                <a:spcPts val="2312"/>
              </a:lnSpc>
              <a:buNone/>
            </a:pPr>
            <a:r>
              <a:rPr lang="en-US" sz="1850">
                <a:latin typeface="Roboto Slab" pitchFamily="34" charset="0"/>
                <a:ea typeface="Roboto Slab" pitchFamily="34" charset="-122"/>
                <a:cs typeface="Roboto Slab" pitchFamily="34" charset="-120"/>
              </a:rPr>
              <a:t>Values and norms</a:t>
            </a:r>
            <a:endParaRPr lang="en-US" sz="1850"/>
          </a:p>
        </p:txBody>
      </p:sp>
      <p:sp>
        <p:nvSpPr>
          <p:cNvPr id="20" name="Text 18"/>
          <p:cNvSpPr/>
          <p:nvPr/>
        </p:nvSpPr>
        <p:spPr>
          <a:xfrm>
            <a:off x="10763012" y="5733962"/>
            <a:ext cx="3162776" cy="894912"/>
          </a:xfrm>
          <a:prstGeom prst="rect">
            <a:avLst/>
          </a:prstGeom>
          <a:noFill/>
          <a:ln/>
        </p:spPr>
        <p:txBody>
          <a:bodyPr wrap="square" rtlCol="0" anchor="t"/>
          <a:lstStyle/>
          <a:p>
            <a:pPr marL="0" indent="0">
              <a:lnSpc>
                <a:spcPts val="2368"/>
              </a:lnSpc>
              <a:buNone/>
            </a:pPr>
            <a:r>
              <a:rPr lang="en-US" sz="1480">
                <a:latin typeface="Roboto" pitchFamily="34" charset="0"/>
                <a:ea typeface="Roboto" pitchFamily="34" charset="-122"/>
                <a:cs typeface="Roboto" pitchFamily="34" charset="-120"/>
              </a:rPr>
              <a:t>The way culture's view hierarchy, conflict, time management, and the role of technology in business</a:t>
            </a:r>
            <a:endParaRPr lang="en-US" sz="1480"/>
          </a:p>
        </p:txBody>
      </p:sp>
      <p:pic>
        <p:nvPicPr>
          <p:cNvPr id="25" name="Picture 24" descr="Yellowfish moving against the direction of a school of white fish">
            <a:extLst>
              <a:ext uri="{FF2B5EF4-FFF2-40B4-BE49-F238E27FC236}">
                <a16:creationId xmlns:a16="http://schemas.microsoft.com/office/drawing/2014/main" id="{5B16B1B2-66BF-ECA0-BC3A-97C82FF8DE24}"/>
              </a:ext>
            </a:extLst>
          </p:cNvPr>
          <p:cNvPicPr>
            <a:picLocks noChangeAspect="1"/>
          </p:cNvPicPr>
          <p:nvPr/>
        </p:nvPicPr>
        <p:blipFill>
          <a:blip r:embed="rId3"/>
          <a:stretch>
            <a:fillRect/>
          </a:stretch>
        </p:blipFill>
        <p:spPr>
          <a:xfrm>
            <a:off x="1071772" y="3040582"/>
            <a:ext cx="4583102" cy="3055401"/>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FEF82-C9BF-96A2-378C-3D6F76E43406}"/>
              </a:ext>
            </a:extLst>
          </p:cNvPr>
          <p:cNvSpPr>
            <a:spLocks noGrp="1"/>
          </p:cNvSpPr>
          <p:nvPr>
            <p:ph type="title"/>
          </p:nvPr>
        </p:nvSpPr>
        <p:spPr/>
        <p:txBody>
          <a:bodyPr/>
          <a:lstStyle/>
          <a:p>
            <a:r>
              <a:rPr lang="en-ZA"/>
              <a:t>Communication and culture. </a:t>
            </a:r>
          </a:p>
        </p:txBody>
      </p:sp>
      <p:sp>
        <p:nvSpPr>
          <p:cNvPr id="3" name="Content Placeholder 2">
            <a:extLst>
              <a:ext uri="{FF2B5EF4-FFF2-40B4-BE49-F238E27FC236}">
                <a16:creationId xmlns:a16="http://schemas.microsoft.com/office/drawing/2014/main" id="{9412AF4A-E4E3-CBAA-F194-69FA7231C656}"/>
              </a:ext>
            </a:extLst>
          </p:cNvPr>
          <p:cNvSpPr>
            <a:spLocks noGrp="1"/>
          </p:cNvSpPr>
          <p:nvPr>
            <p:ph idx="1"/>
          </p:nvPr>
        </p:nvSpPr>
        <p:spPr/>
        <p:txBody>
          <a:bodyPr>
            <a:normAutofit fontScale="85000" lnSpcReduction="10000"/>
          </a:bodyPr>
          <a:lstStyle/>
          <a:p>
            <a:pPr algn="l">
              <a:buFont typeface="Arial" panose="020B0604020202020204" pitchFamily="34" charset="0"/>
              <a:buChar char="•"/>
            </a:pPr>
            <a:r>
              <a:rPr lang="en-GB" b="0" i="0" dirty="0">
                <a:effectLst/>
                <a:latin typeface="Google Sans"/>
              </a:rPr>
              <a:t>What are the different types of communication styles?</a:t>
            </a:r>
          </a:p>
          <a:p>
            <a:pPr algn="l">
              <a:buFont typeface="Arial" panose="020B0604020202020204" pitchFamily="34" charset="0"/>
              <a:buChar char="•"/>
            </a:pPr>
            <a:r>
              <a:rPr lang="en-GB" b="0" i="0" dirty="0">
                <a:effectLst/>
                <a:latin typeface="Google Sans"/>
              </a:rPr>
              <a:t>How do communication styles vary across cultures?</a:t>
            </a:r>
          </a:p>
          <a:p>
            <a:pPr algn="l">
              <a:buFont typeface="Arial" panose="020B0604020202020204" pitchFamily="34" charset="0"/>
              <a:buChar char="•"/>
            </a:pPr>
            <a:r>
              <a:rPr lang="en-GB" b="0" i="0" dirty="0">
                <a:effectLst/>
                <a:latin typeface="Google Sans"/>
              </a:rPr>
              <a:t>What are some of the cultural factors that influence communication style?</a:t>
            </a:r>
          </a:p>
          <a:p>
            <a:pPr algn="l">
              <a:buFont typeface="Arial" panose="020B0604020202020204" pitchFamily="34" charset="0"/>
              <a:buChar char="•"/>
            </a:pPr>
            <a:r>
              <a:rPr lang="en-GB" b="0" i="0" dirty="0">
                <a:effectLst/>
                <a:latin typeface="Google Sans"/>
              </a:rPr>
              <a:t>How can I adapt my communication style to be more effective when communicating with people from other cultures?</a:t>
            </a:r>
          </a:p>
          <a:p>
            <a:pPr algn="l">
              <a:buFont typeface="Arial" panose="020B0604020202020204" pitchFamily="34" charset="0"/>
              <a:buChar char="•"/>
            </a:pPr>
            <a:r>
              <a:rPr lang="en-GB" b="0" i="0" dirty="0">
                <a:effectLst/>
                <a:latin typeface="Google Sans"/>
              </a:rPr>
              <a:t>What are some common misunderstandings that can occur due to cultural differences in communication style?</a:t>
            </a:r>
          </a:p>
          <a:p>
            <a:pPr algn="l">
              <a:buFont typeface="Arial" panose="020B0604020202020204" pitchFamily="34" charset="0"/>
              <a:buChar char="•"/>
            </a:pPr>
            <a:r>
              <a:rPr lang="en-GB" b="0" i="0" dirty="0">
                <a:effectLst/>
                <a:latin typeface="Google Sans"/>
              </a:rPr>
              <a:t>How can I avoid these misunderstandings?</a:t>
            </a:r>
          </a:p>
          <a:p>
            <a:pPr algn="l">
              <a:buFont typeface="Arial" panose="020B0604020202020204" pitchFamily="34" charset="0"/>
              <a:buChar char="•"/>
            </a:pPr>
            <a:r>
              <a:rPr lang="en-GB" b="0" i="0" dirty="0">
                <a:effectLst/>
                <a:latin typeface="Google Sans"/>
              </a:rPr>
              <a:t>What are some resources that I can use to learn more about communication styles and culture?</a:t>
            </a:r>
          </a:p>
          <a:p>
            <a:endParaRPr lang="en-ZA" dirty="0"/>
          </a:p>
        </p:txBody>
      </p:sp>
    </p:spTree>
    <p:extLst>
      <p:ext uri="{BB962C8B-B14F-4D97-AF65-F5344CB8AC3E}">
        <p14:creationId xmlns:p14="http://schemas.microsoft.com/office/powerpoint/2010/main" val="15527387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4" name="Text 2"/>
          <p:cNvSpPr/>
          <p:nvPr/>
        </p:nvSpPr>
        <p:spPr>
          <a:xfrm>
            <a:off x="833199" y="1188016"/>
            <a:ext cx="9555480" cy="689267"/>
          </a:xfrm>
          <a:prstGeom prst="rect">
            <a:avLst/>
          </a:prstGeom>
          <a:noFill/>
          <a:ln/>
        </p:spPr>
        <p:txBody>
          <a:bodyPr wrap="none" rtlCol="0" anchor="t"/>
          <a:lstStyle/>
          <a:p>
            <a:pPr marL="0" indent="0">
              <a:lnSpc>
                <a:spcPts val="5468"/>
              </a:lnSpc>
              <a:buNone/>
            </a:pPr>
            <a:r>
              <a:rPr lang="en-US" sz="4374">
                <a:latin typeface="Roboto Slab" pitchFamily="34" charset="0"/>
                <a:ea typeface="Roboto Slab" pitchFamily="34" charset="-122"/>
                <a:cs typeface="Roboto Slab" pitchFamily="34" charset="-120"/>
              </a:rPr>
              <a:t>Communication Styles and Etiquette</a:t>
            </a:r>
            <a:endParaRPr lang="en-US" sz="4374"/>
          </a:p>
        </p:txBody>
      </p:sp>
      <p:sp>
        <p:nvSpPr>
          <p:cNvPr id="5" name="Shape 3"/>
          <p:cNvSpPr/>
          <p:nvPr/>
        </p:nvSpPr>
        <p:spPr>
          <a:xfrm>
            <a:off x="7293054" y="2318357"/>
            <a:ext cx="44410" cy="4662715"/>
          </a:xfrm>
          <a:prstGeom prst="rect">
            <a:avLst/>
          </a:prstGeom>
          <a:solidFill>
            <a:srgbClr val="161B23"/>
          </a:solidFill>
          <a:ln/>
        </p:spPr>
        <p:txBody>
          <a:bodyPr/>
          <a:lstStyle/>
          <a:p>
            <a:endParaRPr lang="en-ZA"/>
          </a:p>
        </p:txBody>
      </p:sp>
      <p:sp>
        <p:nvSpPr>
          <p:cNvPr id="6" name="Shape 4"/>
          <p:cNvSpPr/>
          <p:nvPr/>
        </p:nvSpPr>
        <p:spPr>
          <a:xfrm>
            <a:off x="7565172" y="2716706"/>
            <a:ext cx="777597" cy="44084"/>
          </a:xfrm>
          <a:prstGeom prst="rect">
            <a:avLst/>
          </a:prstGeom>
          <a:solidFill>
            <a:srgbClr val="161B23"/>
          </a:solidFill>
          <a:ln/>
        </p:spPr>
        <p:txBody>
          <a:bodyPr/>
          <a:lstStyle/>
          <a:p>
            <a:endParaRPr lang="en-ZA"/>
          </a:p>
        </p:txBody>
      </p:sp>
      <p:sp>
        <p:nvSpPr>
          <p:cNvPr id="7" name="Shape 5"/>
          <p:cNvSpPr/>
          <p:nvPr/>
        </p:nvSpPr>
        <p:spPr>
          <a:xfrm>
            <a:off x="7065228" y="2490674"/>
            <a:ext cx="499943" cy="496267"/>
          </a:xfrm>
          <a:prstGeom prst="roundRect">
            <a:avLst>
              <a:gd name="adj" fmla="val 26864"/>
            </a:avLst>
          </a:prstGeom>
          <a:solidFill>
            <a:schemeClr val="accent2"/>
          </a:solidFill>
          <a:ln/>
        </p:spPr>
        <p:txBody>
          <a:bodyPr/>
          <a:lstStyle/>
          <a:p>
            <a:endParaRPr lang="en-ZA"/>
          </a:p>
        </p:txBody>
      </p:sp>
      <p:sp>
        <p:nvSpPr>
          <p:cNvPr id="8" name="Text 6"/>
          <p:cNvSpPr/>
          <p:nvPr/>
        </p:nvSpPr>
        <p:spPr>
          <a:xfrm>
            <a:off x="7246560" y="2532039"/>
            <a:ext cx="137160" cy="413418"/>
          </a:xfrm>
          <a:prstGeom prst="rect">
            <a:avLst/>
          </a:prstGeom>
          <a:noFill/>
          <a:ln/>
        </p:spPr>
        <p:txBody>
          <a:bodyPr wrap="none" rtlCol="0" anchor="t"/>
          <a:lstStyle/>
          <a:p>
            <a:pPr marL="0" indent="0" algn="ctr">
              <a:lnSpc>
                <a:spcPts val="3281"/>
              </a:lnSpc>
              <a:buNone/>
            </a:pPr>
            <a:r>
              <a:rPr lang="en-US" sz="2624">
                <a:latin typeface="Roboto Slab" pitchFamily="34" charset="0"/>
                <a:ea typeface="Roboto Slab" pitchFamily="34" charset="-122"/>
                <a:cs typeface="Roboto Slab" pitchFamily="34" charset="-120"/>
              </a:rPr>
              <a:t>1</a:t>
            </a:r>
            <a:endParaRPr lang="en-US" sz="2624"/>
          </a:p>
        </p:txBody>
      </p:sp>
      <p:sp>
        <p:nvSpPr>
          <p:cNvPr id="9" name="Text 7"/>
          <p:cNvSpPr/>
          <p:nvPr/>
        </p:nvSpPr>
        <p:spPr>
          <a:xfrm>
            <a:off x="8537258" y="2538894"/>
            <a:ext cx="4518660" cy="344633"/>
          </a:xfrm>
          <a:prstGeom prst="rect">
            <a:avLst/>
          </a:prstGeom>
          <a:noFill/>
          <a:ln/>
        </p:spPr>
        <p:txBody>
          <a:bodyPr wrap="none" rtlCol="0" anchor="t"/>
          <a:lstStyle/>
          <a:p>
            <a:pPr marL="0" indent="0" algn="l">
              <a:lnSpc>
                <a:spcPts val="2734"/>
              </a:lnSpc>
              <a:buNone/>
            </a:pPr>
            <a:r>
              <a:rPr lang="en-US" sz="2187">
                <a:latin typeface="Roboto Slab" pitchFamily="34" charset="0"/>
                <a:ea typeface="Roboto Slab" pitchFamily="34" charset="-122"/>
                <a:cs typeface="Roboto Slab" pitchFamily="34" charset="-120"/>
              </a:rPr>
              <a:t>Direct vs. Indirect Communication</a:t>
            </a:r>
            <a:endParaRPr lang="en-US" sz="2187"/>
          </a:p>
        </p:txBody>
      </p:sp>
      <p:sp>
        <p:nvSpPr>
          <p:cNvPr id="10" name="Text 8"/>
          <p:cNvSpPr/>
          <p:nvPr/>
        </p:nvSpPr>
        <p:spPr>
          <a:xfrm>
            <a:off x="8537258" y="3104064"/>
            <a:ext cx="5259943" cy="1058365"/>
          </a:xfrm>
          <a:prstGeom prst="rect">
            <a:avLst/>
          </a:prstGeom>
          <a:noFill/>
          <a:ln/>
        </p:spPr>
        <p:txBody>
          <a:bodyPr wrap="square" rtlCol="0" anchor="t"/>
          <a:lstStyle/>
          <a:p>
            <a:pPr marL="0" indent="0" algn="l">
              <a:lnSpc>
                <a:spcPts val="2799"/>
              </a:lnSpc>
              <a:buNone/>
            </a:pPr>
            <a:r>
              <a:rPr lang="en-US" sz="1750">
                <a:latin typeface="Roboto" pitchFamily="34" charset="0"/>
                <a:ea typeface="Roboto" pitchFamily="34" charset="-122"/>
                <a:cs typeface="Roboto" pitchFamily="34" charset="-120"/>
              </a:rPr>
              <a:t>Some cultures communicate in a straightforward manner while others are more indirect, relying on context and unspoken communication.</a:t>
            </a:r>
            <a:endParaRPr lang="en-US" sz="1750"/>
          </a:p>
        </p:txBody>
      </p:sp>
      <p:sp>
        <p:nvSpPr>
          <p:cNvPr id="11" name="Shape 9"/>
          <p:cNvSpPr/>
          <p:nvPr/>
        </p:nvSpPr>
        <p:spPr>
          <a:xfrm>
            <a:off x="6287631" y="3819391"/>
            <a:ext cx="777597" cy="44084"/>
          </a:xfrm>
          <a:prstGeom prst="rect">
            <a:avLst/>
          </a:prstGeom>
          <a:solidFill>
            <a:srgbClr val="161B23"/>
          </a:solidFill>
          <a:ln/>
        </p:spPr>
        <p:txBody>
          <a:bodyPr/>
          <a:lstStyle/>
          <a:p>
            <a:endParaRPr lang="en-ZA"/>
          </a:p>
        </p:txBody>
      </p:sp>
      <p:sp>
        <p:nvSpPr>
          <p:cNvPr id="12" name="Shape 10"/>
          <p:cNvSpPr/>
          <p:nvPr/>
        </p:nvSpPr>
        <p:spPr>
          <a:xfrm>
            <a:off x="7065228" y="3593359"/>
            <a:ext cx="499943" cy="496267"/>
          </a:xfrm>
          <a:prstGeom prst="roundRect">
            <a:avLst>
              <a:gd name="adj" fmla="val 26864"/>
            </a:avLst>
          </a:prstGeom>
          <a:solidFill>
            <a:schemeClr val="accent2"/>
          </a:solidFill>
          <a:ln/>
        </p:spPr>
        <p:txBody>
          <a:bodyPr/>
          <a:lstStyle/>
          <a:p>
            <a:endParaRPr lang="en-ZA"/>
          </a:p>
        </p:txBody>
      </p:sp>
      <p:sp>
        <p:nvSpPr>
          <p:cNvPr id="13" name="Text 11"/>
          <p:cNvSpPr/>
          <p:nvPr/>
        </p:nvSpPr>
        <p:spPr>
          <a:xfrm>
            <a:off x="7223700" y="3634724"/>
            <a:ext cx="182880" cy="413418"/>
          </a:xfrm>
          <a:prstGeom prst="rect">
            <a:avLst/>
          </a:prstGeom>
          <a:noFill/>
          <a:ln/>
        </p:spPr>
        <p:txBody>
          <a:bodyPr wrap="none" rtlCol="0" anchor="t"/>
          <a:lstStyle/>
          <a:p>
            <a:pPr marL="0" indent="0" algn="ctr">
              <a:lnSpc>
                <a:spcPts val="3281"/>
              </a:lnSpc>
              <a:buNone/>
            </a:pPr>
            <a:r>
              <a:rPr lang="en-US" sz="2624">
                <a:latin typeface="Roboto Slab" pitchFamily="34" charset="0"/>
                <a:ea typeface="Roboto Slab" pitchFamily="34" charset="-122"/>
                <a:cs typeface="Roboto Slab" pitchFamily="34" charset="-120"/>
              </a:rPr>
              <a:t>2</a:t>
            </a:r>
            <a:endParaRPr lang="en-US" sz="2624"/>
          </a:p>
        </p:txBody>
      </p:sp>
      <p:sp>
        <p:nvSpPr>
          <p:cNvPr id="14" name="Text 12"/>
          <p:cNvSpPr/>
          <p:nvPr/>
        </p:nvSpPr>
        <p:spPr>
          <a:xfrm>
            <a:off x="1323023" y="3641579"/>
            <a:ext cx="4770120" cy="344633"/>
          </a:xfrm>
          <a:prstGeom prst="rect">
            <a:avLst/>
          </a:prstGeom>
          <a:noFill/>
          <a:ln/>
        </p:spPr>
        <p:txBody>
          <a:bodyPr wrap="none" rtlCol="0" anchor="t"/>
          <a:lstStyle/>
          <a:p>
            <a:pPr marL="0" indent="0" algn="r">
              <a:lnSpc>
                <a:spcPts val="2734"/>
              </a:lnSpc>
              <a:buNone/>
            </a:pPr>
            <a:r>
              <a:rPr lang="en-US" sz="2187">
                <a:latin typeface="Roboto Slab" pitchFamily="34" charset="0"/>
                <a:ea typeface="Roboto Slab" pitchFamily="34" charset="-122"/>
                <a:cs typeface="Roboto Slab" pitchFamily="34" charset="-120"/>
              </a:rPr>
              <a:t>Formal vs. Informal Communication</a:t>
            </a:r>
            <a:endParaRPr lang="en-US" sz="2187"/>
          </a:p>
        </p:txBody>
      </p:sp>
      <p:sp>
        <p:nvSpPr>
          <p:cNvPr id="15" name="Text 13"/>
          <p:cNvSpPr/>
          <p:nvPr/>
        </p:nvSpPr>
        <p:spPr>
          <a:xfrm>
            <a:off x="833199" y="4206750"/>
            <a:ext cx="5259943" cy="1411153"/>
          </a:xfrm>
          <a:prstGeom prst="rect">
            <a:avLst/>
          </a:prstGeom>
          <a:noFill/>
          <a:ln/>
        </p:spPr>
        <p:txBody>
          <a:bodyPr wrap="square" rtlCol="0" anchor="t"/>
          <a:lstStyle/>
          <a:p>
            <a:pPr marL="0" indent="0" algn="r">
              <a:lnSpc>
                <a:spcPts val="2799"/>
              </a:lnSpc>
              <a:buNone/>
            </a:pPr>
            <a:r>
              <a:rPr lang="en-US" sz="1750">
                <a:latin typeface="Roboto" pitchFamily="34" charset="0"/>
                <a:ea typeface="Roboto" pitchFamily="34" charset="-122"/>
                <a:cs typeface="Roboto" pitchFamily="34" charset="-120"/>
              </a:rPr>
              <a:t>The level of formality varies between cultures, with some valuing a more formal approach to communication and others favoring a personal and informal approach.</a:t>
            </a:r>
            <a:endParaRPr lang="en-US" sz="1750"/>
          </a:p>
        </p:txBody>
      </p:sp>
      <p:sp>
        <p:nvSpPr>
          <p:cNvPr id="16" name="Shape 14"/>
          <p:cNvSpPr/>
          <p:nvPr/>
        </p:nvSpPr>
        <p:spPr>
          <a:xfrm>
            <a:off x="7565172" y="5138359"/>
            <a:ext cx="777597" cy="44084"/>
          </a:xfrm>
          <a:prstGeom prst="rect">
            <a:avLst/>
          </a:prstGeom>
          <a:solidFill>
            <a:srgbClr val="161B23"/>
          </a:solidFill>
          <a:ln/>
        </p:spPr>
        <p:txBody>
          <a:bodyPr/>
          <a:lstStyle/>
          <a:p>
            <a:endParaRPr lang="en-ZA"/>
          </a:p>
        </p:txBody>
      </p:sp>
      <p:sp>
        <p:nvSpPr>
          <p:cNvPr id="17" name="Shape 15"/>
          <p:cNvSpPr/>
          <p:nvPr/>
        </p:nvSpPr>
        <p:spPr>
          <a:xfrm>
            <a:off x="7065228" y="4912326"/>
            <a:ext cx="499943" cy="496267"/>
          </a:xfrm>
          <a:prstGeom prst="roundRect">
            <a:avLst>
              <a:gd name="adj" fmla="val 26864"/>
            </a:avLst>
          </a:prstGeom>
          <a:solidFill>
            <a:schemeClr val="accent2"/>
          </a:solidFill>
          <a:ln/>
        </p:spPr>
        <p:txBody>
          <a:bodyPr/>
          <a:lstStyle/>
          <a:p>
            <a:endParaRPr lang="en-ZA"/>
          </a:p>
        </p:txBody>
      </p:sp>
      <p:sp>
        <p:nvSpPr>
          <p:cNvPr id="18" name="Text 16"/>
          <p:cNvSpPr/>
          <p:nvPr/>
        </p:nvSpPr>
        <p:spPr>
          <a:xfrm>
            <a:off x="7223700" y="4953692"/>
            <a:ext cx="182880" cy="413418"/>
          </a:xfrm>
          <a:prstGeom prst="rect">
            <a:avLst/>
          </a:prstGeom>
          <a:noFill/>
          <a:ln/>
        </p:spPr>
        <p:txBody>
          <a:bodyPr wrap="none" rtlCol="0" anchor="t"/>
          <a:lstStyle/>
          <a:p>
            <a:pPr marL="0" indent="0" algn="ctr">
              <a:lnSpc>
                <a:spcPts val="3281"/>
              </a:lnSpc>
              <a:buNone/>
            </a:pPr>
            <a:r>
              <a:rPr lang="en-US" sz="2624">
                <a:latin typeface="Roboto Slab" pitchFamily="34" charset="0"/>
                <a:ea typeface="Roboto Slab" pitchFamily="34" charset="-122"/>
                <a:cs typeface="Roboto Slab" pitchFamily="34" charset="-120"/>
              </a:rPr>
              <a:t>3</a:t>
            </a:r>
            <a:endParaRPr lang="en-US" sz="2624"/>
          </a:p>
        </p:txBody>
      </p:sp>
      <p:sp>
        <p:nvSpPr>
          <p:cNvPr id="19" name="Text 17"/>
          <p:cNvSpPr/>
          <p:nvPr/>
        </p:nvSpPr>
        <p:spPr>
          <a:xfrm>
            <a:off x="8537258" y="4960546"/>
            <a:ext cx="3535680" cy="344633"/>
          </a:xfrm>
          <a:prstGeom prst="rect">
            <a:avLst/>
          </a:prstGeom>
          <a:noFill/>
          <a:ln/>
        </p:spPr>
        <p:txBody>
          <a:bodyPr wrap="none" rtlCol="0" anchor="t"/>
          <a:lstStyle/>
          <a:p>
            <a:pPr marL="0" indent="0" algn="l">
              <a:lnSpc>
                <a:spcPts val="2734"/>
              </a:lnSpc>
              <a:buNone/>
            </a:pPr>
            <a:r>
              <a:rPr lang="en-US" sz="2187">
                <a:latin typeface="Roboto Slab" pitchFamily="34" charset="0"/>
                <a:ea typeface="Roboto Slab" pitchFamily="34" charset="-122"/>
                <a:cs typeface="Roboto Slab" pitchFamily="34" charset="-120"/>
              </a:rPr>
              <a:t>Nonverbal Communication</a:t>
            </a:r>
            <a:endParaRPr lang="en-US" sz="2187"/>
          </a:p>
        </p:txBody>
      </p:sp>
      <p:sp>
        <p:nvSpPr>
          <p:cNvPr id="20" name="Text 18"/>
          <p:cNvSpPr/>
          <p:nvPr/>
        </p:nvSpPr>
        <p:spPr>
          <a:xfrm>
            <a:off x="8537258" y="5525717"/>
            <a:ext cx="5259943" cy="1058365"/>
          </a:xfrm>
          <a:prstGeom prst="rect">
            <a:avLst/>
          </a:prstGeom>
          <a:noFill/>
          <a:ln/>
        </p:spPr>
        <p:txBody>
          <a:bodyPr wrap="square" rtlCol="0" anchor="t"/>
          <a:lstStyle/>
          <a:p>
            <a:pPr marL="0" indent="0" algn="l">
              <a:lnSpc>
                <a:spcPts val="2799"/>
              </a:lnSpc>
              <a:buNone/>
            </a:pPr>
            <a:r>
              <a:rPr lang="en-US" sz="1750">
                <a:latin typeface="Roboto" pitchFamily="34" charset="0"/>
                <a:ea typeface="Roboto" pitchFamily="34" charset="-122"/>
                <a:cs typeface="Roboto" pitchFamily="34" charset="-120"/>
              </a:rPr>
              <a:t>Nonverbal communication varies, from the use of gestures, eye contact, and body language across cultures.</a:t>
            </a:r>
            <a:endParaRPr lang="en-US" sz="175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4" name="Text 2"/>
          <p:cNvSpPr/>
          <p:nvPr/>
        </p:nvSpPr>
        <p:spPr>
          <a:xfrm>
            <a:off x="833199" y="959561"/>
            <a:ext cx="8923020" cy="689267"/>
          </a:xfrm>
          <a:prstGeom prst="rect">
            <a:avLst/>
          </a:prstGeom>
          <a:noFill/>
          <a:ln/>
        </p:spPr>
        <p:txBody>
          <a:bodyPr wrap="none" rtlCol="0" anchor="t"/>
          <a:lstStyle/>
          <a:p>
            <a:pPr marL="0" indent="0">
              <a:lnSpc>
                <a:spcPts val="5468"/>
              </a:lnSpc>
              <a:buNone/>
            </a:pPr>
            <a:r>
              <a:rPr lang="en-US" sz="4374">
                <a:latin typeface="Roboto Slab" pitchFamily="34" charset="0"/>
                <a:ea typeface="Roboto Slab" pitchFamily="34" charset="-122"/>
                <a:cs typeface="Roboto Slab" pitchFamily="34" charset="-120"/>
              </a:rPr>
              <a:t>Meeting and Negotiation Customs</a:t>
            </a:r>
            <a:endParaRPr lang="en-US" sz="4374"/>
          </a:p>
        </p:txBody>
      </p:sp>
      <p:pic>
        <p:nvPicPr>
          <p:cNvPr id="5" name="Image 0" descr="preencoded.png"/>
          <p:cNvPicPr>
            <a:picLocks noChangeAspect="1"/>
          </p:cNvPicPr>
          <p:nvPr/>
        </p:nvPicPr>
        <p:blipFill>
          <a:blip r:embed="rId3"/>
          <a:stretch>
            <a:fillRect/>
          </a:stretch>
        </p:blipFill>
        <p:spPr>
          <a:xfrm>
            <a:off x="833199" y="2089901"/>
            <a:ext cx="4099084" cy="2514784"/>
          </a:xfrm>
          <a:prstGeom prst="rect">
            <a:avLst/>
          </a:prstGeom>
        </p:spPr>
      </p:pic>
      <p:sp>
        <p:nvSpPr>
          <p:cNvPr id="6" name="Text 3"/>
          <p:cNvSpPr/>
          <p:nvPr/>
        </p:nvSpPr>
        <p:spPr>
          <a:xfrm>
            <a:off x="833199" y="4880297"/>
            <a:ext cx="3436620" cy="344633"/>
          </a:xfrm>
          <a:prstGeom prst="rect">
            <a:avLst/>
          </a:prstGeom>
          <a:noFill/>
          <a:ln/>
        </p:spPr>
        <p:txBody>
          <a:bodyPr wrap="none" rtlCol="0" anchor="t"/>
          <a:lstStyle/>
          <a:p>
            <a:pPr marL="0" indent="0" algn="l">
              <a:lnSpc>
                <a:spcPts val="2734"/>
              </a:lnSpc>
              <a:buNone/>
            </a:pPr>
            <a:r>
              <a:rPr lang="en-US" sz="2187">
                <a:latin typeface="Roboto Slab" pitchFamily="34" charset="0"/>
                <a:ea typeface="Roboto Slab" pitchFamily="34" charset="-122"/>
                <a:cs typeface="Roboto Slab" pitchFamily="34" charset="-120"/>
              </a:rPr>
              <a:t>Punctuality and Greetings</a:t>
            </a:r>
            <a:endParaRPr lang="en-US" sz="2187"/>
          </a:p>
        </p:txBody>
      </p:sp>
      <p:sp>
        <p:nvSpPr>
          <p:cNvPr id="7" name="Text 4"/>
          <p:cNvSpPr/>
          <p:nvPr/>
        </p:nvSpPr>
        <p:spPr>
          <a:xfrm>
            <a:off x="833199" y="5445468"/>
            <a:ext cx="4099084" cy="1411153"/>
          </a:xfrm>
          <a:prstGeom prst="rect">
            <a:avLst/>
          </a:prstGeom>
          <a:noFill/>
          <a:ln/>
        </p:spPr>
        <p:txBody>
          <a:bodyPr wrap="square" rtlCol="0" anchor="t"/>
          <a:lstStyle/>
          <a:p>
            <a:pPr marL="0" indent="0" algn="l">
              <a:lnSpc>
                <a:spcPts val="2799"/>
              </a:lnSpc>
              <a:buNone/>
            </a:pPr>
            <a:r>
              <a:rPr lang="en-US" sz="1750">
                <a:latin typeface="Roboto" pitchFamily="34" charset="0"/>
                <a:ea typeface="Roboto" pitchFamily="34" charset="-122"/>
                <a:cs typeface="Roboto" pitchFamily="34" charset="-120"/>
              </a:rPr>
              <a:t>Some cultures expect punctuality in meetings while others have a more relaxed approach, and the way of greeting also varies from culture to culture.</a:t>
            </a:r>
            <a:endParaRPr lang="en-US" sz="1750"/>
          </a:p>
        </p:txBody>
      </p:sp>
      <p:pic>
        <p:nvPicPr>
          <p:cNvPr id="8" name="Image 1" descr="preencoded.png"/>
          <p:cNvPicPr>
            <a:picLocks noChangeAspect="1"/>
          </p:cNvPicPr>
          <p:nvPr/>
        </p:nvPicPr>
        <p:blipFill>
          <a:blip r:embed="rId4"/>
          <a:stretch>
            <a:fillRect/>
          </a:stretch>
        </p:blipFill>
        <p:spPr>
          <a:xfrm>
            <a:off x="5265539" y="2089901"/>
            <a:ext cx="4099203" cy="2514784"/>
          </a:xfrm>
          <a:prstGeom prst="rect">
            <a:avLst/>
          </a:prstGeom>
        </p:spPr>
      </p:pic>
      <p:sp>
        <p:nvSpPr>
          <p:cNvPr id="9" name="Text 5"/>
          <p:cNvSpPr/>
          <p:nvPr/>
        </p:nvSpPr>
        <p:spPr>
          <a:xfrm>
            <a:off x="5265539" y="4880297"/>
            <a:ext cx="2514600" cy="344633"/>
          </a:xfrm>
          <a:prstGeom prst="rect">
            <a:avLst/>
          </a:prstGeom>
          <a:noFill/>
          <a:ln/>
        </p:spPr>
        <p:txBody>
          <a:bodyPr wrap="none" rtlCol="0" anchor="t"/>
          <a:lstStyle/>
          <a:p>
            <a:pPr marL="0" indent="0" algn="l">
              <a:lnSpc>
                <a:spcPts val="2734"/>
              </a:lnSpc>
              <a:buNone/>
            </a:pPr>
            <a:r>
              <a:rPr lang="en-US" sz="2187">
                <a:latin typeface="Roboto Slab" pitchFamily="34" charset="0"/>
                <a:ea typeface="Roboto Slab" pitchFamily="34" charset="-122"/>
                <a:cs typeface="Roboto Slab" pitchFamily="34" charset="-120"/>
              </a:rPr>
              <a:t>Conflict Resolution</a:t>
            </a:r>
            <a:endParaRPr lang="en-US" sz="2187"/>
          </a:p>
        </p:txBody>
      </p:sp>
      <p:sp>
        <p:nvSpPr>
          <p:cNvPr id="10" name="Text 6"/>
          <p:cNvSpPr/>
          <p:nvPr/>
        </p:nvSpPr>
        <p:spPr>
          <a:xfrm>
            <a:off x="5265539" y="5445468"/>
            <a:ext cx="4099203" cy="1411153"/>
          </a:xfrm>
          <a:prstGeom prst="rect">
            <a:avLst/>
          </a:prstGeom>
          <a:noFill/>
          <a:ln/>
        </p:spPr>
        <p:txBody>
          <a:bodyPr wrap="square" rtlCol="0" anchor="t"/>
          <a:lstStyle/>
          <a:p>
            <a:pPr marL="0" indent="0" algn="l">
              <a:lnSpc>
                <a:spcPts val="2799"/>
              </a:lnSpc>
              <a:buNone/>
            </a:pPr>
            <a:r>
              <a:rPr lang="en-US" sz="1750">
                <a:latin typeface="Roboto" pitchFamily="34" charset="0"/>
                <a:ea typeface="Roboto" pitchFamily="34" charset="-122"/>
                <a:cs typeface="Roboto" pitchFamily="34" charset="-120"/>
              </a:rPr>
              <a:t>The way cultures deal with conflicts in a business setting varies, with some valuing direct confrontation while others prefer a more indirect approach.</a:t>
            </a:r>
            <a:endParaRPr lang="en-US" sz="1750"/>
          </a:p>
        </p:txBody>
      </p:sp>
      <p:pic>
        <p:nvPicPr>
          <p:cNvPr id="11" name="Image 2" descr="preencoded.png"/>
          <p:cNvPicPr>
            <a:picLocks noChangeAspect="1"/>
          </p:cNvPicPr>
          <p:nvPr/>
        </p:nvPicPr>
        <p:blipFill>
          <a:blip r:embed="rId5"/>
          <a:stretch>
            <a:fillRect/>
          </a:stretch>
        </p:blipFill>
        <p:spPr>
          <a:xfrm>
            <a:off x="9697998" y="2089901"/>
            <a:ext cx="4099203" cy="2514784"/>
          </a:xfrm>
          <a:prstGeom prst="rect">
            <a:avLst/>
          </a:prstGeom>
        </p:spPr>
      </p:pic>
      <p:sp>
        <p:nvSpPr>
          <p:cNvPr id="12" name="Text 7"/>
          <p:cNvSpPr/>
          <p:nvPr/>
        </p:nvSpPr>
        <p:spPr>
          <a:xfrm>
            <a:off x="9697998" y="4880297"/>
            <a:ext cx="2407920" cy="344633"/>
          </a:xfrm>
          <a:prstGeom prst="rect">
            <a:avLst/>
          </a:prstGeom>
          <a:noFill/>
          <a:ln/>
        </p:spPr>
        <p:txBody>
          <a:bodyPr wrap="none" rtlCol="0" anchor="t"/>
          <a:lstStyle/>
          <a:p>
            <a:pPr marL="0" indent="0" algn="l">
              <a:lnSpc>
                <a:spcPts val="2734"/>
              </a:lnSpc>
              <a:buNone/>
            </a:pPr>
            <a:r>
              <a:rPr lang="en-US" sz="2187">
                <a:latin typeface="Roboto Slab" pitchFamily="34" charset="0"/>
                <a:ea typeface="Roboto Slab" pitchFamily="34" charset="-122"/>
                <a:cs typeface="Roboto Slab" pitchFamily="34" charset="-120"/>
              </a:rPr>
              <a:t>Negotiation Styles</a:t>
            </a:r>
            <a:endParaRPr lang="en-US" sz="2187"/>
          </a:p>
        </p:txBody>
      </p:sp>
      <p:sp>
        <p:nvSpPr>
          <p:cNvPr id="13" name="Text 8"/>
          <p:cNvSpPr/>
          <p:nvPr/>
        </p:nvSpPr>
        <p:spPr>
          <a:xfrm>
            <a:off x="9697998" y="5445468"/>
            <a:ext cx="4099203" cy="1763942"/>
          </a:xfrm>
          <a:prstGeom prst="rect">
            <a:avLst/>
          </a:prstGeom>
          <a:noFill/>
          <a:ln/>
        </p:spPr>
        <p:txBody>
          <a:bodyPr wrap="square" rtlCol="0" anchor="t"/>
          <a:lstStyle/>
          <a:p>
            <a:pPr marL="0" indent="0" algn="l">
              <a:lnSpc>
                <a:spcPts val="2799"/>
              </a:lnSpc>
              <a:buNone/>
            </a:pPr>
            <a:r>
              <a:rPr lang="en-US" sz="1750">
                <a:latin typeface="Roboto" pitchFamily="34" charset="0"/>
                <a:ea typeface="Roboto" pitchFamily="34" charset="-122"/>
                <a:cs typeface="Roboto" pitchFamily="34" charset="-120"/>
              </a:rPr>
              <a:t>Negotiation styles vary, with some cultures adopting a competitive and assertive approach while others focus on building relationships and reaching a mutually beneficial agreement.</a:t>
            </a:r>
            <a:endParaRPr lang="en-US" sz="175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4" name="Text 2"/>
          <p:cNvSpPr/>
          <p:nvPr/>
        </p:nvSpPr>
        <p:spPr>
          <a:xfrm>
            <a:off x="3829050" y="1480746"/>
            <a:ext cx="6972300" cy="689267"/>
          </a:xfrm>
          <a:prstGeom prst="rect">
            <a:avLst/>
          </a:prstGeom>
          <a:noFill/>
          <a:ln/>
        </p:spPr>
        <p:txBody>
          <a:bodyPr wrap="none" rtlCol="0" anchor="t"/>
          <a:lstStyle/>
          <a:p>
            <a:pPr marL="0" indent="0">
              <a:lnSpc>
                <a:spcPts val="5468"/>
              </a:lnSpc>
              <a:buNone/>
            </a:pPr>
            <a:r>
              <a:rPr lang="en-US" sz="4374">
                <a:latin typeface="Roboto Slab" pitchFamily="34" charset="0"/>
                <a:ea typeface="Roboto Slab" pitchFamily="34" charset="-122"/>
                <a:cs typeface="Roboto Slab" pitchFamily="34" charset="-120"/>
              </a:rPr>
              <a:t>Gift-giving and Hospitality</a:t>
            </a:r>
            <a:endParaRPr lang="en-US" sz="4374"/>
          </a:p>
        </p:txBody>
      </p:sp>
      <p:sp>
        <p:nvSpPr>
          <p:cNvPr id="5" name="Shape 3"/>
          <p:cNvSpPr/>
          <p:nvPr/>
        </p:nvSpPr>
        <p:spPr>
          <a:xfrm>
            <a:off x="833199" y="3264562"/>
            <a:ext cx="4173260" cy="2878330"/>
          </a:xfrm>
          <a:prstGeom prst="roundRect">
            <a:avLst>
              <a:gd name="adj" fmla="val 4813"/>
            </a:avLst>
          </a:prstGeom>
          <a:solidFill>
            <a:srgbClr val="161B23"/>
          </a:solidFill>
          <a:ln/>
        </p:spPr>
        <p:txBody>
          <a:bodyPr/>
          <a:lstStyle/>
          <a:p>
            <a:endParaRPr lang="en-ZA"/>
          </a:p>
        </p:txBody>
      </p:sp>
      <p:sp>
        <p:nvSpPr>
          <p:cNvPr id="6" name="Text 4"/>
          <p:cNvSpPr/>
          <p:nvPr/>
        </p:nvSpPr>
        <p:spPr>
          <a:xfrm>
            <a:off x="1055370" y="3485099"/>
            <a:ext cx="2221944" cy="344633"/>
          </a:xfrm>
          <a:prstGeom prst="rect">
            <a:avLst/>
          </a:prstGeom>
          <a:noFill/>
          <a:ln/>
        </p:spPr>
        <p:txBody>
          <a:bodyPr wrap="none" rtlCol="0" anchor="t"/>
          <a:lstStyle/>
          <a:p>
            <a:pPr marL="0" indent="0">
              <a:lnSpc>
                <a:spcPts val="2734"/>
              </a:lnSpc>
              <a:buNone/>
            </a:pPr>
            <a:r>
              <a:rPr lang="en-US" sz="2187">
                <a:solidFill>
                  <a:srgbClr val="60A9FF"/>
                </a:solidFill>
                <a:latin typeface="Roboto Slab" pitchFamily="34" charset="0"/>
                <a:ea typeface="Roboto Slab" pitchFamily="34" charset="-122"/>
                <a:cs typeface="Roboto Slab" pitchFamily="34" charset="-120"/>
              </a:rPr>
              <a:t>Business Gifts</a:t>
            </a:r>
            <a:endParaRPr lang="en-US" sz="2187"/>
          </a:p>
        </p:txBody>
      </p:sp>
      <p:sp>
        <p:nvSpPr>
          <p:cNvPr id="7" name="Text 5"/>
          <p:cNvSpPr/>
          <p:nvPr/>
        </p:nvSpPr>
        <p:spPr>
          <a:xfrm>
            <a:off x="1055370" y="4050270"/>
            <a:ext cx="3728918" cy="1763942"/>
          </a:xfrm>
          <a:prstGeom prst="rect">
            <a:avLst/>
          </a:prstGeom>
          <a:noFill/>
          <a:ln/>
        </p:spPr>
        <p:txBody>
          <a:bodyPr wrap="square" rtlCol="0" anchor="t"/>
          <a:lstStyle/>
          <a:p>
            <a:pPr marL="0" indent="0">
              <a:lnSpc>
                <a:spcPts val="2799"/>
              </a:lnSpc>
              <a:buNone/>
            </a:pPr>
            <a:r>
              <a:rPr lang="en-US" sz="1750">
                <a:solidFill>
                  <a:srgbClr val="D6E5EF"/>
                </a:solidFill>
                <a:latin typeface="Roboto" pitchFamily="34" charset="0"/>
                <a:ea typeface="Roboto" pitchFamily="34" charset="-122"/>
                <a:cs typeface="Roboto" pitchFamily="34" charset="-120"/>
              </a:rPr>
              <a:t>The traditions of gift-giving vary among cultures, and some countries may have specific customs and protocol surrounding gift-giving in business settings.</a:t>
            </a:r>
            <a:endParaRPr lang="en-US" sz="1750"/>
          </a:p>
        </p:txBody>
      </p:sp>
      <p:sp>
        <p:nvSpPr>
          <p:cNvPr id="8" name="Shape 6"/>
          <p:cNvSpPr/>
          <p:nvPr/>
        </p:nvSpPr>
        <p:spPr>
          <a:xfrm>
            <a:off x="5228630" y="3264562"/>
            <a:ext cx="4173260" cy="2878330"/>
          </a:xfrm>
          <a:prstGeom prst="roundRect">
            <a:avLst>
              <a:gd name="adj" fmla="val 4813"/>
            </a:avLst>
          </a:prstGeom>
          <a:solidFill>
            <a:srgbClr val="161B23"/>
          </a:solidFill>
          <a:ln/>
        </p:spPr>
        <p:txBody>
          <a:bodyPr/>
          <a:lstStyle/>
          <a:p>
            <a:endParaRPr lang="en-ZA"/>
          </a:p>
        </p:txBody>
      </p:sp>
      <p:sp>
        <p:nvSpPr>
          <p:cNvPr id="9" name="Text 7"/>
          <p:cNvSpPr/>
          <p:nvPr/>
        </p:nvSpPr>
        <p:spPr>
          <a:xfrm>
            <a:off x="5450800" y="3485099"/>
            <a:ext cx="3230880" cy="344633"/>
          </a:xfrm>
          <a:prstGeom prst="rect">
            <a:avLst/>
          </a:prstGeom>
          <a:noFill/>
          <a:ln/>
        </p:spPr>
        <p:txBody>
          <a:bodyPr wrap="none" rtlCol="0" anchor="t"/>
          <a:lstStyle/>
          <a:p>
            <a:pPr marL="0" indent="0">
              <a:lnSpc>
                <a:spcPts val="2734"/>
              </a:lnSpc>
              <a:buNone/>
            </a:pPr>
            <a:r>
              <a:rPr lang="en-US" sz="2187">
                <a:solidFill>
                  <a:srgbClr val="60A9FF"/>
                </a:solidFill>
                <a:latin typeface="Roboto Slab" pitchFamily="34" charset="0"/>
                <a:ea typeface="Roboto Slab" pitchFamily="34" charset="-122"/>
                <a:cs typeface="Roboto Slab" pitchFamily="34" charset="-120"/>
              </a:rPr>
              <a:t>Food and Drink Customs</a:t>
            </a:r>
            <a:endParaRPr lang="en-US" sz="2187"/>
          </a:p>
        </p:txBody>
      </p:sp>
      <p:sp>
        <p:nvSpPr>
          <p:cNvPr id="10" name="Text 8"/>
          <p:cNvSpPr/>
          <p:nvPr/>
        </p:nvSpPr>
        <p:spPr>
          <a:xfrm>
            <a:off x="5450800" y="4050270"/>
            <a:ext cx="3728918" cy="1411153"/>
          </a:xfrm>
          <a:prstGeom prst="rect">
            <a:avLst/>
          </a:prstGeom>
          <a:noFill/>
          <a:ln/>
        </p:spPr>
        <p:txBody>
          <a:bodyPr wrap="square" rtlCol="0" anchor="t"/>
          <a:lstStyle/>
          <a:p>
            <a:pPr marL="0" indent="0">
              <a:lnSpc>
                <a:spcPts val="2799"/>
              </a:lnSpc>
              <a:buNone/>
            </a:pPr>
            <a:r>
              <a:rPr lang="en-US" sz="1750">
                <a:solidFill>
                  <a:srgbClr val="D6E5EF"/>
                </a:solidFill>
                <a:latin typeface="Roboto" pitchFamily="34" charset="0"/>
                <a:ea typeface="Roboto" pitchFamily="34" charset="-122"/>
                <a:cs typeface="Roboto" pitchFamily="34" charset="-120"/>
              </a:rPr>
              <a:t>In some cultures, it is customary to offer food and drink to guests in a business setting and declining it may cause offense.</a:t>
            </a:r>
            <a:endParaRPr lang="en-US" sz="1750"/>
          </a:p>
        </p:txBody>
      </p:sp>
      <p:sp>
        <p:nvSpPr>
          <p:cNvPr id="11" name="Shape 9"/>
          <p:cNvSpPr/>
          <p:nvPr/>
        </p:nvSpPr>
        <p:spPr>
          <a:xfrm>
            <a:off x="9624060" y="3264562"/>
            <a:ext cx="4173260" cy="2878330"/>
          </a:xfrm>
          <a:prstGeom prst="roundRect">
            <a:avLst>
              <a:gd name="adj" fmla="val 4813"/>
            </a:avLst>
          </a:prstGeom>
          <a:solidFill>
            <a:srgbClr val="161B23"/>
          </a:solidFill>
          <a:ln/>
        </p:spPr>
        <p:txBody>
          <a:bodyPr/>
          <a:lstStyle/>
          <a:p>
            <a:endParaRPr lang="en-ZA"/>
          </a:p>
        </p:txBody>
      </p:sp>
      <p:sp>
        <p:nvSpPr>
          <p:cNvPr id="12" name="Text 10"/>
          <p:cNvSpPr/>
          <p:nvPr/>
        </p:nvSpPr>
        <p:spPr>
          <a:xfrm>
            <a:off x="9846231" y="3485099"/>
            <a:ext cx="2720340" cy="344633"/>
          </a:xfrm>
          <a:prstGeom prst="rect">
            <a:avLst/>
          </a:prstGeom>
          <a:noFill/>
          <a:ln/>
        </p:spPr>
        <p:txBody>
          <a:bodyPr wrap="none" rtlCol="0" anchor="t"/>
          <a:lstStyle/>
          <a:p>
            <a:pPr marL="0" indent="0">
              <a:lnSpc>
                <a:spcPts val="2734"/>
              </a:lnSpc>
              <a:buNone/>
            </a:pPr>
            <a:r>
              <a:rPr lang="en-US" sz="2187">
                <a:solidFill>
                  <a:srgbClr val="60A9FF"/>
                </a:solidFill>
                <a:latin typeface="Roboto Slab" pitchFamily="34" charset="0"/>
                <a:ea typeface="Roboto Slab" pitchFamily="34" charset="-122"/>
                <a:cs typeface="Roboto Slab" pitchFamily="34" charset="-120"/>
              </a:rPr>
              <a:t>Hospitality Practices</a:t>
            </a:r>
            <a:endParaRPr lang="en-US" sz="2187"/>
          </a:p>
        </p:txBody>
      </p:sp>
      <p:sp>
        <p:nvSpPr>
          <p:cNvPr id="13" name="Text 11"/>
          <p:cNvSpPr/>
          <p:nvPr/>
        </p:nvSpPr>
        <p:spPr>
          <a:xfrm>
            <a:off x="9846231" y="4050270"/>
            <a:ext cx="3728918" cy="1763942"/>
          </a:xfrm>
          <a:prstGeom prst="rect">
            <a:avLst/>
          </a:prstGeom>
          <a:noFill/>
          <a:ln/>
        </p:spPr>
        <p:txBody>
          <a:bodyPr wrap="square" rtlCol="0" anchor="t"/>
          <a:lstStyle/>
          <a:p>
            <a:pPr marL="0" indent="0">
              <a:lnSpc>
                <a:spcPts val="2799"/>
              </a:lnSpc>
              <a:buNone/>
            </a:pPr>
            <a:r>
              <a:rPr lang="en-US" sz="1750">
                <a:solidFill>
                  <a:srgbClr val="D6E5EF"/>
                </a:solidFill>
                <a:latin typeface="Roboto" pitchFamily="34" charset="0"/>
                <a:ea typeface="Roboto" pitchFamily="34" charset="-122"/>
                <a:cs typeface="Roboto" pitchFamily="34" charset="-120"/>
              </a:rPr>
              <a:t>The level of hospitality expected in business settings varies among cultures, with some emphasizing formal settings and others valuing a more casual environment.</a:t>
            </a:r>
            <a:endParaRPr lang="en-US" sz="175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4" name="Text 2"/>
          <p:cNvSpPr/>
          <p:nvPr/>
        </p:nvSpPr>
        <p:spPr>
          <a:xfrm>
            <a:off x="833199" y="2135758"/>
            <a:ext cx="11849100" cy="689267"/>
          </a:xfrm>
          <a:prstGeom prst="rect">
            <a:avLst/>
          </a:prstGeom>
          <a:noFill/>
          <a:ln/>
        </p:spPr>
        <p:txBody>
          <a:bodyPr wrap="none" rtlCol="0" anchor="t"/>
          <a:lstStyle/>
          <a:p>
            <a:pPr marL="0" indent="0">
              <a:lnSpc>
                <a:spcPts val="5468"/>
              </a:lnSpc>
              <a:buNone/>
            </a:pPr>
            <a:endParaRPr lang="en-US" sz="4374"/>
          </a:p>
        </p:txBody>
      </p:sp>
      <p:sp>
        <p:nvSpPr>
          <p:cNvPr id="5" name="Text 3"/>
          <p:cNvSpPr/>
          <p:nvPr/>
        </p:nvSpPr>
        <p:spPr>
          <a:xfrm>
            <a:off x="833199" y="3376367"/>
            <a:ext cx="3299460" cy="413418"/>
          </a:xfrm>
          <a:prstGeom prst="rect">
            <a:avLst/>
          </a:prstGeom>
          <a:noFill/>
          <a:ln/>
        </p:spPr>
        <p:txBody>
          <a:bodyPr wrap="none" rtlCol="0" anchor="t"/>
          <a:lstStyle/>
          <a:p>
            <a:pPr marL="0" indent="0">
              <a:lnSpc>
                <a:spcPts val="3281"/>
              </a:lnSpc>
              <a:buNone/>
            </a:pPr>
            <a:r>
              <a:rPr lang="en-US" sz="2624">
                <a:latin typeface="Roboto Slab" pitchFamily="34" charset="0"/>
                <a:ea typeface="Roboto Slab" pitchFamily="34" charset="-122"/>
                <a:cs typeface="Roboto Slab" pitchFamily="34" charset="-120"/>
              </a:rPr>
              <a:t>Research the Culture</a:t>
            </a:r>
            <a:endParaRPr lang="en-US" sz="2624"/>
          </a:p>
        </p:txBody>
      </p:sp>
      <p:sp>
        <p:nvSpPr>
          <p:cNvPr id="6" name="Text 4"/>
          <p:cNvSpPr/>
          <p:nvPr/>
        </p:nvSpPr>
        <p:spPr>
          <a:xfrm>
            <a:off x="833199" y="4010323"/>
            <a:ext cx="3959543" cy="1058365"/>
          </a:xfrm>
          <a:prstGeom prst="rect">
            <a:avLst/>
          </a:prstGeom>
          <a:noFill/>
          <a:ln/>
        </p:spPr>
        <p:txBody>
          <a:bodyPr wrap="square" rtlCol="0" anchor="t"/>
          <a:lstStyle/>
          <a:p>
            <a:pPr marL="0" indent="0">
              <a:lnSpc>
                <a:spcPts val="2799"/>
              </a:lnSpc>
              <a:buNone/>
            </a:pPr>
            <a:r>
              <a:rPr lang="en-US" sz="1750">
                <a:latin typeface="Roboto" pitchFamily="34" charset="0"/>
                <a:ea typeface="Roboto" pitchFamily="34" charset="-122"/>
                <a:cs typeface="Roboto" pitchFamily="34" charset="-120"/>
              </a:rPr>
              <a:t>Learn as much as you can about the culture you're interacting with, including customs, language, and beliefs.</a:t>
            </a:r>
            <a:endParaRPr lang="en-US" sz="1750"/>
          </a:p>
        </p:txBody>
      </p:sp>
      <p:sp>
        <p:nvSpPr>
          <p:cNvPr id="7" name="Text 5"/>
          <p:cNvSpPr/>
          <p:nvPr/>
        </p:nvSpPr>
        <p:spPr>
          <a:xfrm>
            <a:off x="5342334" y="3376367"/>
            <a:ext cx="3959543" cy="826837"/>
          </a:xfrm>
          <a:prstGeom prst="rect">
            <a:avLst/>
          </a:prstGeom>
          <a:noFill/>
          <a:ln/>
        </p:spPr>
        <p:txBody>
          <a:bodyPr wrap="square" rtlCol="0" anchor="t"/>
          <a:lstStyle/>
          <a:p>
            <a:pPr marL="0" indent="0">
              <a:lnSpc>
                <a:spcPts val="3281"/>
              </a:lnSpc>
              <a:buNone/>
            </a:pPr>
            <a:r>
              <a:rPr lang="en-US" sz="2624">
                <a:latin typeface="Roboto Slab" pitchFamily="34" charset="0"/>
                <a:ea typeface="Roboto Slab" pitchFamily="34" charset="-122"/>
                <a:cs typeface="Roboto Slab" pitchFamily="34" charset="-120"/>
              </a:rPr>
              <a:t>Be Respectful and Open-minded</a:t>
            </a:r>
            <a:endParaRPr lang="en-US" sz="2624"/>
          </a:p>
        </p:txBody>
      </p:sp>
      <p:sp>
        <p:nvSpPr>
          <p:cNvPr id="8" name="Text 6"/>
          <p:cNvSpPr/>
          <p:nvPr/>
        </p:nvSpPr>
        <p:spPr>
          <a:xfrm>
            <a:off x="5342334" y="4423741"/>
            <a:ext cx="3959543" cy="1411153"/>
          </a:xfrm>
          <a:prstGeom prst="rect">
            <a:avLst/>
          </a:prstGeom>
          <a:noFill/>
          <a:ln/>
        </p:spPr>
        <p:txBody>
          <a:bodyPr wrap="square" rtlCol="0" anchor="t"/>
          <a:lstStyle/>
          <a:p>
            <a:pPr marL="0" indent="0">
              <a:lnSpc>
                <a:spcPts val="2799"/>
              </a:lnSpc>
              <a:buNone/>
            </a:pPr>
            <a:r>
              <a:rPr lang="en-US" sz="1750">
                <a:latin typeface="Roboto" pitchFamily="34" charset="0"/>
                <a:ea typeface="Roboto" pitchFamily="34" charset="-122"/>
                <a:cs typeface="Roboto" pitchFamily="34" charset="-120"/>
              </a:rPr>
              <a:t>Respect differences and be willing to adapt your communication style to fit the cultural expectations of your audience.</a:t>
            </a:r>
            <a:endParaRPr lang="en-US" sz="1750"/>
          </a:p>
        </p:txBody>
      </p:sp>
      <p:sp>
        <p:nvSpPr>
          <p:cNvPr id="9" name="Text 7"/>
          <p:cNvSpPr/>
          <p:nvPr/>
        </p:nvSpPr>
        <p:spPr>
          <a:xfrm>
            <a:off x="9851469" y="3376367"/>
            <a:ext cx="3959543" cy="826837"/>
          </a:xfrm>
          <a:prstGeom prst="rect">
            <a:avLst/>
          </a:prstGeom>
          <a:noFill/>
          <a:ln/>
        </p:spPr>
        <p:txBody>
          <a:bodyPr wrap="square" rtlCol="0" anchor="t"/>
          <a:lstStyle/>
          <a:p>
            <a:pPr marL="0" indent="0">
              <a:lnSpc>
                <a:spcPts val="3281"/>
              </a:lnSpc>
              <a:buNone/>
            </a:pPr>
            <a:r>
              <a:rPr lang="en-US" sz="2624">
                <a:latin typeface="Roboto Slab" pitchFamily="34" charset="0"/>
                <a:ea typeface="Roboto Slab" pitchFamily="34" charset="-122"/>
                <a:cs typeface="Roboto Slab" pitchFamily="34" charset="-120"/>
              </a:rPr>
              <a:t>Focus on Building Relationships</a:t>
            </a:r>
            <a:endParaRPr lang="en-US" sz="2624"/>
          </a:p>
        </p:txBody>
      </p:sp>
      <p:sp>
        <p:nvSpPr>
          <p:cNvPr id="10" name="Text 8"/>
          <p:cNvSpPr/>
          <p:nvPr/>
        </p:nvSpPr>
        <p:spPr>
          <a:xfrm>
            <a:off x="9851469" y="4423741"/>
            <a:ext cx="3959543" cy="1411153"/>
          </a:xfrm>
          <a:prstGeom prst="rect">
            <a:avLst/>
          </a:prstGeom>
          <a:noFill/>
          <a:ln/>
        </p:spPr>
        <p:txBody>
          <a:bodyPr wrap="square" rtlCol="0" anchor="t"/>
          <a:lstStyle/>
          <a:p>
            <a:pPr marL="0" indent="0">
              <a:lnSpc>
                <a:spcPts val="2799"/>
              </a:lnSpc>
              <a:buNone/>
            </a:pPr>
            <a:r>
              <a:rPr lang="en-US" sz="1750">
                <a:latin typeface="Roboto" pitchFamily="34" charset="0"/>
                <a:ea typeface="Roboto" pitchFamily="34" charset="-122"/>
                <a:cs typeface="Roboto" pitchFamily="34" charset="-120"/>
              </a:rPr>
              <a:t>Building relationships is critical to doing business in some cultures, so prioritize taking the time to get to know your partners and clients.</a:t>
            </a:r>
            <a:endParaRPr lang="en-US" sz="1750"/>
          </a:p>
        </p:txBody>
      </p:sp>
      <p:sp>
        <p:nvSpPr>
          <p:cNvPr id="11" name="Title 10">
            <a:extLst>
              <a:ext uri="{FF2B5EF4-FFF2-40B4-BE49-F238E27FC236}">
                <a16:creationId xmlns:a16="http://schemas.microsoft.com/office/drawing/2014/main" id="{502C8551-35BB-86BD-FC11-3FA759879A1E}"/>
              </a:ext>
            </a:extLst>
          </p:cNvPr>
          <p:cNvSpPr>
            <a:spLocks noGrp="1"/>
          </p:cNvSpPr>
          <p:nvPr>
            <p:ph type="title"/>
          </p:nvPr>
        </p:nvSpPr>
        <p:spPr>
          <a:xfrm>
            <a:off x="833199" y="1234349"/>
            <a:ext cx="12618720" cy="1590676"/>
          </a:xfrm>
        </p:spPr>
        <p:txBody>
          <a:bodyPr>
            <a:normAutofit fontScale="90000"/>
          </a:bodyPr>
          <a:lstStyle/>
          <a:p>
            <a:r>
              <a:rPr lang="en-US" sz="5400">
                <a:latin typeface="Roboto Slab" pitchFamily="34" charset="0"/>
                <a:ea typeface="Roboto Slab" pitchFamily="34" charset="-122"/>
                <a:cs typeface="Roboto Slab" pitchFamily="34" charset="-120"/>
              </a:rPr>
              <a:t>Strategies for Navigating Cultural Differences</a:t>
            </a:r>
            <a:br>
              <a:rPr lang="en-US" sz="5400"/>
            </a:br>
            <a:endParaRPr lang="en-ZA"/>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C63182F-1727-D0B7-8C0E-7161A4032F66}"/>
              </a:ext>
            </a:extLst>
          </p:cNvPr>
          <p:cNvSpPr>
            <a:spLocks noGrp="1"/>
          </p:cNvSpPr>
          <p:nvPr>
            <p:ph type="title"/>
          </p:nvPr>
        </p:nvSpPr>
        <p:spPr>
          <a:xfrm>
            <a:off x="647395" y="438150"/>
            <a:ext cx="12618720" cy="1590676"/>
          </a:xfrm>
        </p:spPr>
        <p:txBody>
          <a:bodyPr/>
          <a:lstStyle/>
          <a:p>
            <a:r>
              <a:rPr lang="en-US"/>
              <a:t>Let’s discuss further</a:t>
            </a:r>
          </a:p>
        </p:txBody>
      </p:sp>
      <p:sp>
        <p:nvSpPr>
          <p:cNvPr id="9" name="Content Placeholder 2">
            <a:extLst>
              <a:ext uri="{FF2B5EF4-FFF2-40B4-BE49-F238E27FC236}">
                <a16:creationId xmlns:a16="http://schemas.microsoft.com/office/drawing/2014/main" id="{B7503209-8C6F-A337-F795-FAAC22A86675}"/>
              </a:ext>
            </a:extLst>
          </p:cNvPr>
          <p:cNvSpPr>
            <a:spLocks noGrp="1"/>
          </p:cNvSpPr>
          <p:nvPr>
            <p:ph idx="1"/>
          </p:nvPr>
        </p:nvSpPr>
        <p:spPr>
          <a:xfrm>
            <a:off x="1415491" y="2293315"/>
            <a:ext cx="11795760" cy="4631690"/>
          </a:xfrm>
        </p:spPr>
        <p:txBody>
          <a:bodyPr>
            <a:normAutofit fontScale="92500"/>
          </a:bodyPr>
          <a:lstStyle/>
          <a:p>
            <a:pPr algn="l">
              <a:buFont typeface="Arial" panose="020B0604020202020204" pitchFamily="34" charset="0"/>
              <a:buChar char="•"/>
            </a:pPr>
            <a:r>
              <a:rPr lang="en-GB" b="0" i="0">
                <a:effectLst/>
                <a:latin typeface="Google Sans"/>
              </a:rPr>
              <a:t>What are the key cultural differences that businesses need to be aware of when doing business internationally?</a:t>
            </a:r>
          </a:p>
          <a:p>
            <a:pPr algn="l">
              <a:buFont typeface="Arial" panose="020B0604020202020204" pitchFamily="34" charset="0"/>
              <a:buChar char="•"/>
            </a:pPr>
            <a:r>
              <a:rPr lang="en-GB" b="0" i="0">
                <a:effectLst/>
                <a:latin typeface="Google Sans"/>
              </a:rPr>
              <a:t>How can businesses adapt their communication and business practices to different cultures?</a:t>
            </a:r>
          </a:p>
          <a:p>
            <a:pPr algn="l">
              <a:buFont typeface="Arial" panose="020B0604020202020204" pitchFamily="34" charset="0"/>
              <a:buChar char="•"/>
            </a:pPr>
            <a:r>
              <a:rPr lang="en-GB" b="0" i="0">
                <a:effectLst/>
                <a:latin typeface="Google Sans"/>
              </a:rPr>
              <a:t>How can businesses build trust and rapport with business partners from different cultures?</a:t>
            </a:r>
          </a:p>
          <a:p>
            <a:pPr algn="l">
              <a:buFont typeface="Arial" panose="020B0604020202020204" pitchFamily="34" charset="0"/>
              <a:buChar char="•"/>
            </a:pPr>
            <a:r>
              <a:rPr lang="en-GB" b="0" i="0">
                <a:effectLst/>
                <a:latin typeface="Google Sans"/>
              </a:rPr>
              <a:t>How can businesses avoid cultural misunderstandings and conflicts?</a:t>
            </a:r>
          </a:p>
          <a:p>
            <a:pPr algn="l">
              <a:buFont typeface="Arial" panose="020B0604020202020204" pitchFamily="34" charset="0"/>
              <a:buChar char="•"/>
            </a:pPr>
            <a:r>
              <a:rPr lang="en-GB" b="0" i="0">
                <a:effectLst/>
                <a:latin typeface="Google Sans"/>
              </a:rPr>
              <a:t>How can businesses manage cultural diversity within their workforce?</a:t>
            </a:r>
          </a:p>
          <a:p>
            <a:pPr marL="0" indent="0">
              <a:buNone/>
            </a:pPr>
            <a:endParaRPr lang="en-US"/>
          </a:p>
        </p:txBody>
      </p:sp>
    </p:spTree>
    <p:extLst>
      <p:ext uri="{BB962C8B-B14F-4D97-AF65-F5344CB8AC3E}">
        <p14:creationId xmlns:p14="http://schemas.microsoft.com/office/powerpoint/2010/main" val="4754760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5D406-F9EA-4117-20B3-DE31BEDB60EA}"/>
              </a:ext>
            </a:extLst>
          </p:cNvPr>
          <p:cNvSpPr>
            <a:spLocks noGrp="1"/>
          </p:cNvSpPr>
          <p:nvPr>
            <p:ph type="title"/>
          </p:nvPr>
        </p:nvSpPr>
        <p:spPr/>
        <p:txBody>
          <a:bodyPr/>
          <a:lstStyle/>
          <a:p>
            <a:r>
              <a:rPr lang="en-ZA"/>
              <a:t>Read the dialogue on slide 11 and discuss</a:t>
            </a:r>
          </a:p>
        </p:txBody>
      </p:sp>
      <p:sp>
        <p:nvSpPr>
          <p:cNvPr id="4" name="Content Placeholder 3">
            <a:extLst>
              <a:ext uri="{FF2B5EF4-FFF2-40B4-BE49-F238E27FC236}">
                <a16:creationId xmlns:a16="http://schemas.microsoft.com/office/drawing/2014/main" id="{B325218E-935F-761F-52A8-F3E4A34000D1}"/>
              </a:ext>
            </a:extLst>
          </p:cNvPr>
          <p:cNvSpPr>
            <a:spLocks noGrp="1"/>
          </p:cNvSpPr>
          <p:nvPr>
            <p:ph sz="half" idx="2"/>
          </p:nvPr>
        </p:nvSpPr>
        <p:spPr/>
        <p:txBody>
          <a:bodyPr>
            <a:normAutofit fontScale="55000" lnSpcReduction="20000"/>
          </a:bodyPr>
          <a:lstStyle/>
          <a:p>
            <a:pPr marL="0" indent="0" algn="l">
              <a:buNone/>
            </a:pPr>
            <a:endParaRPr lang="en-GB" b="0" i="0">
              <a:effectLst/>
              <a:latin typeface="Google Sans"/>
            </a:endParaRPr>
          </a:p>
          <a:p>
            <a:pPr marL="0" indent="0" algn="l">
              <a:buNone/>
            </a:pPr>
            <a:endParaRPr lang="en-GB">
              <a:latin typeface="Google Sans"/>
            </a:endParaRPr>
          </a:p>
          <a:p>
            <a:pPr marL="0" indent="0" algn="l">
              <a:buNone/>
            </a:pPr>
            <a:endParaRPr lang="en-GB" b="0" i="0">
              <a:effectLst/>
              <a:latin typeface="Google Sans"/>
            </a:endParaRPr>
          </a:p>
          <a:p>
            <a:pPr marL="0" indent="0" algn="l">
              <a:buNone/>
            </a:pPr>
            <a:r>
              <a:rPr lang="en-GB" b="0" i="0">
                <a:effectLst/>
                <a:latin typeface="Google Sans"/>
              </a:rPr>
              <a:t>Characters:</a:t>
            </a:r>
          </a:p>
          <a:p>
            <a:pPr algn="l">
              <a:buFont typeface="Arial" panose="020B0604020202020204" pitchFamily="34" charset="0"/>
              <a:buChar char="•"/>
            </a:pPr>
            <a:r>
              <a:rPr lang="en-GB" b="0" i="0">
                <a:effectLst/>
                <a:latin typeface="Google Sans"/>
              </a:rPr>
              <a:t>Spanish Businessperson: A confident and outgoing individual who is used to doing business in a direct and straightforward manner.</a:t>
            </a:r>
          </a:p>
          <a:p>
            <a:pPr algn="l">
              <a:buFont typeface="Arial" panose="020B0604020202020204" pitchFamily="34" charset="0"/>
              <a:buChar char="•"/>
            </a:pPr>
            <a:r>
              <a:rPr lang="en-GB" b="0" i="0">
                <a:effectLst/>
                <a:latin typeface="Google Sans"/>
              </a:rPr>
              <a:t>Chinese Businessperson: A more reserved and indirect individual who is accustomed to following a more formal and hierarchical approach to business.</a:t>
            </a:r>
          </a:p>
          <a:p>
            <a:endParaRPr lang="en-ZA"/>
          </a:p>
        </p:txBody>
      </p:sp>
      <p:sp>
        <p:nvSpPr>
          <p:cNvPr id="5" name="Text Placeholder 4">
            <a:extLst>
              <a:ext uri="{FF2B5EF4-FFF2-40B4-BE49-F238E27FC236}">
                <a16:creationId xmlns:a16="http://schemas.microsoft.com/office/drawing/2014/main" id="{261E8DD0-C7F8-8F8E-76FE-C70FA86E3450}"/>
              </a:ext>
            </a:extLst>
          </p:cNvPr>
          <p:cNvSpPr>
            <a:spLocks noGrp="1"/>
          </p:cNvSpPr>
          <p:nvPr>
            <p:ph type="body" sz="quarter" idx="3"/>
          </p:nvPr>
        </p:nvSpPr>
        <p:spPr/>
        <p:txBody>
          <a:bodyPr>
            <a:normAutofit/>
          </a:bodyPr>
          <a:lstStyle/>
          <a:p>
            <a:r>
              <a:rPr lang="en-ZA"/>
              <a:t>Answer the questions</a:t>
            </a:r>
          </a:p>
        </p:txBody>
      </p:sp>
      <p:sp>
        <p:nvSpPr>
          <p:cNvPr id="6" name="Content Placeholder 5">
            <a:extLst>
              <a:ext uri="{FF2B5EF4-FFF2-40B4-BE49-F238E27FC236}">
                <a16:creationId xmlns:a16="http://schemas.microsoft.com/office/drawing/2014/main" id="{F24C1C7D-2A7D-9D61-5571-B139C9FEBF63}"/>
              </a:ext>
            </a:extLst>
          </p:cNvPr>
          <p:cNvSpPr>
            <a:spLocks noGrp="1"/>
          </p:cNvSpPr>
          <p:nvPr>
            <p:ph sz="quarter" idx="4"/>
          </p:nvPr>
        </p:nvSpPr>
        <p:spPr/>
        <p:txBody>
          <a:bodyPr>
            <a:normAutofit fontScale="55000" lnSpcReduction="20000"/>
          </a:bodyPr>
          <a:lstStyle/>
          <a:p>
            <a:pPr algn="l">
              <a:buFont typeface="Arial" panose="020B0604020202020204" pitchFamily="34" charset="0"/>
              <a:buChar char="•"/>
            </a:pPr>
            <a:r>
              <a:rPr lang="en-GB" b="0" i="0">
                <a:effectLst/>
              </a:rPr>
              <a:t>What do you think of the different approaches to business taken by the Spanish and Chinese businessperson?</a:t>
            </a:r>
          </a:p>
          <a:p>
            <a:pPr algn="l">
              <a:buFont typeface="Arial" panose="020B0604020202020204" pitchFamily="34" charset="0"/>
              <a:buChar char="•"/>
            </a:pPr>
            <a:r>
              <a:rPr lang="en-GB" b="0" i="0">
                <a:effectLst/>
              </a:rPr>
              <a:t>Do you think it is important to build relationships before doing business with someone? Why or why not?</a:t>
            </a:r>
          </a:p>
          <a:p>
            <a:pPr algn="l">
              <a:buFont typeface="Arial" panose="020B0604020202020204" pitchFamily="34" charset="0"/>
              <a:buChar char="•"/>
            </a:pPr>
            <a:r>
              <a:rPr lang="en-GB" b="0" i="0">
                <a:effectLst/>
              </a:rPr>
              <a:t>What are some other cultural differences that could have led to misunderstandings between the two businesspersons?</a:t>
            </a:r>
          </a:p>
          <a:p>
            <a:pPr algn="l">
              <a:buFont typeface="Arial" panose="020B0604020202020204" pitchFamily="34" charset="0"/>
              <a:buChar char="•"/>
            </a:pPr>
            <a:r>
              <a:rPr lang="en-GB" b="0" i="0">
                <a:effectLst/>
              </a:rPr>
              <a:t>How can businesspersons from different cultures avoid misunderstandings?</a:t>
            </a:r>
          </a:p>
          <a:p>
            <a:pPr algn="l">
              <a:buFont typeface="Arial" panose="020B0604020202020204" pitchFamily="34" charset="0"/>
              <a:buChar char="•"/>
            </a:pPr>
            <a:r>
              <a:rPr lang="en-GB" b="0" i="0">
                <a:effectLst/>
              </a:rPr>
              <a:t>What are some benefits of doing business with people from different cultures?</a:t>
            </a:r>
          </a:p>
          <a:p>
            <a:pPr algn="l">
              <a:buFont typeface="Arial" panose="020B0604020202020204" pitchFamily="34" charset="0"/>
              <a:buChar char="•"/>
            </a:pPr>
            <a:r>
              <a:rPr lang="en-GB" b="0" i="0">
                <a:effectLst/>
              </a:rPr>
              <a:t>What are some challenges of doing business with people from different cultures?</a:t>
            </a:r>
          </a:p>
          <a:p>
            <a:pPr algn="l">
              <a:buFont typeface="Arial" panose="020B0604020202020204" pitchFamily="34" charset="0"/>
              <a:buChar char="•"/>
            </a:pPr>
            <a:r>
              <a:rPr lang="en-GB" b="0" i="0">
                <a:effectLst/>
              </a:rPr>
              <a:t>What advice would you give to a businessperson who is about to do business with someone from a different culture?</a:t>
            </a:r>
          </a:p>
          <a:p>
            <a:pPr algn="l">
              <a:buFont typeface="Arial" panose="020B0604020202020204" pitchFamily="34" charset="0"/>
              <a:buChar char="•"/>
            </a:pPr>
            <a:r>
              <a:rPr lang="en-GB"/>
              <a:t>Who should compromise. Explain</a:t>
            </a:r>
            <a:endParaRPr lang="en-GB" b="0" i="0">
              <a:effectLst/>
            </a:endParaRPr>
          </a:p>
          <a:p>
            <a:endParaRPr lang="en-ZA"/>
          </a:p>
        </p:txBody>
      </p:sp>
    </p:spTree>
    <p:extLst>
      <p:ext uri="{BB962C8B-B14F-4D97-AF65-F5344CB8AC3E}">
        <p14:creationId xmlns:p14="http://schemas.microsoft.com/office/powerpoint/2010/main" val="5939067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9AB1A350-C321-3AC6-CAB2-65D612DED410}"/>
              </a:ext>
            </a:extLst>
          </p:cNvPr>
          <p:cNvSpPr txBox="1"/>
          <p:nvPr/>
        </p:nvSpPr>
        <p:spPr>
          <a:xfrm>
            <a:off x="1113692" y="1486215"/>
            <a:ext cx="12719539" cy="5909310"/>
          </a:xfrm>
          <a:prstGeom prst="rect">
            <a:avLst/>
          </a:prstGeom>
          <a:noFill/>
        </p:spPr>
        <p:txBody>
          <a:bodyPr wrap="square">
            <a:spAutoFit/>
          </a:bodyPr>
          <a:lstStyle/>
          <a:p>
            <a:r>
              <a:rPr lang="en-GB" b="0" i="0">
                <a:effectLst/>
                <a:latin typeface="Google Sans"/>
              </a:rPr>
              <a:t>Scene: A meeting between a businessperson from Spain and a businessperson from China.</a:t>
            </a:r>
          </a:p>
          <a:p>
            <a:endParaRPr lang="en-ZA"/>
          </a:p>
          <a:p>
            <a:pPr algn="l"/>
            <a:endParaRPr lang="en-GB" b="0" i="0">
              <a:effectLst/>
              <a:latin typeface="Google Sans"/>
            </a:endParaRPr>
          </a:p>
          <a:p>
            <a:pPr algn="l"/>
            <a:r>
              <a:rPr lang="en-GB" b="0" i="0">
                <a:effectLst/>
                <a:latin typeface="Google Sans"/>
              </a:rPr>
              <a:t>Spanish Businessperson: (Shakes Chinese Businessperson's hand firmly.) Nice to meet you, Mr. Wang! I'm very excited about the opportunity to work with your company.</a:t>
            </a:r>
          </a:p>
          <a:p>
            <a:pPr algn="l"/>
            <a:endParaRPr lang="en-GB" b="0" i="0">
              <a:effectLst/>
              <a:latin typeface="Google Sans"/>
            </a:endParaRPr>
          </a:p>
          <a:p>
            <a:pPr algn="l"/>
            <a:r>
              <a:rPr lang="en-GB" b="0" i="0">
                <a:effectLst/>
                <a:latin typeface="Google Sans"/>
              </a:rPr>
              <a:t>Chinese Businessperson: (Nods politely.) Nice to meet you too, Mr. Garcia. We are also looking forward to working with you.</a:t>
            </a:r>
          </a:p>
          <a:p>
            <a:pPr algn="l"/>
            <a:endParaRPr lang="en-GB" b="0" i="0">
              <a:effectLst/>
              <a:latin typeface="Google Sans"/>
            </a:endParaRPr>
          </a:p>
          <a:p>
            <a:pPr algn="l"/>
            <a:r>
              <a:rPr lang="en-GB" b="0" i="0">
                <a:effectLst/>
                <a:latin typeface="Google Sans"/>
              </a:rPr>
              <a:t>Spanish Businessperson: (Gets down to business.) So, let's talk about the project. I think we can get this done quickly and efficiently if we just focus on the goals and stay focused.</a:t>
            </a:r>
          </a:p>
          <a:p>
            <a:pPr algn="l"/>
            <a:endParaRPr lang="en-GB" b="0" i="0">
              <a:effectLst/>
              <a:latin typeface="Google Sans"/>
            </a:endParaRPr>
          </a:p>
          <a:p>
            <a:pPr algn="l"/>
            <a:r>
              <a:rPr lang="en-GB" b="0" i="0">
                <a:effectLst/>
                <a:latin typeface="Google Sans"/>
              </a:rPr>
              <a:t>Chinese Businessperson: (Pauses.) I understand your desire to be efficient, Mr. Garcia. However, it is important for us to build relationships first. We would like to get to know you better and understand your culture before we talk about business.</a:t>
            </a:r>
          </a:p>
          <a:p>
            <a:pPr algn="l"/>
            <a:endParaRPr lang="en-GB" b="0" i="0">
              <a:effectLst/>
              <a:latin typeface="Google Sans"/>
            </a:endParaRPr>
          </a:p>
          <a:p>
            <a:pPr algn="l"/>
            <a:r>
              <a:rPr lang="en-GB" b="0" i="0">
                <a:effectLst/>
                <a:latin typeface="Google Sans"/>
              </a:rPr>
              <a:t>Spanish Businessperson: (Is taken aback.) I see. I didn't know that building relationships was so important in Chinese culture.</a:t>
            </a:r>
          </a:p>
          <a:p>
            <a:pPr algn="l"/>
            <a:endParaRPr lang="en-GB" b="0" i="0">
              <a:effectLst/>
              <a:latin typeface="Google Sans"/>
            </a:endParaRPr>
          </a:p>
          <a:p>
            <a:pPr algn="l"/>
            <a:r>
              <a:rPr lang="en-GB" b="0" i="0">
                <a:effectLst/>
                <a:latin typeface="Google Sans"/>
              </a:rPr>
              <a:t>Chinese Businessperson: Yes. We believe that it is essential to build trust and rapport before we can do business with someone.</a:t>
            </a:r>
          </a:p>
          <a:p>
            <a:pPr algn="l"/>
            <a:endParaRPr lang="en-GB" b="0" i="0">
              <a:effectLst/>
              <a:latin typeface="Google Sans"/>
            </a:endParaRPr>
          </a:p>
          <a:p>
            <a:pPr algn="l"/>
            <a:r>
              <a:rPr lang="en-GB" b="0" i="0">
                <a:effectLst/>
                <a:latin typeface="Google Sans"/>
              </a:rPr>
              <a:t>Spanish Businessperson: (Nods.) I understand. I'm willing to take the time to get to know you better.</a:t>
            </a:r>
          </a:p>
          <a:p>
            <a:pPr algn="l"/>
            <a:endParaRPr lang="en-GB" b="0" i="0">
              <a:effectLst/>
              <a:latin typeface="Google Sans"/>
            </a:endParaRPr>
          </a:p>
          <a:p>
            <a:pPr algn="l"/>
            <a:r>
              <a:rPr lang="en-GB" b="0" i="0">
                <a:effectLst/>
                <a:latin typeface="Google Sans"/>
              </a:rPr>
              <a:t>Chinese Businessperson: (Smiles.) Thank you, Mr. Garcia. We appreciate your flexibility.</a:t>
            </a:r>
          </a:p>
        </p:txBody>
      </p:sp>
    </p:spTree>
    <p:extLst>
      <p:ext uri="{BB962C8B-B14F-4D97-AF65-F5344CB8AC3E}">
        <p14:creationId xmlns:p14="http://schemas.microsoft.com/office/powerpoint/2010/main" val="18671012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17DFF-0D00-4C86-E812-98456A591E97}"/>
              </a:ext>
            </a:extLst>
          </p:cNvPr>
          <p:cNvSpPr>
            <a:spLocks noGrp="1"/>
          </p:cNvSpPr>
          <p:nvPr>
            <p:ph type="title"/>
          </p:nvPr>
        </p:nvSpPr>
        <p:spPr/>
        <p:txBody>
          <a:bodyPr/>
          <a:lstStyle/>
          <a:p>
            <a:r>
              <a:rPr lang="en-ZA"/>
              <a:t>Do you agree? Explain.</a:t>
            </a:r>
          </a:p>
        </p:txBody>
      </p:sp>
      <p:sp>
        <p:nvSpPr>
          <p:cNvPr id="3" name="Content Placeholder 2">
            <a:extLst>
              <a:ext uri="{FF2B5EF4-FFF2-40B4-BE49-F238E27FC236}">
                <a16:creationId xmlns:a16="http://schemas.microsoft.com/office/drawing/2014/main" id="{7DF4E422-0BCA-DCB5-2514-E2D4B36EB703}"/>
              </a:ext>
            </a:extLst>
          </p:cNvPr>
          <p:cNvSpPr>
            <a:spLocks noGrp="1"/>
          </p:cNvSpPr>
          <p:nvPr>
            <p:ph idx="1"/>
          </p:nvPr>
        </p:nvSpPr>
        <p:spPr/>
        <p:txBody>
          <a:bodyPr/>
          <a:lstStyle/>
          <a:p>
            <a:r>
              <a:rPr lang="en-GB" b="0" i="0">
                <a:effectLst/>
                <a:latin typeface="Google Sans"/>
              </a:rPr>
              <a:t>"Don't assume that your way of doing things is the best way. Be open to learning from other cultures." - Heidi Smith, author of "The Cultural Compass"</a:t>
            </a:r>
          </a:p>
          <a:p>
            <a:pPr marL="0" indent="0">
              <a:buNone/>
            </a:pPr>
            <a:endParaRPr lang="en-ZA"/>
          </a:p>
        </p:txBody>
      </p:sp>
    </p:spTree>
    <p:extLst>
      <p:ext uri="{BB962C8B-B14F-4D97-AF65-F5344CB8AC3E}">
        <p14:creationId xmlns:p14="http://schemas.microsoft.com/office/powerpoint/2010/main" val="3101409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404519" y="1678838"/>
            <a:ext cx="3884371" cy="4882896"/>
          </a:xfrm>
          <a:prstGeom prst="rect">
            <a:avLst/>
          </a:prstGeom>
        </p:spPr>
        <p:txBody>
          <a:bodyPr vert="horz" lIns="91440" tIns="45720" rIns="91440" bIns="45720" rtlCol="0" anchor="ctr">
            <a:normAutofit/>
          </a:bodyPr>
          <a:lstStyle/>
          <a:p>
            <a:pPr marL="0" indent="0" algn="ctr" defTabSz="1097280">
              <a:lnSpc>
                <a:spcPct val="90000"/>
              </a:lnSpc>
              <a:spcBef>
                <a:spcPct val="0"/>
              </a:spcBef>
              <a:spcAft>
                <a:spcPts val="600"/>
              </a:spcAft>
            </a:pPr>
            <a:r>
              <a:rPr lang="en-US" sz="5280" kern="1200">
                <a:solidFill>
                  <a:schemeClr val="bg1"/>
                </a:solidFill>
                <a:latin typeface="+mj-lt"/>
                <a:ea typeface="+mj-ea"/>
                <a:cs typeface="+mj-cs"/>
              </a:rPr>
              <a:t>Summary</a:t>
            </a:r>
          </a:p>
        </p:txBody>
      </p:sp>
      <p:sp>
        <p:nvSpPr>
          <p:cNvPr id="5" name="Text 3"/>
          <p:cNvSpPr/>
          <p:nvPr/>
        </p:nvSpPr>
        <p:spPr>
          <a:xfrm>
            <a:off x="6945783" y="1832458"/>
            <a:ext cx="6133795" cy="4718304"/>
          </a:xfrm>
          <a:prstGeom prst="rect">
            <a:avLst/>
          </a:prstGeom>
        </p:spPr>
        <p:txBody>
          <a:bodyPr vert="horz" lIns="91440" tIns="45720" rIns="91440" bIns="45720" rtlCol="0" anchor="ctr">
            <a:normAutofit/>
          </a:bodyPr>
          <a:lstStyle/>
          <a:p>
            <a:pPr indent="-274320" defTabSz="1097280">
              <a:lnSpc>
                <a:spcPct val="90000"/>
              </a:lnSpc>
              <a:spcBef>
                <a:spcPts val="1200"/>
              </a:spcBef>
              <a:buFont typeface="Arial" panose="020B0604020202020204" pitchFamily="34" charset="0"/>
              <a:buChar char="•"/>
            </a:pPr>
            <a:r>
              <a:rPr lang="en-US" sz="2900"/>
              <a:t>Cultural differences in business practices can make or break a deal, but by understanding the customs and protocols of different cultures, you can avoid misunderstandings and build long-lasting relationships with partners around the world. Remember to be respectful, open-minded, and willing to adapt your approach.</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D7E3BA5-037C-8A90-7351-5D1016371F89}"/>
              </a:ext>
            </a:extLst>
          </p:cNvPr>
          <p:cNvSpPr txBox="1">
            <a:spLocks/>
          </p:cNvSpPr>
          <p:nvPr/>
        </p:nvSpPr>
        <p:spPr>
          <a:xfrm>
            <a:off x="1667866" y="1481328"/>
            <a:ext cx="3884371" cy="4882896"/>
          </a:xfrm>
          <a:prstGeom prst="rect">
            <a:avLst/>
          </a:prstGeom>
        </p:spPr>
        <p:txBody>
          <a:bodyPr vert="horz" lIns="91440" tIns="45720" rIns="91440" bIns="45720" rtlCol="0" anchor="ctr">
            <a:normAutofit/>
          </a:bodyPr>
          <a:lstStyle>
            <a:lvl1pPr algn="ctr" defTabSz="1097280" rtl="0" eaLnBrk="1" latinLnBrk="0" hangingPunct="1">
              <a:lnSpc>
                <a:spcPct val="90000"/>
              </a:lnSpc>
              <a:spcBef>
                <a:spcPct val="0"/>
              </a:spcBef>
              <a:buNone/>
              <a:defRPr sz="5280" kern="1200">
                <a:solidFill>
                  <a:schemeClr val="bg1"/>
                </a:solidFill>
                <a:latin typeface="+mj-lt"/>
                <a:ea typeface="+mj-ea"/>
                <a:cs typeface="+mj-cs"/>
              </a:defRPr>
            </a:lvl1pPr>
          </a:lstStyle>
          <a:p>
            <a:pPr>
              <a:spcAft>
                <a:spcPts val="600"/>
              </a:spcAft>
            </a:pPr>
            <a:r>
              <a:rPr lang="en-US" kern="1200">
                <a:latin typeface="+mj-lt"/>
                <a:ea typeface="+mj-ea"/>
                <a:cs typeface="+mj-cs"/>
              </a:rPr>
              <a:t>Disclaimer</a:t>
            </a:r>
          </a:p>
        </p:txBody>
      </p:sp>
      <p:sp>
        <p:nvSpPr>
          <p:cNvPr id="5" name="Content Placeholder 2">
            <a:extLst>
              <a:ext uri="{FF2B5EF4-FFF2-40B4-BE49-F238E27FC236}">
                <a16:creationId xmlns:a16="http://schemas.microsoft.com/office/drawing/2014/main" id="{D20F14EF-0F6C-1E70-C875-DCA6A14E72DC}"/>
              </a:ext>
            </a:extLst>
          </p:cNvPr>
          <p:cNvSpPr txBox="1">
            <a:spLocks/>
          </p:cNvSpPr>
          <p:nvPr/>
        </p:nvSpPr>
        <p:spPr>
          <a:xfrm>
            <a:off x="7999171" y="3061411"/>
            <a:ext cx="5650992" cy="2106778"/>
          </a:xfrm>
          <a:prstGeom prst="rect">
            <a:avLst/>
          </a:prstGeom>
        </p:spPr>
        <p:txBody>
          <a:bodyPr vert="horz" lIns="91440" tIns="45720" rIns="91440" bIns="45720" rtlCol="0">
            <a:normAutofit/>
          </a:bodyPr>
          <a:lstStyle>
            <a:lvl1pPr marL="0" indent="0" algn="l" defTabSz="1097280" rtl="0" eaLnBrk="1" latinLnBrk="0" hangingPunct="1">
              <a:lnSpc>
                <a:spcPct val="90000"/>
              </a:lnSpc>
              <a:spcBef>
                <a:spcPts val="1200"/>
              </a:spcBef>
              <a:buFont typeface="Arial" panose="020B0604020202020204" pitchFamily="34" charset="0"/>
              <a:buNone/>
              <a:defRPr sz="3360" kern="1200">
                <a:solidFill>
                  <a:schemeClr val="tx1"/>
                </a:solidFill>
                <a:latin typeface="+mn-lt"/>
                <a:ea typeface="+mn-ea"/>
                <a:cs typeface="+mn-cs"/>
              </a:defRPr>
            </a:lvl1pPr>
            <a:lvl2pPr marL="22860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4572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None/>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r>
              <a:rPr lang="en-US" sz="2880"/>
              <a:t>The content of this slide show was in part generated using AI technology and was formatted and reviewed by Learning Like a Lioness.</a:t>
            </a:r>
          </a:p>
        </p:txBody>
      </p:sp>
    </p:spTree>
    <p:extLst>
      <p:ext uri="{BB962C8B-B14F-4D97-AF65-F5344CB8AC3E}">
        <p14:creationId xmlns:p14="http://schemas.microsoft.com/office/powerpoint/2010/main" val="1358489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5106565-21EC-942F-76D7-0D347AC7BAB7}"/>
              </a:ext>
            </a:extLst>
          </p:cNvPr>
          <p:cNvSpPr txBox="1">
            <a:spLocks/>
          </p:cNvSpPr>
          <p:nvPr/>
        </p:nvSpPr>
        <p:spPr>
          <a:xfrm>
            <a:off x="777258" y="1169983"/>
            <a:ext cx="5120640" cy="1325880"/>
          </a:xfrm>
          <a:prstGeom prst="rect">
            <a:avLst/>
          </a:prstGeom>
        </p:spPr>
        <p:txBody>
          <a:bodyPr/>
          <a:lst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a:lstStyle>
          <a:p>
            <a:r>
              <a:rPr lang="en-GB"/>
              <a:t>Delayed feedback</a:t>
            </a:r>
            <a:endParaRPr lang="es-ES"/>
          </a:p>
        </p:txBody>
      </p:sp>
      <p:sp>
        <p:nvSpPr>
          <p:cNvPr id="5" name="Date Placeholder 4">
            <a:extLst>
              <a:ext uri="{FF2B5EF4-FFF2-40B4-BE49-F238E27FC236}">
                <a16:creationId xmlns:a16="http://schemas.microsoft.com/office/drawing/2014/main" id="{A7B23CE6-A313-9B8C-5D57-0EF0E521C299}"/>
              </a:ext>
            </a:extLst>
          </p:cNvPr>
          <p:cNvSpPr>
            <a:spLocks noGrp="1"/>
          </p:cNvSpPr>
          <p:nvPr>
            <p:ph type="dt" sz="half" idx="10"/>
          </p:nvPr>
        </p:nvSpPr>
        <p:spPr>
          <a:xfrm>
            <a:off x="721934" y="7611510"/>
            <a:ext cx="2743200" cy="365125"/>
          </a:xfrm>
        </p:spPr>
        <p:txBody>
          <a:bodyPr/>
          <a:lstStyle/>
          <a:p>
            <a:pPr>
              <a:defRPr/>
            </a:pPr>
            <a:r>
              <a:rPr lang="en-GB" err="1">
                <a:solidFill>
                  <a:prstClr val="black">
                    <a:tint val="75000"/>
                  </a:prstClr>
                </a:solidFill>
              </a:rPr>
              <a:t>TuSpeaking</a:t>
            </a:r>
            <a:r>
              <a:rPr lang="en-GB">
                <a:solidFill>
                  <a:prstClr val="black">
                    <a:tint val="75000"/>
                  </a:prstClr>
                </a:solidFill>
              </a:rPr>
              <a:t> 2023,  All rights reserved</a:t>
            </a:r>
            <a:endParaRPr lang="en-US">
              <a:solidFill>
                <a:prstClr val="black">
                  <a:tint val="75000"/>
                </a:prstClr>
              </a:solidFill>
            </a:endParaRPr>
          </a:p>
        </p:txBody>
      </p:sp>
      <p:pic>
        <p:nvPicPr>
          <p:cNvPr id="6" name="Picture 5">
            <a:extLst>
              <a:ext uri="{FF2B5EF4-FFF2-40B4-BE49-F238E27FC236}">
                <a16:creationId xmlns:a16="http://schemas.microsoft.com/office/drawing/2014/main" id="{B9E8D41A-3ABE-B61B-A900-471FFB8D9D27}"/>
              </a:ext>
            </a:extLst>
          </p:cNvPr>
          <p:cNvPicPr>
            <a:picLocks noChangeAspect="1"/>
          </p:cNvPicPr>
          <p:nvPr/>
        </p:nvPicPr>
        <p:blipFill>
          <a:blip r:embed="rId2"/>
          <a:stretch>
            <a:fillRect/>
          </a:stretch>
        </p:blipFill>
        <p:spPr>
          <a:xfrm>
            <a:off x="11729440" y="7413072"/>
            <a:ext cx="1638300" cy="762000"/>
          </a:xfrm>
          <a:prstGeom prst="rect">
            <a:avLst/>
          </a:prstGeom>
        </p:spPr>
      </p:pic>
    </p:spTree>
    <p:extLst>
      <p:ext uri="{BB962C8B-B14F-4D97-AF65-F5344CB8AC3E}">
        <p14:creationId xmlns:p14="http://schemas.microsoft.com/office/powerpoint/2010/main" val="27889656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C6853-79BA-C331-9F97-8860141A577A}"/>
              </a:ext>
            </a:extLst>
          </p:cNvPr>
          <p:cNvSpPr txBox="1">
            <a:spLocks/>
          </p:cNvSpPr>
          <p:nvPr/>
        </p:nvSpPr>
        <p:spPr>
          <a:xfrm>
            <a:off x="647395" y="438150"/>
            <a:ext cx="12618720" cy="1590676"/>
          </a:xfrm>
          <a:prstGeom prst="rect">
            <a:avLst/>
          </a:prstGeom>
        </p:spPr>
        <p:txBody>
          <a:bodyPr vert="horz" lIns="91440" tIns="45720" rIns="91440" bIns="45720" rtlCol="0" anchor="ctr">
            <a:normAutofit/>
          </a:bodyPr>
          <a:lst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a:lstStyle>
          <a:p>
            <a:pPr>
              <a:spcAft>
                <a:spcPts val="600"/>
              </a:spcAft>
            </a:pPr>
            <a:r>
              <a:rPr lang="en-US" kern="1200">
                <a:latin typeface="+mj-lt"/>
                <a:ea typeface="+mj-ea"/>
                <a:cs typeface="+mj-cs"/>
              </a:rPr>
              <a:t>Thank you</a:t>
            </a:r>
          </a:p>
        </p:txBody>
      </p:sp>
      <p:pic>
        <p:nvPicPr>
          <p:cNvPr id="3" name="Graphic 2" descr="Handshake">
            <a:extLst>
              <a:ext uri="{FF2B5EF4-FFF2-40B4-BE49-F238E27FC236}">
                <a16:creationId xmlns:a16="http://schemas.microsoft.com/office/drawing/2014/main" id="{1A0785A9-6A05-688E-E86D-11838CA1DD7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97526" y="2293315"/>
            <a:ext cx="4631690" cy="4631690"/>
          </a:xfrm>
          <a:prstGeom prst="rect">
            <a:avLst/>
          </a:prstGeom>
        </p:spPr>
      </p:pic>
    </p:spTree>
    <p:extLst>
      <p:ext uri="{BB962C8B-B14F-4D97-AF65-F5344CB8AC3E}">
        <p14:creationId xmlns:p14="http://schemas.microsoft.com/office/powerpoint/2010/main" val="3418257154"/>
      </p:ext>
    </p:extLst>
  </p:cSld>
  <p:clrMapOvr>
    <a:masterClrMapping/>
  </p:clrMapOvr>
</p:sld>
</file>

<file path=ppt/theme/theme1.xml><?xml version="1.0" encoding="utf-8"?>
<a:theme xmlns:a="http://schemas.openxmlformats.org/drawingml/2006/main" name="Theme2. Tuspeaking">
  <a:themeElements>
    <a:clrScheme name="Shapes">
      <a:dk1>
        <a:sysClr val="windowText" lastClr="000000"/>
      </a:dk1>
      <a:lt1>
        <a:sysClr val="window" lastClr="FFFFFF"/>
      </a:lt1>
      <a:dk2>
        <a:srgbClr val="281B10"/>
      </a:dk2>
      <a:lt2>
        <a:srgbClr val="FFF9F5"/>
      </a:lt2>
      <a:accent1>
        <a:srgbClr val="EE7661"/>
      </a:accent1>
      <a:accent2>
        <a:srgbClr val="4E91F0"/>
      </a:accent2>
      <a:accent3>
        <a:srgbClr val="5B5260"/>
      </a:accent3>
      <a:accent4>
        <a:srgbClr val="2CC3B4"/>
      </a:accent4>
      <a:accent5>
        <a:srgbClr val="C097F8"/>
      </a:accent5>
      <a:accent6>
        <a:srgbClr val="FF9514"/>
      </a:accent6>
      <a:hlink>
        <a:srgbClr val="E50CBC"/>
      </a:hlink>
      <a:folHlink>
        <a:srgbClr val="6257FF"/>
      </a:folHlink>
    </a:clrScheme>
    <a:fontScheme name="Festival">
      <a:majorFont>
        <a:latin typeface="Tw Cen M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2. Tuspeaking" id="{A9E9B0C4-5D59-4360-BA45-801202725969}" vid="{C06795CE-A8FF-483C-8123-2EC6C4B1B86D}"/>
    </a:ext>
  </a:extLst>
</a:theme>
</file>

<file path=ppt/theme/theme2.xml><?xml version="1.0" encoding="utf-8"?>
<a:theme xmlns:a="http://schemas.openxmlformats.org/drawingml/2006/main" name="1_Theme2. Tuspeaking">
  <a:themeElements>
    <a:clrScheme name="Shapes">
      <a:dk1>
        <a:sysClr val="windowText" lastClr="000000"/>
      </a:dk1>
      <a:lt1>
        <a:sysClr val="window" lastClr="FFFFFF"/>
      </a:lt1>
      <a:dk2>
        <a:srgbClr val="281B10"/>
      </a:dk2>
      <a:lt2>
        <a:srgbClr val="FFF9F5"/>
      </a:lt2>
      <a:accent1>
        <a:srgbClr val="EE7661"/>
      </a:accent1>
      <a:accent2>
        <a:srgbClr val="4E91F0"/>
      </a:accent2>
      <a:accent3>
        <a:srgbClr val="5B5260"/>
      </a:accent3>
      <a:accent4>
        <a:srgbClr val="2CC3B4"/>
      </a:accent4>
      <a:accent5>
        <a:srgbClr val="C097F8"/>
      </a:accent5>
      <a:accent6>
        <a:srgbClr val="FF9514"/>
      </a:accent6>
      <a:hlink>
        <a:srgbClr val="E50CBC"/>
      </a:hlink>
      <a:folHlink>
        <a:srgbClr val="6257FF"/>
      </a:folHlink>
    </a:clrScheme>
    <a:fontScheme name="Festival">
      <a:majorFont>
        <a:latin typeface="Tw Cen M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2. Tuspeaking" id="{A9E9B0C4-5D59-4360-BA45-801202725969}" vid="{C06795CE-A8FF-483C-8123-2EC6C4B1B86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Theme2. Tuspeaking</Template>
  <TotalTime>0</TotalTime>
  <Words>1626</Words>
  <Application>Microsoft Office PowerPoint</Application>
  <PresentationFormat>Custom</PresentationFormat>
  <Paragraphs>145</Paragraphs>
  <Slides>19</Slides>
  <Notes>7</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19</vt:i4>
      </vt:variant>
    </vt:vector>
  </HeadingPairs>
  <TitlesOfParts>
    <vt:vector size="28" baseType="lpstr">
      <vt:lpstr>Arial</vt:lpstr>
      <vt:lpstr>Avenir Next LT Pro</vt:lpstr>
      <vt:lpstr>Calibri</vt:lpstr>
      <vt:lpstr>Google Sans</vt:lpstr>
      <vt:lpstr>Roboto</vt:lpstr>
      <vt:lpstr>Roboto Slab</vt:lpstr>
      <vt:lpstr>Tw Cen MT</vt:lpstr>
      <vt:lpstr>Theme2. Tuspeaking</vt:lpstr>
      <vt:lpstr>1_Theme2. Tuspeaking</vt:lpstr>
      <vt:lpstr>Business English</vt:lpstr>
      <vt:lpstr>PowerPoint Presentation</vt:lpstr>
      <vt:lpstr>Warm-up</vt:lpstr>
      <vt:lpstr>Useful Vocabulary</vt:lpstr>
      <vt:lpstr>Let’s put it into practice </vt:lpstr>
      <vt:lpstr>PowerPoint Presentation</vt:lpstr>
      <vt:lpstr>Communication and culture. </vt:lpstr>
      <vt:lpstr>PowerPoint Presentation</vt:lpstr>
      <vt:lpstr>PowerPoint Presentation</vt:lpstr>
      <vt:lpstr>PowerPoint Presentation</vt:lpstr>
      <vt:lpstr>Strategies for Navigating Cultural Differences </vt:lpstr>
      <vt:lpstr>Let’s discuss further</vt:lpstr>
      <vt:lpstr>Read the dialogue on slide 11 and discuss</vt:lpstr>
      <vt:lpstr>PowerPoint Presentation</vt:lpstr>
      <vt:lpstr>Do you agree? Explain.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Theo Clarke</cp:lastModifiedBy>
  <cp:revision>2</cp:revision>
  <dcterms:created xsi:type="dcterms:W3CDTF">2023-08-02T12:23:55Z</dcterms:created>
  <dcterms:modified xsi:type="dcterms:W3CDTF">2023-09-11T10:19:33Z</dcterms:modified>
</cp:coreProperties>
</file>