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8" r:id="rId4"/>
    <p:sldId id="269" r:id="rId5"/>
    <p:sldId id="270" r:id="rId6"/>
    <p:sldId id="271" r:id="rId7"/>
    <p:sldId id="272" r:id="rId8"/>
    <p:sldId id="273" r:id="rId9"/>
    <p:sldId id="274" r:id="rId10"/>
    <p:sldId id="275" r:id="rId11"/>
    <p:sldId id="276" r:id="rId12"/>
    <p:sldId id="277" r:id="rId13"/>
    <p:sldId id="278" r:id="rId14"/>
    <p:sldId id="279"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10" d="100"/>
          <a:sy n="110" d="100"/>
        </p:scale>
        <p:origin x="57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7AA979-50FA-4382-BB0A-67925E572F74}"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431D7ED4-A011-4E3F-A052-3230DC8B3F16}">
      <dgm:prSet/>
      <dgm:spPr/>
      <dgm:t>
        <a:bodyPr/>
        <a:lstStyle/>
        <a:p>
          <a:r>
            <a:rPr lang="en-GB" b="1"/>
            <a:t>Common Suffixes to Form Adjectives:</a:t>
          </a:r>
          <a:endParaRPr lang="en-US"/>
        </a:p>
      </dgm:t>
    </dgm:pt>
    <dgm:pt modelId="{EE8AE716-AD10-4186-98A9-22E7C1679A05}" type="parTrans" cxnId="{D2C3EBB2-4739-4A99-9AB0-211380D658D8}">
      <dgm:prSet/>
      <dgm:spPr/>
      <dgm:t>
        <a:bodyPr/>
        <a:lstStyle/>
        <a:p>
          <a:endParaRPr lang="en-US"/>
        </a:p>
      </dgm:t>
    </dgm:pt>
    <dgm:pt modelId="{05360313-357C-4B9A-8CD3-B6E9279446B5}" type="sibTrans" cxnId="{D2C3EBB2-4739-4A99-9AB0-211380D658D8}">
      <dgm:prSet/>
      <dgm:spPr/>
      <dgm:t>
        <a:bodyPr/>
        <a:lstStyle/>
        <a:p>
          <a:endParaRPr lang="en-US"/>
        </a:p>
      </dgm:t>
    </dgm:pt>
    <dgm:pt modelId="{7CDC656D-6663-4AB3-A62E-5B6A53813CA7}">
      <dgm:prSet/>
      <dgm:spPr/>
      <dgm:t>
        <a:bodyPr/>
        <a:lstStyle/>
        <a:p>
          <a:r>
            <a:rPr lang="en-GB" b="1"/>
            <a:t>-able:</a:t>
          </a:r>
          <a:r>
            <a:rPr lang="en-GB"/>
            <a:t> capable of (e.g., reliable service)</a:t>
          </a:r>
          <a:endParaRPr lang="en-US"/>
        </a:p>
      </dgm:t>
    </dgm:pt>
    <dgm:pt modelId="{F56DA50B-E43C-4BE6-B82A-F9B62B02EF7D}" type="parTrans" cxnId="{C9B9C3AA-01AC-49F9-9DFB-5A8958DBA55A}">
      <dgm:prSet/>
      <dgm:spPr/>
      <dgm:t>
        <a:bodyPr/>
        <a:lstStyle/>
        <a:p>
          <a:endParaRPr lang="en-US"/>
        </a:p>
      </dgm:t>
    </dgm:pt>
    <dgm:pt modelId="{08338EC3-FEFA-432E-A23C-1872B2E0A512}" type="sibTrans" cxnId="{C9B9C3AA-01AC-49F9-9DFB-5A8958DBA55A}">
      <dgm:prSet/>
      <dgm:spPr/>
      <dgm:t>
        <a:bodyPr/>
        <a:lstStyle/>
        <a:p>
          <a:endParaRPr lang="en-US"/>
        </a:p>
      </dgm:t>
    </dgm:pt>
    <dgm:pt modelId="{BFA97D08-FC6E-4A6B-955B-562EBBF0E06B}">
      <dgm:prSet/>
      <dgm:spPr/>
      <dgm:t>
        <a:bodyPr/>
        <a:lstStyle/>
        <a:p>
          <a:r>
            <a:rPr lang="en-GB" b="1"/>
            <a:t>-ful:</a:t>
          </a:r>
          <a:r>
            <a:rPr lang="en-GB"/>
            <a:t> full of (e.g., helpful staff)</a:t>
          </a:r>
          <a:endParaRPr lang="en-US"/>
        </a:p>
      </dgm:t>
    </dgm:pt>
    <dgm:pt modelId="{40D1F39E-226E-4756-927C-2EA60A8186DB}" type="parTrans" cxnId="{DF28A441-9130-4DE0-A6DF-BB3F01A53D65}">
      <dgm:prSet/>
      <dgm:spPr/>
      <dgm:t>
        <a:bodyPr/>
        <a:lstStyle/>
        <a:p>
          <a:endParaRPr lang="en-US"/>
        </a:p>
      </dgm:t>
    </dgm:pt>
    <dgm:pt modelId="{1102FA02-DF80-430F-AE52-5142D207B143}" type="sibTrans" cxnId="{DF28A441-9130-4DE0-A6DF-BB3F01A53D65}">
      <dgm:prSet/>
      <dgm:spPr/>
      <dgm:t>
        <a:bodyPr/>
        <a:lstStyle/>
        <a:p>
          <a:endParaRPr lang="en-US"/>
        </a:p>
      </dgm:t>
    </dgm:pt>
    <dgm:pt modelId="{54451DD6-C07C-4017-B650-F819F7ADE2AF}">
      <dgm:prSet/>
      <dgm:spPr/>
      <dgm:t>
        <a:bodyPr/>
        <a:lstStyle/>
        <a:p>
          <a:r>
            <a:rPr lang="en-GB" b="1"/>
            <a:t>-ous:</a:t>
          </a:r>
          <a:r>
            <a:rPr lang="en-GB"/>
            <a:t> having qualities of (e.g., luxurious experience)</a:t>
          </a:r>
          <a:endParaRPr lang="en-US"/>
        </a:p>
      </dgm:t>
    </dgm:pt>
    <dgm:pt modelId="{12FCEBC7-32E1-4404-A4EF-9283FD4C2DB7}" type="parTrans" cxnId="{DD62A2E8-DECA-4668-8D0B-CC9BBE3C7E3B}">
      <dgm:prSet/>
      <dgm:spPr/>
      <dgm:t>
        <a:bodyPr/>
        <a:lstStyle/>
        <a:p>
          <a:endParaRPr lang="en-US"/>
        </a:p>
      </dgm:t>
    </dgm:pt>
    <dgm:pt modelId="{B97A7FBB-9C0C-43A3-B5F9-979D13DDA9B6}" type="sibTrans" cxnId="{DD62A2E8-DECA-4668-8D0B-CC9BBE3C7E3B}">
      <dgm:prSet/>
      <dgm:spPr/>
      <dgm:t>
        <a:bodyPr/>
        <a:lstStyle/>
        <a:p>
          <a:endParaRPr lang="en-US"/>
        </a:p>
      </dgm:t>
    </dgm:pt>
    <dgm:pt modelId="{8E8C1C65-F39A-41A2-A1F4-AED6B8C59830}">
      <dgm:prSet/>
      <dgm:spPr/>
      <dgm:t>
        <a:bodyPr/>
        <a:lstStyle/>
        <a:p>
          <a:r>
            <a:rPr lang="en-GB" b="1"/>
            <a:t>-less:</a:t>
          </a:r>
          <a:r>
            <a:rPr lang="en-GB"/>
            <a:t> without (e.g., flawless service)</a:t>
          </a:r>
          <a:endParaRPr lang="en-US"/>
        </a:p>
      </dgm:t>
    </dgm:pt>
    <dgm:pt modelId="{D1017D71-EBDF-4F3E-9313-4F142C17F7E4}" type="parTrans" cxnId="{F39A4F38-C9C1-464A-A0F4-93947FD05D94}">
      <dgm:prSet/>
      <dgm:spPr/>
      <dgm:t>
        <a:bodyPr/>
        <a:lstStyle/>
        <a:p>
          <a:endParaRPr lang="en-US"/>
        </a:p>
      </dgm:t>
    </dgm:pt>
    <dgm:pt modelId="{9298212D-8DC2-49F4-9464-5A985E6C49E0}" type="sibTrans" cxnId="{F39A4F38-C9C1-464A-A0F4-93947FD05D94}">
      <dgm:prSet/>
      <dgm:spPr/>
      <dgm:t>
        <a:bodyPr/>
        <a:lstStyle/>
        <a:p>
          <a:endParaRPr lang="en-US"/>
        </a:p>
      </dgm:t>
    </dgm:pt>
    <dgm:pt modelId="{0BBCE6FB-839D-434C-802E-93004B75464A}">
      <dgm:prSet/>
      <dgm:spPr/>
      <dgm:t>
        <a:bodyPr/>
        <a:lstStyle/>
        <a:p>
          <a:r>
            <a:rPr lang="en-GB" b="1"/>
            <a:t>-al:</a:t>
          </a:r>
          <a:r>
            <a:rPr lang="en-GB"/>
            <a:t> pertaining to (e.g., professional conduct)</a:t>
          </a:r>
          <a:endParaRPr lang="en-US"/>
        </a:p>
      </dgm:t>
    </dgm:pt>
    <dgm:pt modelId="{55C8255B-4B42-424F-856E-2FABD529E9E1}" type="parTrans" cxnId="{339A0AA6-1692-4FEF-B673-DC1056DEC9F0}">
      <dgm:prSet/>
      <dgm:spPr/>
      <dgm:t>
        <a:bodyPr/>
        <a:lstStyle/>
        <a:p>
          <a:endParaRPr lang="en-US"/>
        </a:p>
      </dgm:t>
    </dgm:pt>
    <dgm:pt modelId="{CFB1F7EA-C90C-4C72-AEFC-41B14056B04E}" type="sibTrans" cxnId="{339A0AA6-1692-4FEF-B673-DC1056DEC9F0}">
      <dgm:prSet/>
      <dgm:spPr/>
      <dgm:t>
        <a:bodyPr/>
        <a:lstStyle/>
        <a:p>
          <a:endParaRPr lang="en-US"/>
        </a:p>
      </dgm:t>
    </dgm:pt>
    <dgm:pt modelId="{A25312DD-FA0F-4C93-AB6B-7BF5C44942D9}">
      <dgm:prSet/>
      <dgm:spPr/>
      <dgm:t>
        <a:bodyPr/>
        <a:lstStyle/>
        <a:p>
          <a:r>
            <a:rPr lang="en-GB" b="1"/>
            <a:t>-ive:</a:t>
          </a:r>
          <a:r>
            <a:rPr lang="en-GB"/>
            <a:t> having the nature of (e.g., innovative solutions)</a:t>
          </a:r>
          <a:endParaRPr lang="en-US"/>
        </a:p>
      </dgm:t>
    </dgm:pt>
    <dgm:pt modelId="{B2BBF994-5A21-4B27-A517-E26CD5826D04}" type="parTrans" cxnId="{9273B1F5-CB2C-4194-ADF6-E244813F5A56}">
      <dgm:prSet/>
      <dgm:spPr/>
      <dgm:t>
        <a:bodyPr/>
        <a:lstStyle/>
        <a:p>
          <a:endParaRPr lang="en-US"/>
        </a:p>
      </dgm:t>
    </dgm:pt>
    <dgm:pt modelId="{274A844E-CF3A-4FE4-8DC8-C40BD0685EFA}" type="sibTrans" cxnId="{9273B1F5-CB2C-4194-ADF6-E244813F5A56}">
      <dgm:prSet/>
      <dgm:spPr/>
      <dgm:t>
        <a:bodyPr/>
        <a:lstStyle/>
        <a:p>
          <a:endParaRPr lang="en-US"/>
        </a:p>
      </dgm:t>
    </dgm:pt>
    <dgm:pt modelId="{82C53D92-5A0B-4798-8FFE-5D42B1B5BAF1}" type="pres">
      <dgm:prSet presAssocID="{B07AA979-50FA-4382-BB0A-67925E572F74}" presName="linear" presStyleCnt="0">
        <dgm:presLayoutVars>
          <dgm:animLvl val="lvl"/>
          <dgm:resizeHandles val="exact"/>
        </dgm:presLayoutVars>
      </dgm:prSet>
      <dgm:spPr/>
      <dgm:t>
        <a:bodyPr/>
        <a:lstStyle/>
        <a:p>
          <a:endParaRPr lang="en-US"/>
        </a:p>
      </dgm:t>
    </dgm:pt>
    <dgm:pt modelId="{08CB95CC-14D6-4B57-A4FF-97C7CFD51CF8}" type="pres">
      <dgm:prSet presAssocID="{431D7ED4-A011-4E3F-A052-3230DC8B3F16}" presName="parentText" presStyleLbl="node1" presStyleIdx="0" presStyleCnt="7">
        <dgm:presLayoutVars>
          <dgm:chMax val="0"/>
          <dgm:bulletEnabled val="1"/>
        </dgm:presLayoutVars>
      </dgm:prSet>
      <dgm:spPr/>
      <dgm:t>
        <a:bodyPr/>
        <a:lstStyle/>
        <a:p>
          <a:endParaRPr lang="en-US"/>
        </a:p>
      </dgm:t>
    </dgm:pt>
    <dgm:pt modelId="{3B63B8E6-506D-4D26-9F61-156D660C9989}" type="pres">
      <dgm:prSet presAssocID="{05360313-357C-4B9A-8CD3-B6E9279446B5}" presName="spacer" presStyleCnt="0"/>
      <dgm:spPr/>
    </dgm:pt>
    <dgm:pt modelId="{1511F511-A04C-4186-B1A5-767A3CBD8CBF}" type="pres">
      <dgm:prSet presAssocID="{7CDC656D-6663-4AB3-A62E-5B6A53813CA7}" presName="parentText" presStyleLbl="node1" presStyleIdx="1" presStyleCnt="7">
        <dgm:presLayoutVars>
          <dgm:chMax val="0"/>
          <dgm:bulletEnabled val="1"/>
        </dgm:presLayoutVars>
      </dgm:prSet>
      <dgm:spPr/>
      <dgm:t>
        <a:bodyPr/>
        <a:lstStyle/>
        <a:p>
          <a:endParaRPr lang="en-US"/>
        </a:p>
      </dgm:t>
    </dgm:pt>
    <dgm:pt modelId="{8B78DD88-C01D-4E48-A191-F29F1794F4FA}" type="pres">
      <dgm:prSet presAssocID="{08338EC3-FEFA-432E-A23C-1872B2E0A512}" presName="spacer" presStyleCnt="0"/>
      <dgm:spPr/>
    </dgm:pt>
    <dgm:pt modelId="{5361914C-E284-4CFD-A9BF-56709B0BD216}" type="pres">
      <dgm:prSet presAssocID="{BFA97D08-FC6E-4A6B-955B-562EBBF0E06B}" presName="parentText" presStyleLbl="node1" presStyleIdx="2" presStyleCnt="7">
        <dgm:presLayoutVars>
          <dgm:chMax val="0"/>
          <dgm:bulletEnabled val="1"/>
        </dgm:presLayoutVars>
      </dgm:prSet>
      <dgm:spPr/>
      <dgm:t>
        <a:bodyPr/>
        <a:lstStyle/>
        <a:p>
          <a:endParaRPr lang="en-US"/>
        </a:p>
      </dgm:t>
    </dgm:pt>
    <dgm:pt modelId="{5065B2FC-C035-462F-A0A6-EDE6CDFDD2C5}" type="pres">
      <dgm:prSet presAssocID="{1102FA02-DF80-430F-AE52-5142D207B143}" presName="spacer" presStyleCnt="0"/>
      <dgm:spPr/>
    </dgm:pt>
    <dgm:pt modelId="{74DBF402-BD51-4489-A651-6C8BF88FD546}" type="pres">
      <dgm:prSet presAssocID="{54451DD6-C07C-4017-B650-F819F7ADE2AF}" presName="parentText" presStyleLbl="node1" presStyleIdx="3" presStyleCnt="7">
        <dgm:presLayoutVars>
          <dgm:chMax val="0"/>
          <dgm:bulletEnabled val="1"/>
        </dgm:presLayoutVars>
      </dgm:prSet>
      <dgm:spPr/>
      <dgm:t>
        <a:bodyPr/>
        <a:lstStyle/>
        <a:p>
          <a:endParaRPr lang="en-US"/>
        </a:p>
      </dgm:t>
    </dgm:pt>
    <dgm:pt modelId="{448E8249-9BC8-4DAC-9974-298B68EF3F96}" type="pres">
      <dgm:prSet presAssocID="{B97A7FBB-9C0C-43A3-B5F9-979D13DDA9B6}" presName="spacer" presStyleCnt="0"/>
      <dgm:spPr/>
    </dgm:pt>
    <dgm:pt modelId="{F7FC71D9-647B-4923-A05D-FFA4A68A5406}" type="pres">
      <dgm:prSet presAssocID="{8E8C1C65-F39A-41A2-A1F4-AED6B8C59830}" presName="parentText" presStyleLbl="node1" presStyleIdx="4" presStyleCnt="7">
        <dgm:presLayoutVars>
          <dgm:chMax val="0"/>
          <dgm:bulletEnabled val="1"/>
        </dgm:presLayoutVars>
      </dgm:prSet>
      <dgm:spPr/>
      <dgm:t>
        <a:bodyPr/>
        <a:lstStyle/>
        <a:p>
          <a:endParaRPr lang="en-US"/>
        </a:p>
      </dgm:t>
    </dgm:pt>
    <dgm:pt modelId="{403FEEC6-4026-41A4-9CCD-922E88C19D9C}" type="pres">
      <dgm:prSet presAssocID="{9298212D-8DC2-49F4-9464-5A985E6C49E0}" presName="spacer" presStyleCnt="0"/>
      <dgm:spPr/>
    </dgm:pt>
    <dgm:pt modelId="{5D0E8D0F-852A-4E3F-88E9-61C8C51FBEC7}" type="pres">
      <dgm:prSet presAssocID="{0BBCE6FB-839D-434C-802E-93004B75464A}" presName="parentText" presStyleLbl="node1" presStyleIdx="5" presStyleCnt="7">
        <dgm:presLayoutVars>
          <dgm:chMax val="0"/>
          <dgm:bulletEnabled val="1"/>
        </dgm:presLayoutVars>
      </dgm:prSet>
      <dgm:spPr/>
      <dgm:t>
        <a:bodyPr/>
        <a:lstStyle/>
        <a:p>
          <a:endParaRPr lang="en-US"/>
        </a:p>
      </dgm:t>
    </dgm:pt>
    <dgm:pt modelId="{2133E3E9-2B7A-4F85-83A1-81D3724B6F28}" type="pres">
      <dgm:prSet presAssocID="{CFB1F7EA-C90C-4C72-AEFC-41B14056B04E}" presName="spacer" presStyleCnt="0"/>
      <dgm:spPr/>
    </dgm:pt>
    <dgm:pt modelId="{2B19BD51-536F-41F0-B4C6-EA8394D2DADA}" type="pres">
      <dgm:prSet presAssocID="{A25312DD-FA0F-4C93-AB6B-7BF5C44942D9}" presName="parentText" presStyleLbl="node1" presStyleIdx="6" presStyleCnt="7">
        <dgm:presLayoutVars>
          <dgm:chMax val="0"/>
          <dgm:bulletEnabled val="1"/>
        </dgm:presLayoutVars>
      </dgm:prSet>
      <dgm:spPr/>
      <dgm:t>
        <a:bodyPr/>
        <a:lstStyle/>
        <a:p>
          <a:endParaRPr lang="en-US"/>
        </a:p>
      </dgm:t>
    </dgm:pt>
  </dgm:ptLst>
  <dgm:cxnLst>
    <dgm:cxn modelId="{A387D3F0-F889-4030-B949-D552427D3713}" type="presOf" srcId="{7CDC656D-6663-4AB3-A62E-5B6A53813CA7}" destId="{1511F511-A04C-4186-B1A5-767A3CBD8CBF}" srcOrd="0" destOrd="0" presId="urn:microsoft.com/office/officeart/2005/8/layout/vList2"/>
    <dgm:cxn modelId="{9273B1F5-CB2C-4194-ADF6-E244813F5A56}" srcId="{B07AA979-50FA-4382-BB0A-67925E572F74}" destId="{A25312DD-FA0F-4C93-AB6B-7BF5C44942D9}" srcOrd="6" destOrd="0" parTransId="{B2BBF994-5A21-4B27-A517-E26CD5826D04}" sibTransId="{274A844E-CF3A-4FE4-8DC8-C40BD0685EFA}"/>
    <dgm:cxn modelId="{B13050E1-9FD7-436C-B523-2211544AF5B2}" type="presOf" srcId="{431D7ED4-A011-4E3F-A052-3230DC8B3F16}" destId="{08CB95CC-14D6-4B57-A4FF-97C7CFD51CF8}" srcOrd="0" destOrd="0" presId="urn:microsoft.com/office/officeart/2005/8/layout/vList2"/>
    <dgm:cxn modelId="{DF28A441-9130-4DE0-A6DF-BB3F01A53D65}" srcId="{B07AA979-50FA-4382-BB0A-67925E572F74}" destId="{BFA97D08-FC6E-4A6B-955B-562EBBF0E06B}" srcOrd="2" destOrd="0" parTransId="{40D1F39E-226E-4756-927C-2EA60A8186DB}" sibTransId="{1102FA02-DF80-430F-AE52-5142D207B143}"/>
    <dgm:cxn modelId="{D3F97B28-6AD8-4694-8B4F-E56334E85BC2}" type="presOf" srcId="{A25312DD-FA0F-4C93-AB6B-7BF5C44942D9}" destId="{2B19BD51-536F-41F0-B4C6-EA8394D2DADA}" srcOrd="0" destOrd="0" presId="urn:microsoft.com/office/officeart/2005/8/layout/vList2"/>
    <dgm:cxn modelId="{89C46607-7080-493F-B30A-9444821D3FA0}" type="presOf" srcId="{8E8C1C65-F39A-41A2-A1F4-AED6B8C59830}" destId="{F7FC71D9-647B-4923-A05D-FFA4A68A5406}" srcOrd="0" destOrd="0" presId="urn:microsoft.com/office/officeart/2005/8/layout/vList2"/>
    <dgm:cxn modelId="{ABC69EFE-4C8E-42CB-9270-5DE86AB02371}" type="presOf" srcId="{BFA97D08-FC6E-4A6B-955B-562EBBF0E06B}" destId="{5361914C-E284-4CFD-A9BF-56709B0BD216}" srcOrd="0" destOrd="0" presId="urn:microsoft.com/office/officeart/2005/8/layout/vList2"/>
    <dgm:cxn modelId="{339A0AA6-1692-4FEF-B673-DC1056DEC9F0}" srcId="{B07AA979-50FA-4382-BB0A-67925E572F74}" destId="{0BBCE6FB-839D-434C-802E-93004B75464A}" srcOrd="5" destOrd="0" parTransId="{55C8255B-4B42-424F-856E-2FABD529E9E1}" sibTransId="{CFB1F7EA-C90C-4C72-AEFC-41B14056B04E}"/>
    <dgm:cxn modelId="{D2C3EBB2-4739-4A99-9AB0-211380D658D8}" srcId="{B07AA979-50FA-4382-BB0A-67925E572F74}" destId="{431D7ED4-A011-4E3F-A052-3230DC8B3F16}" srcOrd="0" destOrd="0" parTransId="{EE8AE716-AD10-4186-98A9-22E7C1679A05}" sibTransId="{05360313-357C-4B9A-8CD3-B6E9279446B5}"/>
    <dgm:cxn modelId="{912B8BFE-20D6-4B84-8133-078E4402C304}" type="presOf" srcId="{B07AA979-50FA-4382-BB0A-67925E572F74}" destId="{82C53D92-5A0B-4798-8FFE-5D42B1B5BAF1}" srcOrd="0" destOrd="0" presId="urn:microsoft.com/office/officeart/2005/8/layout/vList2"/>
    <dgm:cxn modelId="{C9B9C3AA-01AC-49F9-9DFB-5A8958DBA55A}" srcId="{B07AA979-50FA-4382-BB0A-67925E572F74}" destId="{7CDC656D-6663-4AB3-A62E-5B6A53813CA7}" srcOrd="1" destOrd="0" parTransId="{F56DA50B-E43C-4BE6-B82A-F9B62B02EF7D}" sibTransId="{08338EC3-FEFA-432E-A23C-1872B2E0A512}"/>
    <dgm:cxn modelId="{FF00F773-2CFD-4B6B-8693-A1D3EA423E60}" type="presOf" srcId="{0BBCE6FB-839D-434C-802E-93004B75464A}" destId="{5D0E8D0F-852A-4E3F-88E9-61C8C51FBEC7}" srcOrd="0" destOrd="0" presId="urn:microsoft.com/office/officeart/2005/8/layout/vList2"/>
    <dgm:cxn modelId="{F39A4F38-C9C1-464A-A0F4-93947FD05D94}" srcId="{B07AA979-50FA-4382-BB0A-67925E572F74}" destId="{8E8C1C65-F39A-41A2-A1F4-AED6B8C59830}" srcOrd="4" destOrd="0" parTransId="{D1017D71-EBDF-4F3E-9313-4F142C17F7E4}" sibTransId="{9298212D-8DC2-49F4-9464-5A985E6C49E0}"/>
    <dgm:cxn modelId="{9C8BC329-CDDB-48D2-A282-0D71EE26F45B}" type="presOf" srcId="{54451DD6-C07C-4017-B650-F819F7ADE2AF}" destId="{74DBF402-BD51-4489-A651-6C8BF88FD546}" srcOrd="0" destOrd="0" presId="urn:microsoft.com/office/officeart/2005/8/layout/vList2"/>
    <dgm:cxn modelId="{DD62A2E8-DECA-4668-8D0B-CC9BBE3C7E3B}" srcId="{B07AA979-50FA-4382-BB0A-67925E572F74}" destId="{54451DD6-C07C-4017-B650-F819F7ADE2AF}" srcOrd="3" destOrd="0" parTransId="{12FCEBC7-32E1-4404-A4EF-9283FD4C2DB7}" sibTransId="{B97A7FBB-9C0C-43A3-B5F9-979D13DDA9B6}"/>
    <dgm:cxn modelId="{FEDE8F60-8344-435A-A237-BFB2DB704321}" type="presParOf" srcId="{82C53D92-5A0B-4798-8FFE-5D42B1B5BAF1}" destId="{08CB95CC-14D6-4B57-A4FF-97C7CFD51CF8}" srcOrd="0" destOrd="0" presId="urn:microsoft.com/office/officeart/2005/8/layout/vList2"/>
    <dgm:cxn modelId="{748D4412-F1C1-4C02-BFD7-2C15A13D9945}" type="presParOf" srcId="{82C53D92-5A0B-4798-8FFE-5D42B1B5BAF1}" destId="{3B63B8E6-506D-4D26-9F61-156D660C9989}" srcOrd="1" destOrd="0" presId="urn:microsoft.com/office/officeart/2005/8/layout/vList2"/>
    <dgm:cxn modelId="{F976CD1E-6DFE-42A9-B3FA-AC0F1BB20648}" type="presParOf" srcId="{82C53D92-5A0B-4798-8FFE-5D42B1B5BAF1}" destId="{1511F511-A04C-4186-B1A5-767A3CBD8CBF}" srcOrd="2" destOrd="0" presId="urn:microsoft.com/office/officeart/2005/8/layout/vList2"/>
    <dgm:cxn modelId="{23FEE74A-652E-4482-B647-1F150236C737}" type="presParOf" srcId="{82C53D92-5A0B-4798-8FFE-5D42B1B5BAF1}" destId="{8B78DD88-C01D-4E48-A191-F29F1794F4FA}" srcOrd="3" destOrd="0" presId="urn:microsoft.com/office/officeart/2005/8/layout/vList2"/>
    <dgm:cxn modelId="{CC30A67A-5C2E-4D54-A485-A2B567C29DED}" type="presParOf" srcId="{82C53D92-5A0B-4798-8FFE-5D42B1B5BAF1}" destId="{5361914C-E284-4CFD-A9BF-56709B0BD216}" srcOrd="4" destOrd="0" presId="urn:microsoft.com/office/officeart/2005/8/layout/vList2"/>
    <dgm:cxn modelId="{916B5AEF-2417-483B-80E4-C09C9674ABB2}" type="presParOf" srcId="{82C53D92-5A0B-4798-8FFE-5D42B1B5BAF1}" destId="{5065B2FC-C035-462F-A0A6-EDE6CDFDD2C5}" srcOrd="5" destOrd="0" presId="urn:microsoft.com/office/officeart/2005/8/layout/vList2"/>
    <dgm:cxn modelId="{FBCD9414-32BA-4F32-83B9-2ACE347E459D}" type="presParOf" srcId="{82C53D92-5A0B-4798-8FFE-5D42B1B5BAF1}" destId="{74DBF402-BD51-4489-A651-6C8BF88FD546}" srcOrd="6" destOrd="0" presId="urn:microsoft.com/office/officeart/2005/8/layout/vList2"/>
    <dgm:cxn modelId="{77F5D781-48C4-436B-8CA9-380EE87C5817}" type="presParOf" srcId="{82C53D92-5A0B-4798-8FFE-5D42B1B5BAF1}" destId="{448E8249-9BC8-4DAC-9974-298B68EF3F96}" srcOrd="7" destOrd="0" presId="urn:microsoft.com/office/officeart/2005/8/layout/vList2"/>
    <dgm:cxn modelId="{3F5EDEFD-4E47-4CE2-A7B5-775676325439}" type="presParOf" srcId="{82C53D92-5A0B-4798-8FFE-5D42B1B5BAF1}" destId="{F7FC71D9-647B-4923-A05D-FFA4A68A5406}" srcOrd="8" destOrd="0" presId="urn:microsoft.com/office/officeart/2005/8/layout/vList2"/>
    <dgm:cxn modelId="{ED691258-C08F-46CC-B4A9-02D997E69F61}" type="presParOf" srcId="{82C53D92-5A0B-4798-8FFE-5D42B1B5BAF1}" destId="{403FEEC6-4026-41A4-9CCD-922E88C19D9C}" srcOrd="9" destOrd="0" presId="urn:microsoft.com/office/officeart/2005/8/layout/vList2"/>
    <dgm:cxn modelId="{0625FFC4-899C-4846-BD88-B8CD8C76DFA8}" type="presParOf" srcId="{82C53D92-5A0B-4798-8FFE-5D42B1B5BAF1}" destId="{5D0E8D0F-852A-4E3F-88E9-61C8C51FBEC7}" srcOrd="10" destOrd="0" presId="urn:microsoft.com/office/officeart/2005/8/layout/vList2"/>
    <dgm:cxn modelId="{EC50EE8E-DFF2-4B15-8C7E-5234CF93C990}" type="presParOf" srcId="{82C53D92-5A0B-4798-8FFE-5D42B1B5BAF1}" destId="{2133E3E9-2B7A-4F85-83A1-81D3724B6F28}" srcOrd="11" destOrd="0" presId="urn:microsoft.com/office/officeart/2005/8/layout/vList2"/>
    <dgm:cxn modelId="{58BE04DC-B52B-4962-A1D0-265C909E4561}" type="presParOf" srcId="{82C53D92-5A0B-4798-8FFE-5D42B1B5BAF1}" destId="{2B19BD51-536F-41F0-B4C6-EA8394D2DADA}"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5271A2-B739-4D7C-BC8C-1318D339EA3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D061B477-A9AB-4D2E-A182-D8C2C698176F}">
      <dgm:prSet/>
      <dgm:spPr/>
      <dgm:t>
        <a:bodyPr/>
        <a:lstStyle/>
        <a:p>
          <a:r>
            <a:rPr lang="en-GB" b="1"/>
            <a:t>Examples of Suffixes in Services</a:t>
          </a:r>
          <a:endParaRPr lang="en-US"/>
        </a:p>
      </dgm:t>
    </dgm:pt>
    <dgm:pt modelId="{A4668223-2833-4F45-A385-2CBB4F378266}" type="parTrans" cxnId="{30D33CD4-8718-4748-ADB8-5B8E11BC05F4}">
      <dgm:prSet/>
      <dgm:spPr/>
      <dgm:t>
        <a:bodyPr/>
        <a:lstStyle/>
        <a:p>
          <a:endParaRPr lang="en-US"/>
        </a:p>
      </dgm:t>
    </dgm:pt>
    <dgm:pt modelId="{6C220EE4-FCA2-4210-96C1-959AFD9E7DD6}" type="sibTrans" cxnId="{30D33CD4-8718-4748-ADB8-5B8E11BC05F4}">
      <dgm:prSet/>
      <dgm:spPr/>
      <dgm:t>
        <a:bodyPr/>
        <a:lstStyle/>
        <a:p>
          <a:endParaRPr lang="en-US"/>
        </a:p>
      </dgm:t>
    </dgm:pt>
    <dgm:pt modelId="{8E1D58CF-1D18-4003-A9FC-39B793269CD1}">
      <dgm:prSet/>
      <dgm:spPr/>
      <dgm:t>
        <a:bodyPr/>
        <a:lstStyle/>
        <a:p>
          <a:r>
            <a:rPr lang="en-GB" b="1"/>
            <a:t>-able:</a:t>
          </a:r>
          <a:r>
            <a:rPr lang="en-GB"/>
            <a:t> "The support team is very reliable."</a:t>
          </a:r>
          <a:endParaRPr lang="en-US"/>
        </a:p>
      </dgm:t>
    </dgm:pt>
    <dgm:pt modelId="{D06011E9-8C74-44D1-B7BB-3CF294ECADE2}" type="parTrans" cxnId="{47451442-427B-4916-840D-6C9A1BF70539}">
      <dgm:prSet/>
      <dgm:spPr/>
      <dgm:t>
        <a:bodyPr/>
        <a:lstStyle/>
        <a:p>
          <a:endParaRPr lang="en-US"/>
        </a:p>
      </dgm:t>
    </dgm:pt>
    <dgm:pt modelId="{7514ABA4-F9F2-4EB2-8BD5-D9AF2C76A900}" type="sibTrans" cxnId="{47451442-427B-4916-840D-6C9A1BF70539}">
      <dgm:prSet/>
      <dgm:spPr/>
      <dgm:t>
        <a:bodyPr/>
        <a:lstStyle/>
        <a:p>
          <a:endParaRPr lang="en-US"/>
        </a:p>
      </dgm:t>
    </dgm:pt>
    <dgm:pt modelId="{50C4CB4D-D61D-45E7-B23D-7472A1B5AAF9}">
      <dgm:prSet/>
      <dgm:spPr/>
      <dgm:t>
        <a:bodyPr/>
        <a:lstStyle/>
        <a:p>
          <a:r>
            <a:rPr lang="en-GB" b="1"/>
            <a:t>-ful:</a:t>
          </a:r>
          <a:r>
            <a:rPr lang="en-GB"/>
            <a:t> "She provided helpful information."</a:t>
          </a:r>
          <a:endParaRPr lang="en-US"/>
        </a:p>
      </dgm:t>
    </dgm:pt>
    <dgm:pt modelId="{5794EAAE-6A32-4F6B-8195-A43B1E154943}" type="parTrans" cxnId="{77B58C63-B129-42DA-9FF9-330D7D3A0A4E}">
      <dgm:prSet/>
      <dgm:spPr/>
      <dgm:t>
        <a:bodyPr/>
        <a:lstStyle/>
        <a:p>
          <a:endParaRPr lang="en-US"/>
        </a:p>
      </dgm:t>
    </dgm:pt>
    <dgm:pt modelId="{F14C3688-0135-4995-AB9F-DEAC89CEC6BD}" type="sibTrans" cxnId="{77B58C63-B129-42DA-9FF9-330D7D3A0A4E}">
      <dgm:prSet/>
      <dgm:spPr/>
      <dgm:t>
        <a:bodyPr/>
        <a:lstStyle/>
        <a:p>
          <a:endParaRPr lang="en-US"/>
        </a:p>
      </dgm:t>
    </dgm:pt>
    <dgm:pt modelId="{542A1538-390C-46FD-A566-8601A2DEAD0A}">
      <dgm:prSet/>
      <dgm:spPr/>
      <dgm:t>
        <a:bodyPr/>
        <a:lstStyle/>
        <a:p>
          <a:r>
            <a:rPr lang="en-GB" b="1"/>
            <a:t>-ous:</a:t>
          </a:r>
          <a:r>
            <a:rPr lang="en-GB"/>
            <a:t> "They offer a luxurious experience."</a:t>
          </a:r>
          <a:endParaRPr lang="en-US"/>
        </a:p>
      </dgm:t>
    </dgm:pt>
    <dgm:pt modelId="{AE236CBE-BF34-42BC-8CA1-7CFAAE937D12}" type="parTrans" cxnId="{C9BEEFF7-107F-4E48-9427-14F7A8740ECA}">
      <dgm:prSet/>
      <dgm:spPr/>
      <dgm:t>
        <a:bodyPr/>
        <a:lstStyle/>
        <a:p>
          <a:endParaRPr lang="en-US"/>
        </a:p>
      </dgm:t>
    </dgm:pt>
    <dgm:pt modelId="{9EF150D1-C21A-4780-AB6B-C183F1FB6761}" type="sibTrans" cxnId="{C9BEEFF7-107F-4E48-9427-14F7A8740ECA}">
      <dgm:prSet/>
      <dgm:spPr/>
      <dgm:t>
        <a:bodyPr/>
        <a:lstStyle/>
        <a:p>
          <a:endParaRPr lang="en-US"/>
        </a:p>
      </dgm:t>
    </dgm:pt>
    <dgm:pt modelId="{68B710AF-DCC4-45F2-94B7-55F988F1F843}">
      <dgm:prSet/>
      <dgm:spPr/>
      <dgm:t>
        <a:bodyPr/>
        <a:lstStyle/>
        <a:p>
          <a:r>
            <a:rPr lang="en-GB" b="1"/>
            <a:t>-less:</a:t>
          </a:r>
          <a:r>
            <a:rPr lang="en-GB"/>
            <a:t> "The service was flawless."</a:t>
          </a:r>
          <a:endParaRPr lang="en-US"/>
        </a:p>
      </dgm:t>
    </dgm:pt>
    <dgm:pt modelId="{B3AB9B1F-42E7-4717-B106-ECEF9885C104}" type="parTrans" cxnId="{9F9B2B45-9ED6-46F6-855E-8825423467DE}">
      <dgm:prSet/>
      <dgm:spPr/>
      <dgm:t>
        <a:bodyPr/>
        <a:lstStyle/>
        <a:p>
          <a:endParaRPr lang="en-US"/>
        </a:p>
      </dgm:t>
    </dgm:pt>
    <dgm:pt modelId="{52AA6F99-21F3-49C3-94BC-C0D316EA8BD3}" type="sibTrans" cxnId="{9F9B2B45-9ED6-46F6-855E-8825423467DE}">
      <dgm:prSet/>
      <dgm:spPr/>
      <dgm:t>
        <a:bodyPr/>
        <a:lstStyle/>
        <a:p>
          <a:endParaRPr lang="en-US"/>
        </a:p>
      </dgm:t>
    </dgm:pt>
    <dgm:pt modelId="{B15F0F45-EBD9-459B-AF49-3EB0867D9A22}">
      <dgm:prSet/>
      <dgm:spPr/>
      <dgm:t>
        <a:bodyPr/>
        <a:lstStyle/>
        <a:p>
          <a:r>
            <a:rPr lang="en-GB" b="1"/>
            <a:t>-al:</a:t>
          </a:r>
          <a:r>
            <a:rPr lang="en-GB"/>
            <a:t> "The staff demonstrated professional conduct."</a:t>
          </a:r>
          <a:endParaRPr lang="en-US"/>
        </a:p>
      </dgm:t>
    </dgm:pt>
    <dgm:pt modelId="{75064CC9-C89C-49DE-B2ED-BB8924CE994C}" type="parTrans" cxnId="{E7CDC48A-B8E5-48C1-A59F-2B820C1FA94E}">
      <dgm:prSet/>
      <dgm:spPr/>
      <dgm:t>
        <a:bodyPr/>
        <a:lstStyle/>
        <a:p>
          <a:endParaRPr lang="en-US"/>
        </a:p>
      </dgm:t>
    </dgm:pt>
    <dgm:pt modelId="{CF55F19F-CB1B-4E06-83CB-401350D755F9}" type="sibTrans" cxnId="{E7CDC48A-B8E5-48C1-A59F-2B820C1FA94E}">
      <dgm:prSet/>
      <dgm:spPr/>
      <dgm:t>
        <a:bodyPr/>
        <a:lstStyle/>
        <a:p>
          <a:endParaRPr lang="en-US"/>
        </a:p>
      </dgm:t>
    </dgm:pt>
    <dgm:pt modelId="{27479D9A-34A9-4F40-A47E-33C7DBF75D61}">
      <dgm:prSet/>
      <dgm:spPr/>
      <dgm:t>
        <a:bodyPr/>
        <a:lstStyle/>
        <a:p>
          <a:r>
            <a:rPr lang="en-GB" b="1"/>
            <a:t>-ive:</a:t>
          </a:r>
          <a:r>
            <a:rPr lang="en-GB"/>
            <a:t> "They are known for their innovative solutions."</a:t>
          </a:r>
          <a:endParaRPr lang="en-US"/>
        </a:p>
      </dgm:t>
    </dgm:pt>
    <dgm:pt modelId="{93F74BE0-E865-4314-9C83-EB756D06FCA7}" type="parTrans" cxnId="{DEF1A6FA-7A19-4BA5-A8EB-BEACAF15E16A}">
      <dgm:prSet/>
      <dgm:spPr/>
      <dgm:t>
        <a:bodyPr/>
        <a:lstStyle/>
        <a:p>
          <a:endParaRPr lang="en-US"/>
        </a:p>
      </dgm:t>
    </dgm:pt>
    <dgm:pt modelId="{CE99D788-5014-4D10-8E7D-6E1B6C1347F4}" type="sibTrans" cxnId="{DEF1A6FA-7A19-4BA5-A8EB-BEACAF15E16A}">
      <dgm:prSet/>
      <dgm:spPr/>
      <dgm:t>
        <a:bodyPr/>
        <a:lstStyle/>
        <a:p>
          <a:endParaRPr lang="en-US"/>
        </a:p>
      </dgm:t>
    </dgm:pt>
    <dgm:pt modelId="{E2136003-99AF-438E-9215-E389199EB6F1}" type="pres">
      <dgm:prSet presAssocID="{EE5271A2-B739-4D7C-BC8C-1318D339EA3C}" presName="linear" presStyleCnt="0">
        <dgm:presLayoutVars>
          <dgm:animLvl val="lvl"/>
          <dgm:resizeHandles val="exact"/>
        </dgm:presLayoutVars>
      </dgm:prSet>
      <dgm:spPr/>
      <dgm:t>
        <a:bodyPr/>
        <a:lstStyle/>
        <a:p>
          <a:endParaRPr lang="en-US"/>
        </a:p>
      </dgm:t>
    </dgm:pt>
    <dgm:pt modelId="{EA5D9CE2-AFA2-4EA9-81A8-28711EE095A6}" type="pres">
      <dgm:prSet presAssocID="{D061B477-A9AB-4D2E-A182-D8C2C698176F}" presName="parentText" presStyleLbl="node1" presStyleIdx="0" presStyleCnt="7">
        <dgm:presLayoutVars>
          <dgm:chMax val="0"/>
          <dgm:bulletEnabled val="1"/>
        </dgm:presLayoutVars>
      </dgm:prSet>
      <dgm:spPr/>
      <dgm:t>
        <a:bodyPr/>
        <a:lstStyle/>
        <a:p>
          <a:endParaRPr lang="en-US"/>
        </a:p>
      </dgm:t>
    </dgm:pt>
    <dgm:pt modelId="{25CFD223-598E-4F59-A413-42B5A0875ACD}" type="pres">
      <dgm:prSet presAssocID="{6C220EE4-FCA2-4210-96C1-959AFD9E7DD6}" presName="spacer" presStyleCnt="0"/>
      <dgm:spPr/>
    </dgm:pt>
    <dgm:pt modelId="{52804BDD-9003-4819-8C30-8A846B3D8477}" type="pres">
      <dgm:prSet presAssocID="{8E1D58CF-1D18-4003-A9FC-39B793269CD1}" presName="parentText" presStyleLbl="node1" presStyleIdx="1" presStyleCnt="7">
        <dgm:presLayoutVars>
          <dgm:chMax val="0"/>
          <dgm:bulletEnabled val="1"/>
        </dgm:presLayoutVars>
      </dgm:prSet>
      <dgm:spPr/>
      <dgm:t>
        <a:bodyPr/>
        <a:lstStyle/>
        <a:p>
          <a:endParaRPr lang="en-US"/>
        </a:p>
      </dgm:t>
    </dgm:pt>
    <dgm:pt modelId="{3C1E59DE-A2F7-42C3-B0C5-6E210CB333EF}" type="pres">
      <dgm:prSet presAssocID="{7514ABA4-F9F2-4EB2-8BD5-D9AF2C76A900}" presName="spacer" presStyleCnt="0"/>
      <dgm:spPr/>
    </dgm:pt>
    <dgm:pt modelId="{AE3E9C82-C1CB-40E8-BB44-26B4D666B289}" type="pres">
      <dgm:prSet presAssocID="{50C4CB4D-D61D-45E7-B23D-7472A1B5AAF9}" presName="parentText" presStyleLbl="node1" presStyleIdx="2" presStyleCnt="7">
        <dgm:presLayoutVars>
          <dgm:chMax val="0"/>
          <dgm:bulletEnabled val="1"/>
        </dgm:presLayoutVars>
      </dgm:prSet>
      <dgm:spPr/>
      <dgm:t>
        <a:bodyPr/>
        <a:lstStyle/>
        <a:p>
          <a:endParaRPr lang="en-US"/>
        </a:p>
      </dgm:t>
    </dgm:pt>
    <dgm:pt modelId="{B911331A-57E6-4B73-93E7-9D31D10C0D9D}" type="pres">
      <dgm:prSet presAssocID="{F14C3688-0135-4995-AB9F-DEAC89CEC6BD}" presName="spacer" presStyleCnt="0"/>
      <dgm:spPr/>
    </dgm:pt>
    <dgm:pt modelId="{3522AA7C-BA1F-4FE1-AD60-EA36DAA0A0A3}" type="pres">
      <dgm:prSet presAssocID="{542A1538-390C-46FD-A566-8601A2DEAD0A}" presName="parentText" presStyleLbl="node1" presStyleIdx="3" presStyleCnt="7">
        <dgm:presLayoutVars>
          <dgm:chMax val="0"/>
          <dgm:bulletEnabled val="1"/>
        </dgm:presLayoutVars>
      </dgm:prSet>
      <dgm:spPr/>
      <dgm:t>
        <a:bodyPr/>
        <a:lstStyle/>
        <a:p>
          <a:endParaRPr lang="en-US"/>
        </a:p>
      </dgm:t>
    </dgm:pt>
    <dgm:pt modelId="{01479E60-733B-4D82-8435-CBF9B0FF497C}" type="pres">
      <dgm:prSet presAssocID="{9EF150D1-C21A-4780-AB6B-C183F1FB6761}" presName="spacer" presStyleCnt="0"/>
      <dgm:spPr/>
    </dgm:pt>
    <dgm:pt modelId="{796DE3BB-73F3-4D08-9604-93FC0421C083}" type="pres">
      <dgm:prSet presAssocID="{68B710AF-DCC4-45F2-94B7-55F988F1F843}" presName="parentText" presStyleLbl="node1" presStyleIdx="4" presStyleCnt="7">
        <dgm:presLayoutVars>
          <dgm:chMax val="0"/>
          <dgm:bulletEnabled val="1"/>
        </dgm:presLayoutVars>
      </dgm:prSet>
      <dgm:spPr/>
      <dgm:t>
        <a:bodyPr/>
        <a:lstStyle/>
        <a:p>
          <a:endParaRPr lang="en-US"/>
        </a:p>
      </dgm:t>
    </dgm:pt>
    <dgm:pt modelId="{0504E866-E121-4403-8EC6-3D43D0E055F7}" type="pres">
      <dgm:prSet presAssocID="{52AA6F99-21F3-49C3-94BC-C0D316EA8BD3}" presName="spacer" presStyleCnt="0"/>
      <dgm:spPr/>
    </dgm:pt>
    <dgm:pt modelId="{BCEAF023-F115-4158-B664-8553820BAF70}" type="pres">
      <dgm:prSet presAssocID="{B15F0F45-EBD9-459B-AF49-3EB0867D9A22}" presName="parentText" presStyleLbl="node1" presStyleIdx="5" presStyleCnt="7">
        <dgm:presLayoutVars>
          <dgm:chMax val="0"/>
          <dgm:bulletEnabled val="1"/>
        </dgm:presLayoutVars>
      </dgm:prSet>
      <dgm:spPr/>
      <dgm:t>
        <a:bodyPr/>
        <a:lstStyle/>
        <a:p>
          <a:endParaRPr lang="en-US"/>
        </a:p>
      </dgm:t>
    </dgm:pt>
    <dgm:pt modelId="{BEAAB600-53FC-4381-8F21-FAA4ADFDC026}" type="pres">
      <dgm:prSet presAssocID="{CF55F19F-CB1B-4E06-83CB-401350D755F9}" presName="spacer" presStyleCnt="0"/>
      <dgm:spPr/>
    </dgm:pt>
    <dgm:pt modelId="{FCCF2B9C-824A-49BA-AC7B-34AB47D37C27}" type="pres">
      <dgm:prSet presAssocID="{27479D9A-34A9-4F40-A47E-33C7DBF75D61}" presName="parentText" presStyleLbl="node1" presStyleIdx="6" presStyleCnt="7">
        <dgm:presLayoutVars>
          <dgm:chMax val="0"/>
          <dgm:bulletEnabled val="1"/>
        </dgm:presLayoutVars>
      </dgm:prSet>
      <dgm:spPr/>
      <dgm:t>
        <a:bodyPr/>
        <a:lstStyle/>
        <a:p>
          <a:endParaRPr lang="en-US"/>
        </a:p>
      </dgm:t>
    </dgm:pt>
  </dgm:ptLst>
  <dgm:cxnLst>
    <dgm:cxn modelId="{55E852B1-AF31-4EA6-94E7-2FBC6EF3C272}" type="presOf" srcId="{B15F0F45-EBD9-459B-AF49-3EB0867D9A22}" destId="{BCEAF023-F115-4158-B664-8553820BAF70}" srcOrd="0" destOrd="0" presId="urn:microsoft.com/office/officeart/2005/8/layout/vList2"/>
    <dgm:cxn modelId="{C12EBA3D-351D-47BB-A474-A26EBD3E2DB7}" type="presOf" srcId="{27479D9A-34A9-4F40-A47E-33C7DBF75D61}" destId="{FCCF2B9C-824A-49BA-AC7B-34AB47D37C27}" srcOrd="0" destOrd="0" presId="urn:microsoft.com/office/officeart/2005/8/layout/vList2"/>
    <dgm:cxn modelId="{E7CDC48A-B8E5-48C1-A59F-2B820C1FA94E}" srcId="{EE5271A2-B739-4D7C-BC8C-1318D339EA3C}" destId="{B15F0F45-EBD9-459B-AF49-3EB0867D9A22}" srcOrd="5" destOrd="0" parTransId="{75064CC9-C89C-49DE-B2ED-BB8924CE994C}" sibTransId="{CF55F19F-CB1B-4E06-83CB-401350D755F9}"/>
    <dgm:cxn modelId="{DEF1A6FA-7A19-4BA5-A8EB-BEACAF15E16A}" srcId="{EE5271A2-B739-4D7C-BC8C-1318D339EA3C}" destId="{27479D9A-34A9-4F40-A47E-33C7DBF75D61}" srcOrd="6" destOrd="0" parTransId="{93F74BE0-E865-4314-9C83-EB756D06FCA7}" sibTransId="{CE99D788-5014-4D10-8E7D-6E1B6C1347F4}"/>
    <dgm:cxn modelId="{5415D54D-0AA5-44BB-9CB2-39D85758F740}" type="presOf" srcId="{542A1538-390C-46FD-A566-8601A2DEAD0A}" destId="{3522AA7C-BA1F-4FE1-AD60-EA36DAA0A0A3}" srcOrd="0" destOrd="0" presId="urn:microsoft.com/office/officeart/2005/8/layout/vList2"/>
    <dgm:cxn modelId="{A65FA4D9-80B4-409F-B4C4-86EDD1224061}" type="presOf" srcId="{EE5271A2-B739-4D7C-BC8C-1318D339EA3C}" destId="{E2136003-99AF-438E-9215-E389199EB6F1}" srcOrd="0" destOrd="0" presId="urn:microsoft.com/office/officeart/2005/8/layout/vList2"/>
    <dgm:cxn modelId="{F84D34FB-5524-42D7-9AFE-BF8E5278A5CA}" type="presOf" srcId="{D061B477-A9AB-4D2E-A182-D8C2C698176F}" destId="{EA5D9CE2-AFA2-4EA9-81A8-28711EE095A6}" srcOrd="0" destOrd="0" presId="urn:microsoft.com/office/officeart/2005/8/layout/vList2"/>
    <dgm:cxn modelId="{9F9B2B45-9ED6-46F6-855E-8825423467DE}" srcId="{EE5271A2-B739-4D7C-BC8C-1318D339EA3C}" destId="{68B710AF-DCC4-45F2-94B7-55F988F1F843}" srcOrd="4" destOrd="0" parTransId="{B3AB9B1F-42E7-4717-B106-ECEF9885C104}" sibTransId="{52AA6F99-21F3-49C3-94BC-C0D316EA8BD3}"/>
    <dgm:cxn modelId="{77B58C63-B129-42DA-9FF9-330D7D3A0A4E}" srcId="{EE5271A2-B739-4D7C-BC8C-1318D339EA3C}" destId="{50C4CB4D-D61D-45E7-B23D-7472A1B5AAF9}" srcOrd="2" destOrd="0" parTransId="{5794EAAE-6A32-4F6B-8195-A43B1E154943}" sibTransId="{F14C3688-0135-4995-AB9F-DEAC89CEC6BD}"/>
    <dgm:cxn modelId="{FF23261D-12E2-4DA2-A638-256D5D30258C}" type="presOf" srcId="{68B710AF-DCC4-45F2-94B7-55F988F1F843}" destId="{796DE3BB-73F3-4D08-9604-93FC0421C083}" srcOrd="0" destOrd="0" presId="urn:microsoft.com/office/officeart/2005/8/layout/vList2"/>
    <dgm:cxn modelId="{907CE06A-5B10-4972-9674-ABD9C2688DF3}" type="presOf" srcId="{8E1D58CF-1D18-4003-A9FC-39B793269CD1}" destId="{52804BDD-9003-4819-8C30-8A846B3D8477}" srcOrd="0" destOrd="0" presId="urn:microsoft.com/office/officeart/2005/8/layout/vList2"/>
    <dgm:cxn modelId="{5D0CA0BE-C5AE-4059-9138-23AD2CDDA886}" type="presOf" srcId="{50C4CB4D-D61D-45E7-B23D-7472A1B5AAF9}" destId="{AE3E9C82-C1CB-40E8-BB44-26B4D666B289}" srcOrd="0" destOrd="0" presId="urn:microsoft.com/office/officeart/2005/8/layout/vList2"/>
    <dgm:cxn modelId="{47451442-427B-4916-840D-6C9A1BF70539}" srcId="{EE5271A2-B739-4D7C-BC8C-1318D339EA3C}" destId="{8E1D58CF-1D18-4003-A9FC-39B793269CD1}" srcOrd="1" destOrd="0" parTransId="{D06011E9-8C74-44D1-B7BB-3CF294ECADE2}" sibTransId="{7514ABA4-F9F2-4EB2-8BD5-D9AF2C76A900}"/>
    <dgm:cxn modelId="{30D33CD4-8718-4748-ADB8-5B8E11BC05F4}" srcId="{EE5271A2-B739-4D7C-BC8C-1318D339EA3C}" destId="{D061B477-A9AB-4D2E-A182-D8C2C698176F}" srcOrd="0" destOrd="0" parTransId="{A4668223-2833-4F45-A385-2CBB4F378266}" sibTransId="{6C220EE4-FCA2-4210-96C1-959AFD9E7DD6}"/>
    <dgm:cxn modelId="{C9BEEFF7-107F-4E48-9427-14F7A8740ECA}" srcId="{EE5271A2-B739-4D7C-BC8C-1318D339EA3C}" destId="{542A1538-390C-46FD-A566-8601A2DEAD0A}" srcOrd="3" destOrd="0" parTransId="{AE236CBE-BF34-42BC-8CA1-7CFAAE937D12}" sibTransId="{9EF150D1-C21A-4780-AB6B-C183F1FB6761}"/>
    <dgm:cxn modelId="{74125C43-5025-41D0-9DA8-B119CB862CC4}" type="presParOf" srcId="{E2136003-99AF-438E-9215-E389199EB6F1}" destId="{EA5D9CE2-AFA2-4EA9-81A8-28711EE095A6}" srcOrd="0" destOrd="0" presId="urn:microsoft.com/office/officeart/2005/8/layout/vList2"/>
    <dgm:cxn modelId="{DAE42842-463D-4089-AF4B-5985A8441E04}" type="presParOf" srcId="{E2136003-99AF-438E-9215-E389199EB6F1}" destId="{25CFD223-598E-4F59-A413-42B5A0875ACD}" srcOrd="1" destOrd="0" presId="urn:microsoft.com/office/officeart/2005/8/layout/vList2"/>
    <dgm:cxn modelId="{C370EE25-7C60-4882-8FA2-E792AEE67B12}" type="presParOf" srcId="{E2136003-99AF-438E-9215-E389199EB6F1}" destId="{52804BDD-9003-4819-8C30-8A846B3D8477}" srcOrd="2" destOrd="0" presId="urn:microsoft.com/office/officeart/2005/8/layout/vList2"/>
    <dgm:cxn modelId="{8949A5BA-9C0D-4A21-9B2E-561A62E2A346}" type="presParOf" srcId="{E2136003-99AF-438E-9215-E389199EB6F1}" destId="{3C1E59DE-A2F7-42C3-B0C5-6E210CB333EF}" srcOrd="3" destOrd="0" presId="urn:microsoft.com/office/officeart/2005/8/layout/vList2"/>
    <dgm:cxn modelId="{6C108B31-7D81-4497-AF02-E31A50B1AB3C}" type="presParOf" srcId="{E2136003-99AF-438E-9215-E389199EB6F1}" destId="{AE3E9C82-C1CB-40E8-BB44-26B4D666B289}" srcOrd="4" destOrd="0" presId="urn:microsoft.com/office/officeart/2005/8/layout/vList2"/>
    <dgm:cxn modelId="{063E4C84-A20F-4913-A9D8-6A2908F91E57}" type="presParOf" srcId="{E2136003-99AF-438E-9215-E389199EB6F1}" destId="{B911331A-57E6-4B73-93E7-9D31D10C0D9D}" srcOrd="5" destOrd="0" presId="urn:microsoft.com/office/officeart/2005/8/layout/vList2"/>
    <dgm:cxn modelId="{98CF6A97-D063-47EF-B6EB-BC761A002773}" type="presParOf" srcId="{E2136003-99AF-438E-9215-E389199EB6F1}" destId="{3522AA7C-BA1F-4FE1-AD60-EA36DAA0A0A3}" srcOrd="6" destOrd="0" presId="urn:microsoft.com/office/officeart/2005/8/layout/vList2"/>
    <dgm:cxn modelId="{1678A731-79F1-4AC7-9A8E-02F8F9366C96}" type="presParOf" srcId="{E2136003-99AF-438E-9215-E389199EB6F1}" destId="{01479E60-733B-4D82-8435-CBF9B0FF497C}" srcOrd="7" destOrd="0" presId="urn:microsoft.com/office/officeart/2005/8/layout/vList2"/>
    <dgm:cxn modelId="{9D0D8AEC-2226-4151-ADE5-334AE8BC6D7D}" type="presParOf" srcId="{E2136003-99AF-438E-9215-E389199EB6F1}" destId="{796DE3BB-73F3-4D08-9604-93FC0421C083}" srcOrd="8" destOrd="0" presId="urn:microsoft.com/office/officeart/2005/8/layout/vList2"/>
    <dgm:cxn modelId="{5FCCAF28-3C9A-4AA0-A8F5-09ECD551506F}" type="presParOf" srcId="{E2136003-99AF-438E-9215-E389199EB6F1}" destId="{0504E866-E121-4403-8EC6-3D43D0E055F7}" srcOrd="9" destOrd="0" presId="urn:microsoft.com/office/officeart/2005/8/layout/vList2"/>
    <dgm:cxn modelId="{E0B7D0F6-71B2-4525-9E53-6CABC9288378}" type="presParOf" srcId="{E2136003-99AF-438E-9215-E389199EB6F1}" destId="{BCEAF023-F115-4158-B664-8553820BAF70}" srcOrd="10" destOrd="0" presId="urn:microsoft.com/office/officeart/2005/8/layout/vList2"/>
    <dgm:cxn modelId="{67C3F700-6DEE-4DC9-92C3-8CC07C1D9D5A}" type="presParOf" srcId="{E2136003-99AF-438E-9215-E389199EB6F1}" destId="{BEAAB600-53FC-4381-8F21-FAA4ADFDC026}" srcOrd="11" destOrd="0" presId="urn:microsoft.com/office/officeart/2005/8/layout/vList2"/>
    <dgm:cxn modelId="{4EF9C707-C970-4874-934E-C3C7F30AC4CB}" type="presParOf" srcId="{E2136003-99AF-438E-9215-E389199EB6F1}" destId="{FCCF2B9C-824A-49BA-AC7B-34AB47D37C27}"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C49630-AE76-4B7A-AA7C-A46C07597CB5}"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3ECD6068-D968-4B4D-8013-03BFDF7A9F2D}">
      <dgm:prSet/>
      <dgm:spPr/>
      <dgm:t>
        <a:bodyPr/>
        <a:lstStyle/>
        <a:p>
          <a:pPr>
            <a:lnSpc>
              <a:spcPct val="100000"/>
            </a:lnSpc>
            <a:defRPr b="1"/>
          </a:pPr>
          <a:r>
            <a:rPr lang="en-GB" b="1"/>
            <a:t>Form adjectives using suffixes:</a:t>
          </a:r>
          <a:endParaRPr lang="en-US"/>
        </a:p>
      </dgm:t>
    </dgm:pt>
    <dgm:pt modelId="{C22E62D1-5148-4B96-B965-F3E2BCF2B757}" type="parTrans" cxnId="{7F13B46B-2A7A-4F6D-8C76-ECB16196C6FF}">
      <dgm:prSet/>
      <dgm:spPr/>
      <dgm:t>
        <a:bodyPr/>
        <a:lstStyle/>
        <a:p>
          <a:endParaRPr lang="en-US"/>
        </a:p>
      </dgm:t>
    </dgm:pt>
    <dgm:pt modelId="{60461405-7201-4883-BB21-CC3A3FD67E60}" type="sibTrans" cxnId="{7F13B46B-2A7A-4F6D-8C76-ECB16196C6FF}">
      <dgm:prSet/>
      <dgm:spPr/>
      <dgm:t>
        <a:bodyPr/>
        <a:lstStyle/>
        <a:p>
          <a:endParaRPr lang="en-US"/>
        </a:p>
      </dgm:t>
    </dgm:pt>
    <dgm:pt modelId="{AFA9B7FB-D322-4788-A691-49DAA162CE2B}">
      <dgm:prSet/>
      <dgm:spPr/>
      <dgm:t>
        <a:bodyPr/>
        <a:lstStyle/>
        <a:p>
          <a:pPr>
            <a:lnSpc>
              <a:spcPct val="100000"/>
            </a:lnSpc>
          </a:pPr>
          <a:r>
            <a:rPr lang="en-GB"/>
            <a:t>Comfort -&gt; __________ (able)</a:t>
          </a:r>
          <a:endParaRPr lang="en-US"/>
        </a:p>
      </dgm:t>
    </dgm:pt>
    <dgm:pt modelId="{66FE6485-2C05-495F-BDE2-F2BA0EAD1033}" type="parTrans" cxnId="{D2CBB9E7-77FC-4AC1-BAEA-D4D5A3E82B6C}">
      <dgm:prSet/>
      <dgm:spPr/>
      <dgm:t>
        <a:bodyPr/>
        <a:lstStyle/>
        <a:p>
          <a:endParaRPr lang="en-US"/>
        </a:p>
      </dgm:t>
    </dgm:pt>
    <dgm:pt modelId="{92E5A96C-0DDC-4EC3-962F-A196B77FD9EF}" type="sibTrans" cxnId="{D2CBB9E7-77FC-4AC1-BAEA-D4D5A3E82B6C}">
      <dgm:prSet/>
      <dgm:spPr/>
      <dgm:t>
        <a:bodyPr/>
        <a:lstStyle/>
        <a:p>
          <a:endParaRPr lang="en-US"/>
        </a:p>
      </dgm:t>
    </dgm:pt>
    <dgm:pt modelId="{43433693-4D2A-453E-B7C6-FB586C8E942D}">
      <dgm:prSet/>
      <dgm:spPr/>
      <dgm:t>
        <a:bodyPr/>
        <a:lstStyle/>
        <a:p>
          <a:pPr>
            <a:lnSpc>
              <a:spcPct val="100000"/>
            </a:lnSpc>
          </a:pPr>
          <a:r>
            <a:rPr lang="en-GB"/>
            <a:t>Joy -&gt; __________ (ful)</a:t>
          </a:r>
          <a:endParaRPr lang="en-US"/>
        </a:p>
      </dgm:t>
    </dgm:pt>
    <dgm:pt modelId="{422B7A33-2F3D-48D8-987E-ADC979F86C46}" type="parTrans" cxnId="{D4B8EE25-01D3-42DE-90AB-4932F11D36EB}">
      <dgm:prSet/>
      <dgm:spPr/>
      <dgm:t>
        <a:bodyPr/>
        <a:lstStyle/>
        <a:p>
          <a:endParaRPr lang="en-US"/>
        </a:p>
      </dgm:t>
    </dgm:pt>
    <dgm:pt modelId="{2D0BE6A8-7EFE-4319-AE30-C655E3D6883E}" type="sibTrans" cxnId="{D4B8EE25-01D3-42DE-90AB-4932F11D36EB}">
      <dgm:prSet/>
      <dgm:spPr/>
      <dgm:t>
        <a:bodyPr/>
        <a:lstStyle/>
        <a:p>
          <a:endParaRPr lang="en-US"/>
        </a:p>
      </dgm:t>
    </dgm:pt>
    <dgm:pt modelId="{F61DE5C5-28EE-4A4A-93A2-060026B16420}">
      <dgm:prSet/>
      <dgm:spPr/>
      <dgm:t>
        <a:bodyPr/>
        <a:lstStyle/>
        <a:p>
          <a:pPr>
            <a:lnSpc>
              <a:spcPct val="100000"/>
            </a:lnSpc>
          </a:pPr>
          <a:r>
            <a:rPr lang="en-GB"/>
            <a:t>Create -&gt; __________ (ive)</a:t>
          </a:r>
          <a:endParaRPr lang="en-US"/>
        </a:p>
      </dgm:t>
    </dgm:pt>
    <dgm:pt modelId="{B92DDF88-EA27-4A25-9915-66DA10621D30}" type="parTrans" cxnId="{9024B208-8377-4AE7-BC43-A620B14EC1A0}">
      <dgm:prSet/>
      <dgm:spPr/>
      <dgm:t>
        <a:bodyPr/>
        <a:lstStyle/>
        <a:p>
          <a:endParaRPr lang="en-US"/>
        </a:p>
      </dgm:t>
    </dgm:pt>
    <dgm:pt modelId="{67E7C8EE-9D3C-4531-86C8-5935C9248705}" type="sibTrans" cxnId="{9024B208-8377-4AE7-BC43-A620B14EC1A0}">
      <dgm:prSet/>
      <dgm:spPr/>
      <dgm:t>
        <a:bodyPr/>
        <a:lstStyle/>
        <a:p>
          <a:endParaRPr lang="en-US"/>
        </a:p>
      </dgm:t>
    </dgm:pt>
    <dgm:pt modelId="{25D295CB-B064-4B97-8372-5C9F041110B6}">
      <dgm:prSet/>
      <dgm:spPr/>
      <dgm:t>
        <a:bodyPr/>
        <a:lstStyle/>
        <a:p>
          <a:pPr>
            <a:lnSpc>
              <a:spcPct val="100000"/>
            </a:lnSpc>
            <a:defRPr b="1"/>
          </a:pPr>
          <a:r>
            <a:rPr lang="en-GB" b="1"/>
            <a:t>Enhance the sentences with modifiers:</a:t>
          </a:r>
          <a:endParaRPr lang="en-US"/>
        </a:p>
      </dgm:t>
    </dgm:pt>
    <dgm:pt modelId="{1D14C710-252F-49ED-83A5-8874901D0B65}" type="parTrans" cxnId="{87E43E73-F9CB-46B6-8BE5-A2E14297B299}">
      <dgm:prSet/>
      <dgm:spPr/>
      <dgm:t>
        <a:bodyPr/>
        <a:lstStyle/>
        <a:p>
          <a:endParaRPr lang="en-US"/>
        </a:p>
      </dgm:t>
    </dgm:pt>
    <dgm:pt modelId="{68ABCBAC-B653-4CCF-AA13-D8E8FBD8F22F}" type="sibTrans" cxnId="{87E43E73-F9CB-46B6-8BE5-A2E14297B299}">
      <dgm:prSet/>
      <dgm:spPr/>
      <dgm:t>
        <a:bodyPr/>
        <a:lstStyle/>
        <a:p>
          <a:endParaRPr lang="en-US"/>
        </a:p>
      </dgm:t>
    </dgm:pt>
    <dgm:pt modelId="{DD7042D1-3799-4F60-B2E9-4A6B7747766A}">
      <dgm:prSet/>
      <dgm:spPr/>
      <dgm:t>
        <a:bodyPr/>
        <a:lstStyle/>
        <a:p>
          <a:pPr>
            <a:lnSpc>
              <a:spcPct val="100000"/>
            </a:lnSpc>
          </a:pPr>
          <a:r>
            <a:rPr lang="en-GB"/>
            <a:t>The service was efficient. -&gt; The __________ service was __________ efficient.</a:t>
          </a:r>
          <a:endParaRPr lang="en-US"/>
        </a:p>
      </dgm:t>
    </dgm:pt>
    <dgm:pt modelId="{1448947D-5C2C-438E-9A68-94AA902FF8DF}" type="parTrans" cxnId="{88F0425C-0AD4-450D-A055-F3F9673E839A}">
      <dgm:prSet/>
      <dgm:spPr/>
      <dgm:t>
        <a:bodyPr/>
        <a:lstStyle/>
        <a:p>
          <a:endParaRPr lang="en-US"/>
        </a:p>
      </dgm:t>
    </dgm:pt>
    <dgm:pt modelId="{14059DE5-C9E6-4FF9-9FBD-F70C13DFB35C}" type="sibTrans" cxnId="{88F0425C-0AD4-450D-A055-F3F9673E839A}">
      <dgm:prSet/>
      <dgm:spPr/>
      <dgm:t>
        <a:bodyPr/>
        <a:lstStyle/>
        <a:p>
          <a:endParaRPr lang="en-US"/>
        </a:p>
      </dgm:t>
    </dgm:pt>
    <dgm:pt modelId="{E987738A-2AD0-4084-9418-06D8B7088BEE}">
      <dgm:prSet/>
      <dgm:spPr/>
      <dgm:t>
        <a:bodyPr/>
        <a:lstStyle/>
        <a:p>
          <a:pPr>
            <a:lnSpc>
              <a:spcPct val="100000"/>
            </a:lnSpc>
          </a:pPr>
          <a:r>
            <a:rPr lang="en-GB"/>
            <a:t>The hotel is clean. -&gt; The __________ hotel is __________ clean.</a:t>
          </a:r>
          <a:endParaRPr lang="en-US"/>
        </a:p>
      </dgm:t>
    </dgm:pt>
    <dgm:pt modelId="{692F7DF4-9019-4DA6-A420-5B632ED4C0FF}" type="parTrans" cxnId="{93AE716A-FD0C-4255-A577-7B00FCCC96D2}">
      <dgm:prSet/>
      <dgm:spPr/>
      <dgm:t>
        <a:bodyPr/>
        <a:lstStyle/>
        <a:p>
          <a:endParaRPr lang="en-US"/>
        </a:p>
      </dgm:t>
    </dgm:pt>
    <dgm:pt modelId="{61094236-C730-4583-BBB9-CB485E734F86}" type="sibTrans" cxnId="{93AE716A-FD0C-4255-A577-7B00FCCC96D2}">
      <dgm:prSet/>
      <dgm:spPr/>
      <dgm:t>
        <a:bodyPr/>
        <a:lstStyle/>
        <a:p>
          <a:endParaRPr lang="en-US"/>
        </a:p>
      </dgm:t>
    </dgm:pt>
    <dgm:pt modelId="{9E9A37FF-AAE6-486F-B044-AEE4B9091C70}" type="pres">
      <dgm:prSet presAssocID="{4FC49630-AE76-4B7A-AA7C-A46C07597CB5}" presName="root" presStyleCnt="0">
        <dgm:presLayoutVars>
          <dgm:dir/>
          <dgm:resizeHandles val="exact"/>
        </dgm:presLayoutVars>
      </dgm:prSet>
      <dgm:spPr/>
      <dgm:t>
        <a:bodyPr/>
        <a:lstStyle/>
        <a:p>
          <a:endParaRPr lang="en-US"/>
        </a:p>
      </dgm:t>
    </dgm:pt>
    <dgm:pt modelId="{EAD6A4A7-FB9C-4AB8-AF61-89805811AB01}" type="pres">
      <dgm:prSet presAssocID="{3ECD6068-D968-4B4D-8013-03BFDF7A9F2D}" presName="compNode" presStyleCnt="0"/>
      <dgm:spPr/>
    </dgm:pt>
    <dgm:pt modelId="{6A1B5436-8AE2-45AE-8783-FE863EED95B8}" type="pres">
      <dgm:prSet presAssocID="{3ECD6068-D968-4B4D-8013-03BFDF7A9F2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extLst>
        <a:ext uri="{E40237B7-FDA0-4F09-8148-C483321AD2D9}">
          <dgm14:cNvPr xmlns:dgm14="http://schemas.microsoft.com/office/drawing/2010/diagram" id="0" name="" descr="Quotes"/>
        </a:ext>
      </dgm:extLst>
    </dgm:pt>
    <dgm:pt modelId="{BB0FDB63-24B6-4943-AEC4-9B48B96B6890}" type="pres">
      <dgm:prSet presAssocID="{3ECD6068-D968-4B4D-8013-03BFDF7A9F2D}" presName="iconSpace" presStyleCnt="0"/>
      <dgm:spPr/>
    </dgm:pt>
    <dgm:pt modelId="{5C6310F3-CD8E-4BD6-B85C-86835DCD4DB5}" type="pres">
      <dgm:prSet presAssocID="{3ECD6068-D968-4B4D-8013-03BFDF7A9F2D}" presName="parTx" presStyleLbl="revTx" presStyleIdx="0" presStyleCnt="4">
        <dgm:presLayoutVars>
          <dgm:chMax val="0"/>
          <dgm:chPref val="0"/>
        </dgm:presLayoutVars>
      </dgm:prSet>
      <dgm:spPr/>
      <dgm:t>
        <a:bodyPr/>
        <a:lstStyle/>
        <a:p>
          <a:endParaRPr lang="en-US"/>
        </a:p>
      </dgm:t>
    </dgm:pt>
    <dgm:pt modelId="{C18878FA-2E7C-471E-861E-861B5D4B9505}" type="pres">
      <dgm:prSet presAssocID="{3ECD6068-D968-4B4D-8013-03BFDF7A9F2D}" presName="txSpace" presStyleCnt="0"/>
      <dgm:spPr/>
    </dgm:pt>
    <dgm:pt modelId="{68274EEC-9F6B-4770-9716-52205F2A5FEA}" type="pres">
      <dgm:prSet presAssocID="{3ECD6068-D968-4B4D-8013-03BFDF7A9F2D}" presName="desTx" presStyleLbl="revTx" presStyleIdx="1" presStyleCnt="4">
        <dgm:presLayoutVars/>
      </dgm:prSet>
      <dgm:spPr/>
      <dgm:t>
        <a:bodyPr/>
        <a:lstStyle/>
        <a:p>
          <a:endParaRPr lang="en-US"/>
        </a:p>
      </dgm:t>
    </dgm:pt>
    <dgm:pt modelId="{9F3BBCDB-3AE5-45A8-A686-8E5ACF390A81}" type="pres">
      <dgm:prSet presAssocID="{60461405-7201-4883-BB21-CC3A3FD67E60}" presName="sibTrans" presStyleCnt="0"/>
      <dgm:spPr/>
    </dgm:pt>
    <dgm:pt modelId="{B8A1B333-BD1A-449C-BE21-876B526A8013}" type="pres">
      <dgm:prSet presAssocID="{25D295CB-B064-4B97-8372-5C9F041110B6}" presName="compNode" presStyleCnt="0"/>
      <dgm:spPr/>
    </dgm:pt>
    <dgm:pt modelId="{990685C0-B83D-4FC6-A762-E6DBD203B7EA}" type="pres">
      <dgm:prSet presAssocID="{25D295CB-B064-4B97-8372-5C9F041110B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extLst>
        <a:ext uri="{E40237B7-FDA0-4F09-8148-C483321AD2D9}">
          <dgm14:cNvPr xmlns:dgm14="http://schemas.microsoft.com/office/drawing/2010/diagram" id="0" name="" descr="Open Quotation Mark"/>
        </a:ext>
      </dgm:extLst>
    </dgm:pt>
    <dgm:pt modelId="{38258A31-6473-460B-ADCE-C1D2BD06E486}" type="pres">
      <dgm:prSet presAssocID="{25D295CB-B064-4B97-8372-5C9F041110B6}" presName="iconSpace" presStyleCnt="0"/>
      <dgm:spPr/>
    </dgm:pt>
    <dgm:pt modelId="{C2BDC481-ADC0-4B56-8EE8-9FAF192C8720}" type="pres">
      <dgm:prSet presAssocID="{25D295CB-B064-4B97-8372-5C9F041110B6}" presName="parTx" presStyleLbl="revTx" presStyleIdx="2" presStyleCnt="4">
        <dgm:presLayoutVars>
          <dgm:chMax val="0"/>
          <dgm:chPref val="0"/>
        </dgm:presLayoutVars>
      </dgm:prSet>
      <dgm:spPr/>
      <dgm:t>
        <a:bodyPr/>
        <a:lstStyle/>
        <a:p>
          <a:endParaRPr lang="en-US"/>
        </a:p>
      </dgm:t>
    </dgm:pt>
    <dgm:pt modelId="{0B496EEF-7199-4CD9-8DC8-F99E1DE2FCA7}" type="pres">
      <dgm:prSet presAssocID="{25D295CB-B064-4B97-8372-5C9F041110B6}" presName="txSpace" presStyleCnt="0"/>
      <dgm:spPr/>
    </dgm:pt>
    <dgm:pt modelId="{068ABED2-F275-459F-9A8C-3461B5F7E20B}" type="pres">
      <dgm:prSet presAssocID="{25D295CB-B064-4B97-8372-5C9F041110B6}" presName="desTx" presStyleLbl="revTx" presStyleIdx="3" presStyleCnt="4">
        <dgm:presLayoutVars/>
      </dgm:prSet>
      <dgm:spPr/>
      <dgm:t>
        <a:bodyPr/>
        <a:lstStyle/>
        <a:p>
          <a:endParaRPr lang="en-US"/>
        </a:p>
      </dgm:t>
    </dgm:pt>
  </dgm:ptLst>
  <dgm:cxnLst>
    <dgm:cxn modelId="{53C855CE-5234-40CE-8FF8-2727EE2D82B4}" type="presOf" srcId="{4FC49630-AE76-4B7A-AA7C-A46C07597CB5}" destId="{9E9A37FF-AAE6-486F-B044-AEE4B9091C70}" srcOrd="0" destOrd="0" presId="urn:microsoft.com/office/officeart/2018/5/layout/CenteredIconLabelDescriptionList"/>
    <dgm:cxn modelId="{93AE716A-FD0C-4255-A577-7B00FCCC96D2}" srcId="{25D295CB-B064-4B97-8372-5C9F041110B6}" destId="{E987738A-2AD0-4084-9418-06D8B7088BEE}" srcOrd="1" destOrd="0" parTransId="{692F7DF4-9019-4DA6-A420-5B632ED4C0FF}" sibTransId="{61094236-C730-4583-BBB9-CB485E734F86}"/>
    <dgm:cxn modelId="{88F0425C-0AD4-450D-A055-F3F9673E839A}" srcId="{25D295CB-B064-4B97-8372-5C9F041110B6}" destId="{DD7042D1-3799-4F60-B2E9-4A6B7747766A}" srcOrd="0" destOrd="0" parTransId="{1448947D-5C2C-438E-9A68-94AA902FF8DF}" sibTransId="{14059DE5-C9E6-4FF9-9FBD-F70C13DFB35C}"/>
    <dgm:cxn modelId="{0FD95DAE-C814-4C93-8F3B-E02F52D89D6A}" type="presOf" srcId="{AFA9B7FB-D322-4788-A691-49DAA162CE2B}" destId="{68274EEC-9F6B-4770-9716-52205F2A5FEA}" srcOrd="0" destOrd="0" presId="urn:microsoft.com/office/officeart/2018/5/layout/CenteredIconLabelDescriptionList"/>
    <dgm:cxn modelId="{BF8A48B4-EA71-4E92-9B7E-D5A669AE6092}" type="presOf" srcId="{F61DE5C5-28EE-4A4A-93A2-060026B16420}" destId="{68274EEC-9F6B-4770-9716-52205F2A5FEA}" srcOrd="0" destOrd="2" presId="urn:microsoft.com/office/officeart/2018/5/layout/CenteredIconLabelDescriptionList"/>
    <dgm:cxn modelId="{7F13B46B-2A7A-4F6D-8C76-ECB16196C6FF}" srcId="{4FC49630-AE76-4B7A-AA7C-A46C07597CB5}" destId="{3ECD6068-D968-4B4D-8013-03BFDF7A9F2D}" srcOrd="0" destOrd="0" parTransId="{C22E62D1-5148-4B96-B965-F3E2BCF2B757}" sibTransId="{60461405-7201-4883-BB21-CC3A3FD67E60}"/>
    <dgm:cxn modelId="{6D9250A3-B1FE-456E-A9CD-323E7966ECA2}" type="presOf" srcId="{E987738A-2AD0-4084-9418-06D8B7088BEE}" destId="{068ABED2-F275-459F-9A8C-3461B5F7E20B}" srcOrd="0" destOrd="1" presId="urn:microsoft.com/office/officeart/2018/5/layout/CenteredIconLabelDescriptionList"/>
    <dgm:cxn modelId="{D4B8EE25-01D3-42DE-90AB-4932F11D36EB}" srcId="{3ECD6068-D968-4B4D-8013-03BFDF7A9F2D}" destId="{43433693-4D2A-453E-B7C6-FB586C8E942D}" srcOrd="1" destOrd="0" parTransId="{422B7A33-2F3D-48D8-987E-ADC979F86C46}" sibTransId="{2D0BE6A8-7EFE-4319-AE30-C655E3D6883E}"/>
    <dgm:cxn modelId="{9024B208-8377-4AE7-BC43-A620B14EC1A0}" srcId="{3ECD6068-D968-4B4D-8013-03BFDF7A9F2D}" destId="{F61DE5C5-28EE-4A4A-93A2-060026B16420}" srcOrd="2" destOrd="0" parTransId="{B92DDF88-EA27-4A25-9915-66DA10621D30}" sibTransId="{67E7C8EE-9D3C-4531-86C8-5935C9248705}"/>
    <dgm:cxn modelId="{D2CBB9E7-77FC-4AC1-BAEA-D4D5A3E82B6C}" srcId="{3ECD6068-D968-4B4D-8013-03BFDF7A9F2D}" destId="{AFA9B7FB-D322-4788-A691-49DAA162CE2B}" srcOrd="0" destOrd="0" parTransId="{66FE6485-2C05-495F-BDE2-F2BA0EAD1033}" sibTransId="{92E5A96C-0DDC-4EC3-962F-A196B77FD9EF}"/>
    <dgm:cxn modelId="{68CFE05D-C411-4122-890B-E867548BB9E3}" type="presOf" srcId="{DD7042D1-3799-4F60-B2E9-4A6B7747766A}" destId="{068ABED2-F275-459F-9A8C-3461B5F7E20B}" srcOrd="0" destOrd="0" presId="urn:microsoft.com/office/officeart/2018/5/layout/CenteredIconLabelDescriptionList"/>
    <dgm:cxn modelId="{F5FA7368-9753-43F2-B745-5CAF0D5FAFA1}" type="presOf" srcId="{25D295CB-B064-4B97-8372-5C9F041110B6}" destId="{C2BDC481-ADC0-4B56-8EE8-9FAF192C8720}" srcOrd="0" destOrd="0" presId="urn:microsoft.com/office/officeart/2018/5/layout/CenteredIconLabelDescriptionList"/>
    <dgm:cxn modelId="{3C627BC4-8F2C-41DA-AFB8-E6609001F405}" type="presOf" srcId="{3ECD6068-D968-4B4D-8013-03BFDF7A9F2D}" destId="{5C6310F3-CD8E-4BD6-B85C-86835DCD4DB5}" srcOrd="0" destOrd="0" presId="urn:microsoft.com/office/officeart/2018/5/layout/CenteredIconLabelDescriptionList"/>
    <dgm:cxn modelId="{87E43E73-F9CB-46B6-8BE5-A2E14297B299}" srcId="{4FC49630-AE76-4B7A-AA7C-A46C07597CB5}" destId="{25D295CB-B064-4B97-8372-5C9F041110B6}" srcOrd="1" destOrd="0" parTransId="{1D14C710-252F-49ED-83A5-8874901D0B65}" sibTransId="{68ABCBAC-B653-4CCF-AA13-D8E8FBD8F22F}"/>
    <dgm:cxn modelId="{9891ED4A-B4D9-4E86-BD6D-81351E755096}" type="presOf" srcId="{43433693-4D2A-453E-B7C6-FB586C8E942D}" destId="{68274EEC-9F6B-4770-9716-52205F2A5FEA}" srcOrd="0" destOrd="1" presId="urn:microsoft.com/office/officeart/2018/5/layout/CenteredIconLabelDescriptionList"/>
    <dgm:cxn modelId="{304F7D6F-C3F5-4C3E-BC6D-BD35990FAFA1}" type="presParOf" srcId="{9E9A37FF-AAE6-486F-B044-AEE4B9091C70}" destId="{EAD6A4A7-FB9C-4AB8-AF61-89805811AB01}" srcOrd="0" destOrd="0" presId="urn:microsoft.com/office/officeart/2018/5/layout/CenteredIconLabelDescriptionList"/>
    <dgm:cxn modelId="{ABA29D5F-E281-4234-B612-8DCBB2B1EC60}" type="presParOf" srcId="{EAD6A4A7-FB9C-4AB8-AF61-89805811AB01}" destId="{6A1B5436-8AE2-45AE-8783-FE863EED95B8}" srcOrd="0" destOrd="0" presId="urn:microsoft.com/office/officeart/2018/5/layout/CenteredIconLabelDescriptionList"/>
    <dgm:cxn modelId="{5FA0D8F8-C1C0-430E-BDA9-976965D8D7AC}" type="presParOf" srcId="{EAD6A4A7-FB9C-4AB8-AF61-89805811AB01}" destId="{BB0FDB63-24B6-4943-AEC4-9B48B96B6890}" srcOrd="1" destOrd="0" presId="urn:microsoft.com/office/officeart/2018/5/layout/CenteredIconLabelDescriptionList"/>
    <dgm:cxn modelId="{1C57DF78-091C-4028-8055-08C72A1C4C03}" type="presParOf" srcId="{EAD6A4A7-FB9C-4AB8-AF61-89805811AB01}" destId="{5C6310F3-CD8E-4BD6-B85C-86835DCD4DB5}" srcOrd="2" destOrd="0" presId="urn:microsoft.com/office/officeart/2018/5/layout/CenteredIconLabelDescriptionList"/>
    <dgm:cxn modelId="{AE0A191B-CBFC-4A98-BF91-EDFA34A28484}" type="presParOf" srcId="{EAD6A4A7-FB9C-4AB8-AF61-89805811AB01}" destId="{C18878FA-2E7C-471E-861E-861B5D4B9505}" srcOrd="3" destOrd="0" presId="urn:microsoft.com/office/officeart/2018/5/layout/CenteredIconLabelDescriptionList"/>
    <dgm:cxn modelId="{B244D027-BC66-4B53-BC91-0479C58C9371}" type="presParOf" srcId="{EAD6A4A7-FB9C-4AB8-AF61-89805811AB01}" destId="{68274EEC-9F6B-4770-9716-52205F2A5FEA}" srcOrd="4" destOrd="0" presId="urn:microsoft.com/office/officeart/2018/5/layout/CenteredIconLabelDescriptionList"/>
    <dgm:cxn modelId="{8C5B00A5-8215-4780-9566-1B0F3A420EED}" type="presParOf" srcId="{9E9A37FF-AAE6-486F-B044-AEE4B9091C70}" destId="{9F3BBCDB-3AE5-45A8-A686-8E5ACF390A81}" srcOrd="1" destOrd="0" presId="urn:microsoft.com/office/officeart/2018/5/layout/CenteredIconLabelDescriptionList"/>
    <dgm:cxn modelId="{084ACFFA-4E2F-4C67-9490-D8EA8A73E658}" type="presParOf" srcId="{9E9A37FF-AAE6-486F-B044-AEE4B9091C70}" destId="{B8A1B333-BD1A-449C-BE21-876B526A8013}" srcOrd="2" destOrd="0" presId="urn:microsoft.com/office/officeart/2018/5/layout/CenteredIconLabelDescriptionList"/>
    <dgm:cxn modelId="{027A1043-FADB-439D-ACF6-AF50BFDD5224}" type="presParOf" srcId="{B8A1B333-BD1A-449C-BE21-876B526A8013}" destId="{990685C0-B83D-4FC6-A762-E6DBD203B7EA}" srcOrd="0" destOrd="0" presId="urn:microsoft.com/office/officeart/2018/5/layout/CenteredIconLabelDescriptionList"/>
    <dgm:cxn modelId="{79941558-3C72-40F4-860F-0444A2A26713}" type="presParOf" srcId="{B8A1B333-BD1A-449C-BE21-876B526A8013}" destId="{38258A31-6473-460B-ADCE-C1D2BD06E486}" srcOrd="1" destOrd="0" presId="urn:microsoft.com/office/officeart/2018/5/layout/CenteredIconLabelDescriptionList"/>
    <dgm:cxn modelId="{504761FB-4B10-4F10-81B8-11207C990DE3}" type="presParOf" srcId="{B8A1B333-BD1A-449C-BE21-876B526A8013}" destId="{C2BDC481-ADC0-4B56-8EE8-9FAF192C8720}" srcOrd="2" destOrd="0" presId="urn:microsoft.com/office/officeart/2018/5/layout/CenteredIconLabelDescriptionList"/>
    <dgm:cxn modelId="{1C26A6EF-6910-4765-BA68-39C3825362AA}" type="presParOf" srcId="{B8A1B333-BD1A-449C-BE21-876B526A8013}" destId="{0B496EEF-7199-4CD9-8DC8-F99E1DE2FCA7}" srcOrd="3" destOrd="0" presId="urn:microsoft.com/office/officeart/2018/5/layout/CenteredIconLabelDescriptionList"/>
    <dgm:cxn modelId="{23B93E91-4AA3-4508-9A4B-E3F331B6E506}" type="presParOf" srcId="{B8A1B333-BD1A-449C-BE21-876B526A8013}" destId="{068ABED2-F275-459F-9A8C-3461B5F7E20B}"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E7DD37-D658-9AED-AD10-B33CD1837D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D4295EE0-AE6B-D40C-9276-6705D688E9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D0968830-4EBA-300B-20A8-E2ECC72AB217}"/>
              </a:ext>
            </a:extLst>
          </p:cNvPr>
          <p:cNvSpPr>
            <a:spLocks noGrp="1"/>
          </p:cNvSpPr>
          <p:nvPr>
            <p:ph type="dt" sz="half" idx="10"/>
          </p:nvPr>
        </p:nvSpPr>
        <p:spPr/>
        <p:txBody>
          <a:bodyPr/>
          <a:lstStyle/>
          <a:p>
            <a:fld id="{00041829-3D20-49A7-A921-3C0486746E51}" type="datetimeFigureOut">
              <a:rPr lang="en-GB" smtClean="0"/>
              <a:t>02/01/2025</a:t>
            </a:fld>
            <a:endParaRPr lang="en-GB" dirty="0"/>
          </a:p>
        </p:txBody>
      </p:sp>
      <p:sp>
        <p:nvSpPr>
          <p:cNvPr id="5" name="Footer Placeholder 4">
            <a:extLst>
              <a:ext uri="{FF2B5EF4-FFF2-40B4-BE49-F238E27FC236}">
                <a16:creationId xmlns:a16="http://schemas.microsoft.com/office/drawing/2014/main" xmlns="" id="{C0330D13-24A5-0787-F325-A56EB07110C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xmlns="" id="{EFED0737-604C-2433-950C-B24C9A82275A}"/>
              </a:ext>
            </a:extLst>
          </p:cNvPr>
          <p:cNvSpPr>
            <a:spLocks noGrp="1"/>
          </p:cNvSpPr>
          <p:nvPr>
            <p:ph type="sldNum" sz="quarter" idx="12"/>
          </p:nvPr>
        </p:nvSpPr>
        <p:spPr/>
        <p:txBody>
          <a:bodyPr/>
          <a:lstStyle/>
          <a:p>
            <a:fld id="{0870E28E-9260-4321-B241-2827FE9778FA}" type="slidenum">
              <a:rPr lang="en-GB" smtClean="0"/>
              <a:t>‹Nº›</a:t>
            </a:fld>
            <a:endParaRPr lang="en-GB" dirty="0"/>
          </a:p>
        </p:txBody>
      </p:sp>
    </p:spTree>
    <p:extLst>
      <p:ext uri="{BB962C8B-B14F-4D97-AF65-F5344CB8AC3E}">
        <p14:creationId xmlns:p14="http://schemas.microsoft.com/office/powerpoint/2010/main" val="257099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623177-8F66-B60D-EADA-1DD21E68424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1D4EC1BB-7AA0-6729-C712-4BA9C8EE15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B2CB058A-BC96-688D-0457-4F46CA316C25}"/>
              </a:ext>
            </a:extLst>
          </p:cNvPr>
          <p:cNvSpPr>
            <a:spLocks noGrp="1"/>
          </p:cNvSpPr>
          <p:nvPr>
            <p:ph type="dt" sz="half" idx="10"/>
          </p:nvPr>
        </p:nvSpPr>
        <p:spPr/>
        <p:txBody>
          <a:bodyPr/>
          <a:lstStyle/>
          <a:p>
            <a:fld id="{00041829-3D20-49A7-A921-3C0486746E51}" type="datetimeFigureOut">
              <a:rPr lang="en-GB" smtClean="0"/>
              <a:t>02/01/2025</a:t>
            </a:fld>
            <a:endParaRPr lang="en-GB" dirty="0"/>
          </a:p>
        </p:txBody>
      </p:sp>
      <p:sp>
        <p:nvSpPr>
          <p:cNvPr id="5" name="Footer Placeholder 4">
            <a:extLst>
              <a:ext uri="{FF2B5EF4-FFF2-40B4-BE49-F238E27FC236}">
                <a16:creationId xmlns:a16="http://schemas.microsoft.com/office/drawing/2014/main" xmlns="" id="{D4D488FA-1D96-01EB-E5B9-9BA9348E223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xmlns="" id="{A7F09AD4-3BC7-B19B-A3E9-C51DCB7B39E2}"/>
              </a:ext>
            </a:extLst>
          </p:cNvPr>
          <p:cNvSpPr>
            <a:spLocks noGrp="1"/>
          </p:cNvSpPr>
          <p:nvPr>
            <p:ph type="sldNum" sz="quarter" idx="12"/>
          </p:nvPr>
        </p:nvSpPr>
        <p:spPr/>
        <p:txBody>
          <a:bodyPr/>
          <a:lstStyle/>
          <a:p>
            <a:fld id="{0870E28E-9260-4321-B241-2827FE9778FA}" type="slidenum">
              <a:rPr lang="en-GB" smtClean="0"/>
              <a:t>‹Nº›</a:t>
            </a:fld>
            <a:endParaRPr lang="en-GB" dirty="0"/>
          </a:p>
        </p:txBody>
      </p:sp>
    </p:spTree>
    <p:extLst>
      <p:ext uri="{BB962C8B-B14F-4D97-AF65-F5344CB8AC3E}">
        <p14:creationId xmlns:p14="http://schemas.microsoft.com/office/powerpoint/2010/main" val="3880540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3DE020-6FF0-39FE-6F6C-F3A99DBC7C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B3D3FF36-74A9-B95B-632C-80318D1DD8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9BC87356-09D5-BE01-D10A-0E4D23C072EC}"/>
              </a:ext>
            </a:extLst>
          </p:cNvPr>
          <p:cNvSpPr>
            <a:spLocks noGrp="1"/>
          </p:cNvSpPr>
          <p:nvPr>
            <p:ph type="dt" sz="half" idx="10"/>
          </p:nvPr>
        </p:nvSpPr>
        <p:spPr/>
        <p:txBody>
          <a:bodyPr/>
          <a:lstStyle/>
          <a:p>
            <a:fld id="{00041829-3D20-49A7-A921-3C0486746E51}" type="datetimeFigureOut">
              <a:rPr lang="en-GB" smtClean="0"/>
              <a:t>02/01/2025</a:t>
            </a:fld>
            <a:endParaRPr lang="en-GB" dirty="0"/>
          </a:p>
        </p:txBody>
      </p:sp>
      <p:sp>
        <p:nvSpPr>
          <p:cNvPr id="5" name="Footer Placeholder 4">
            <a:extLst>
              <a:ext uri="{FF2B5EF4-FFF2-40B4-BE49-F238E27FC236}">
                <a16:creationId xmlns:a16="http://schemas.microsoft.com/office/drawing/2014/main" xmlns="" id="{2500E4E7-4FC6-4EA8-773B-94739DD98AB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xmlns="" id="{34E40DE2-BABD-08A8-B839-0212E5077BD0}"/>
              </a:ext>
            </a:extLst>
          </p:cNvPr>
          <p:cNvSpPr>
            <a:spLocks noGrp="1"/>
          </p:cNvSpPr>
          <p:nvPr>
            <p:ph type="sldNum" sz="quarter" idx="12"/>
          </p:nvPr>
        </p:nvSpPr>
        <p:spPr/>
        <p:txBody>
          <a:bodyPr/>
          <a:lstStyle/>
          <a:p>
            <a:fld id="{0870E28E-9260-4321-B241-2827FE9778FA}" type="slidenum">
              <a:rPr lang="en-GB" smtClean="0"/>
              <a:t>‹Nº›</a:t>
            </a:fld>
            <a:endParaRPr lang="en-GB" dirty="0"/>
          </a:p>
        </p:txBody>
      </p:sp>
    </p:spTree>
    <p:extLst>
      <p:ext uri="{BB962C8B-B14F-4D97-AF65-F5344CB8AC3E}">
        <p14:creationId xmlns:p14="http://schemas.microsoft.com/office/powerpoint/2010/main" val="3208172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8CD969-429F-F2B7-CF42-69CA43A9C57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DD8358EE-A9E4-9E1F-44D7-AB7C3C16DE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4EDE27AB-4B6F-0766-4270-CC9ECA729A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5DF7388F-AC94-A975-0D56-623CAB8B1EB9}"/>
              </a:ext>
            </a:extLst>
          </p:cNvPr>
          <p:cNvSpPr>
            <a:spLocks noGrp="1"/>
          </p:cNvSpPr>
          <p:nvPr>
            <p:ph type="dt" sz="half" idx="10"/>
          </p:nvPr>
        </p:nvSpPr>
        <p:spPr/>
        <p:txBody>
          <a:bodyPr/>
          <a:lstStyle/>
          <a:p>
            <a:fld id="{00041829-3D20-49A7-A921-3C0486746E51}" type="datetimeFigureOut">
              <a:rPr lang="en-GB" smtClean="0"/>
              <a:t>02/01/2025</a:t>
            </a:fld>
            <a:endParaRPr lang="en-GB" dirty="0"/>
          </a:p>
        </p:txBody>
      </p:sp>
      <p:sp>
        <p:nvSpPr>
          <p:cNvPr id="6" name="Footer Placeholder 5">
            <a:extLst>
              <a:ext uri="{FF2B5EF4-FFF2-40B4-BE49-F238E27FC236}">
                <a16:creationId xmlns:a16="http://schemas.microsoft.com/office/drawing/2014/main" xmlns="" id="{387C2E32-DE9F-257C-29D3-FA309DC74C38}"/>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xmlns="" id="{C9B39110-9137-5936-F74A-73A59E4A64E2}"/>
              </a:ext>
            </a:extLst>
          </p:cNvPr>
          <p:cNvSpPr>
            <a:spLocks noGrp="1"/>
          </p:cNvSpPr>
          <p:nvPr>
            <p:ph type="sldNum" sz="quarter" idx="12"/>
          </p:nvPr>
        </p:nvSpPr>
        <p:spPr/>
        <p:txBody>
          <a:bodyPr/>
          <a:lstStyle/>
          <a:p>
            <a:fld id="{0870E28E-9260-4321-B241-2827FE9778FA}" type="slidenum">
              <a:rPr lang="en-GB" smtClean="0"/>
              <a:t>‹Nº›</a:t>
            </a:fld>
            <a:endParaRPr lang="en-GB" dirty="0"/>
          </a:p>
        </p:txBody>
      </p:sp>
    </p:spTree>
    <p:extLst>
      <p:ext uri="{BB962C8B-B14F-4D97-AF65-F5344CB8AC3E}">
        <p14:creationId xmlns:p14="http://schemas.microsoft.com/office/powerpoint/2010/main" val="365581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C91927-245F-330D-18EC-B24149027CF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40C0E279-9189-B715-2202-B568A79585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28E531A-BAA5-9A08-F2DD-7BFE55B8B4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D9F8DEB2-D4CF-812F-82A4-81ADDB8CC2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C8F2D72-707B-80CA-43B4-BEC361617A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6BF65D42-9C67-99DE-65D6-60D890E853A0}"/>
              </a:ext>
            </a:extLst>
          </p:cNvPr>
          <p:cNvSpPr>
            <a:spLocks noGrp="1"/>
          </p:cNvSpPr>
          <p:nvPr>
            <p:ph type="dt" sz="half" idx="10"/>
          </p:nvPr>
        </p:nvSpPr>
        <p:spPr/>
        <p:txBody>
          <a:bodyPr/>
          <a:lstStyle/>
          <a:p>
            <a:fld id="{00041829-3D20-49A7-A921-3C0486746E51}" type="datetimeFigureOut">
              <a:rPr lang="en-GB" smtClean="0"/>
              <a:t>02/01/2025</a:t>
            </a:fld>
            <a:endParaRPr lang="en-GB" dirty="0"/>
          </a:p>
        </p:txBody>
      </p:sp>
      <p:sp>
        <p:nvSpPr>
          <p:cNvPr id="8" name="Footer Placeholder 7">
            <a:extLst>
              <a:ext uri="{FF2B5EF4-FFF2-40B4-BE49-F238E27FC236}">
                <a16:creationId xmlns:a16="http://schemas.microsoft.com/office/drawing/2014/main" xmlns="" id="{F5AE8439-6F41-C9F4-92EA-53DFEFA4B6F2}"/>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xmlns="" id="{E44E7B33-9850-548B-6D94-69447D26DC3C}"/>
              </a:ext>
            </a:extLst>
          </p:cNvPr>
          <p:cNvSpPr>
            <a:spLocks noGrp="1"/>
          </p:cNvSpPr>
          <p:nvPr>
            <p:ph type="sldNum" sz="quarter" idx="12"/>
          </p:nvPr>
        </p:nvSpPr>
        <p:spPr/>
        <p:txBody>
          <a:bodyPr/>
          <a:lstStyle/>
          <a:p>
            <a:fld id="{0870E28E-9260-4321-B241-2827FE9778FA}" type="slidenum">
              <a:rPr lang="en-GB" smtClean="0"/>
              <a:t>‹Nº›</a:t>
            </a:fld>
            <a:endParaRPr lang="en-GB" dirty="0"/>
          </a:p>
        </p:txBody>
      </p:sp>
    </p:spTree>
    <p:extLst>
      <p:ext uri="{BB962C8B-B14F-4D97-AF65-F5344CB8AC3E}">
        <p14:creationId xmlns:p14="http://schemas.microsoft.com/office/powerpoint/2010/main" val="1380531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449C42-0B13-D4E2-F25C-0037689A679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F1A922A5-0B85-0267-CC0C-53CC30AEE551}"/>
              </a:ext>
            </a:extLst>
          </p:cNvPr>
          <p:cNvSpPr>
            <a:spLocks noGrp="1"/>
          </p:cNvSpPr>
          <p:nvPr>
            <p:ph type="dt" sz="half" idx="10"/>
          </p:nvPr>
        </p:nvSpPr>
        <p:spPr/>
        <p:txBody>
          <a:bodyPr/>
          <a:lstStyle/>
          <a:p>
            <a:fld id="{00041829-3D20-49A7-A921-3C0486746E51}" type="datetimeFigureOut">
              <a:rPr lang="en-GB" smtClean="0"/>
              <a:t>02/01/2025</a:t>
            </a:fld>
            <a:endParaRPr lang="en-GB" dirty="0"/>
          </a:p>
        </p:txBody>
      </p:sp>
      <p:sp>
        <p:nvSpPr>
          <p:cNvPr id="4" name="Footer Placeholder 3">
            <a:extLst>
              <a:ext uri="{FF2B5EF4-FFF2-40B4-BE49-F238E27FC236}">
                <a16:creationId xmlns:a16="http://schemas.microsoft.com/office/drawing/2014/main" xmlns="" id="{642617DB-77FB-2C9A-B218-F928D3C241B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xmlns="" id="{5D4F443E-DA6B-BA3C-797A-C918E3023748}"/>
              </a:ext>
            </a:extLst>
          </p:cNvPr>
          <p:cNvSpPr>
            <a:spLocks noGrp="1"/>
          </p:cNvSpPr>
          <p:nvPr>
            <p:ph type="sldNum" sz="quarter" idx="12"/>
          </p:nvPr>
        </p:nvSpPr>
        <p:spPr/>
        <p:txBody>
          <a:bodyPr/>
          <a:lstStyle/>
          <a:p>
            <a:fld id="{0870E28E-9260-4321-B241-2827FE9778FA}" type="slidenum">
              <a:rPr lang="en-GB" smtClean="0"/>
              <a:t>‹Nº›</a:t>
            </a:fld>
            <a:endParaRPr lang="en-GB" dirty="0"/>
          </a:p>
        </p:txBody>
      </p:sp>
    </p:spTree>
    <p:extLst>
      <p:ext uri="{BB962C8B-B14F-4D97-AF65-F5344CB8AC3E}">
        <p14:creationId xmlns:p14="http://schemas.microsoft.com/office/powerpoint/2010/main" val="2911744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78BF082-5D7C-F747-D0C9-B88545A4F831}"/>
              </a:ext>
            </a:extLst>
          </p:cNvPr>
          <p:cNvSpPr>
            <a:spLocks noGrp="1"/>
          </p:cNvSpPr>
          <p:nvPr>
            <p:ph type="dt" sz="half" idx="10"/>
          </p:nvPr>
        </p:nvSpPr>
        <p:spPr/>
        <p:txBody>
          <a:bodyPr/>
          <a:lstStyle/>
          <a:p>
            <a:fld id="{00041829-3D20-49A7-A921-3C0486746E51}" type="datetimeFigureOut">
              <a:rPr lang="en-GB" smtClean="0"/>
              <a:t>02/01/2025</a:t>
            </a:fld>
            <a:endParaRPr lang="en-GB" dirty="0"/>
          </a:p>
        </p:txBody>
      </p:sp>
      <p:sp>
        <p:nvSpPr>
          <p:cNvPr id="3" name="Footer Placeholder 2">
            <a:extLst>
              <a:ext uri="{FF2B5EF4-FFF2-40B4-BE49-F238E27FC236}">
                <a16:creationId xmlns:a16="http://schemas.microsoft.com/office/drawing/2014/main" xmlns="" id="{270F0429-F7D0-EB93-F588-762E222C9923}"/>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xmlns="" id="{69D469BE-63F0-F6DC-C941-CA1BA3706CB1}"/>
              </a:ext>
            </a:extLst>
          </p:cNvPr>
          <p:cNvSpPr>
            <a:spLocks noGrp="1"/>
          </p:cNvSpPr>
          <p:nvPr>
            <p:ph type="sldNum" sz="quarter" idx="12"/>
          </p:nvPr>
        </p:nvSpPr>
        <p:spPr/>
        <p:txBody>
          <a:bodyPr/>
          <a:lstStyle/>
          <a:p>
            <a:fld id="{0870E28E-9260-4321-B241-2827FE9778FA}" type="slidenum">
              <a:rPr lang="en-GB" smtClean="0"/>
              <a:t>‹Nº›</a:t>
            </a:fld>
            <a:endParaRPr lang="en-GB" dirty="0"/>
          </a:p>
        </p:txBody>
      </p:sp>
    </p:spTree>
    <p:extLst>
      <p:ext uri="{BB962C8B-B14F-4D97-AF65-F5344CB8AC3E}">
        <p14:creationId xmlns:p14="http://schemas.microsoft.com/office/powerpoint/2010/main" val="112308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56E206-9E94-ED56-B06C-1AF2FD6C05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465CCB25-E331-F3C2-F569-92D4F21CEA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037EF3D0-B9C7-BC6F-4D57-A30D2467B8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6740C33-F851-116F-ADF1-B841BF34A261}"/>
              </a:ext>
            </a:extLst>
          </p:cNvPr>
          <p:cNvSpPr>
            <a:spLocks noGrp="1"/>
          </p:cNvSpPr>
          <p:nvPr>
            <p:ph type="dt" sz="half" idx="10"/>
          </p:nvPr>
        </p:nvSpPr>
        <p:spPr/>
        <p:txBody>
          <a:bodyPr/>
          <a:lstStyle/>
          <a:p>
            <a:fld id="{00041829-3D20-49A7-A921-3C0486746E51}" type="datetimeFigureOut">
              <a:rPr lang="en-GB" smtClean="0"/>
              <a:t>02/01/2025</a:t>
            </a:fld>
            <a:endParaRPr lang="en-GB" dirty="0"/>
          </a:p>
        </p:txBody>
      </p:sp>
      <p:sp>
        <p:nvSpPr>
          <p:cNvPr id="6" name="Footer Placeholder 5">
            <a:extLst>
              <a:ext uri="{FF2B5EF4-FFF2-40B4-BE49-F238E27FC236}">
                <a16:creationId xmlns:a16="http://schemas.microsoft.com/office/drawing/2014/main" xmlns="" id="{DAF3BD38-FE43-0E35-0701-49ABC0B1BF2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xmlns="" id="{39631BD6-DCF3-5978-E67F-18C841DB4931}"/>
              </a:ext>
            </a:extLst>
          </p:cNvPr>
          <p:cNvSpPr>
            <a:spLocks noGrp="1"/>
          </p:cNvSpPr>
          <p:nvPr>
            <p:ph type="sldNum" sz="quarter" idx="12"/>
          </p:nvPr>
        </p:nvSpPr>
        <p:spPr/>
        <p:txBody>
          <a:bodyPr/>
          <a:lstStyle/>
          <a:p>
            <a:fld id="{0870E28E-9260-4321-B241-2827FE9778FA}" type="slidenum">
              <a:rPr lang="en-GB" smtClean="0"/>
              <a:t>‹Nº›</a:t>
            </a:fld>
            <a:endParaRPr lang="en-GB" dirty="0"/>
          </a:p>
        </p:txBody>
      </p:sp>
    </p:spTree>
    <p:extLst>
      <p:ext uri="{BB962C8B-B14F-4D97-AF65-F5344CB8AC3E}">
        <p14:creationId xmlns:p14="http://schemas.microsoft.com/office/powerpoint/2010/main" val="4029452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F1B05F-44F0-49E9-400A-72C7285A22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628C3A85-1C96-4CDE-9FDA-2FB487BB38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xmlns="" id="{66F73FC8-0D07-1D8D-A888-6AC5C56B3C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C741BEA-A23B-D314-89CC-B4B4B23BEF4F}"/>
              </a:ext>
            </a:extLst>
          </p:cNvPr>
          <p:cNvSpPr>
            <a:spLocks noGrp="1"/>
          </p:cNvSpPr>
          <p:nvPr>
            <p:ph type="dt" sz="half" idx="10"/>
          </p:nvPr>
        </p:nvSpPr>
        <p:spPr/>
        <p:txBody>
          <a:bodyPr/>
          <a:lstStyle/>
          <a:p>
            <a:fld id="{00041829-3D20-49A7-A921-3C0486746E51}" type="datetimeFigureOut">
              <a:rPr lang="en-GB" smtClean="0"/>
              <a:t>02/01/2025</a:t>
            </a:fld>
            <a:endParaRPr lang="en-GB" dirty="0"/>
          </a:p>
        </p:txBody>
      </p:sp>
      <p:sp>
        <p:nvSpPr>
          <p:cNvPr id="6" name="Footer Placeholder 5">
            <a:extLst>
              <a:ext uri="{FF2B5EF4-FFF2-40B4-BE49-F238E27FC236}">
                <a16:creationId xmlns:a16="http://schemas.microsoft.com/office/drawing/2014/main" xmlns="" id="{FF760A10-1ACD-DED4-6548-4332398AE13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xmlns="" id="{59341396-3250-59E4-C1DC-4C7A658005A4}"/>
              </a:ext>
            </a:extLst>
          </p:cNvPr>
          <p:cNvSpPr>
            <a:spLocks noGrp="1"/>
          </p:cNvSpPr>
          <p:nvPr>
            <p:ph type="sldNum" sz="quarter" idx="12"/>
          </p:nvPr>
        </p:nvSpPr>
        <p:spPr/>
        <p:txBody>
          <a:bodyPr/>
          <a:lstStyle/>
          <a:p>
            <a:fld id="{0870E28E-9260-4321-B241-2827FE9778FA}" type="slidenum">
              <a:rPr lang="en-GB" smtClean="0"/>
              <a:t>‹Nº›</a:t>
            </a:fld>
            <a:endParaRPr lang="en-GB" dirty="0"/>
          </a:p>
        </p:txBody>
      </p:sp>
    </p:spTree>
    <p:extLst>
      <p:ext uri="{BB962C8B-B14F-4D97-AF65-F5344CB8AC3E}">
        <p14:creationId xmlns:p14="http://schemas.microsoft.com/office/powerpoint/2010/main" val="2251628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96E316-E484-6F2E-2F9C-437899F3FBA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082FADA6-5D43-72FF-C5C1-1FAAA79370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C0BE93AB-A99C-F9E7-DF72-143AD8315CE3}"/>
              </a:ext>
            </a:extLst>
          </p:cNvPr>
          <p:cNvSpPr>
            <a:spLocks noGrp="1"/>
          </p:cNvSpPr>
          <p:nvPr>
            <p:ph type="dt" sz="half" idx="10"/>
          </p:nvPr>
        </p:nvSpPr>
        <p:spPr/>
        <p:txBody>
          <a:bodyPr/>
          <a:lstStyle/>
          <a:p>
            <a:fld id="{00041829-3D20-49A7-A921-3C0486746E51}" type="datetimeFigureOut">
              <a:rPr lang="en-GB" smtClean="0"/>
              <a:t>02/01/2025</a:t>
            </a:fld>
            <a:endParaRPr lang="en-GB" dirty="0"/>
          </a:p>
        </p:txBody>
      </p:sp>
      <p:sp>
        <p:nvSpPr>
          <p:cNvPr id="5" name="Footer Placeholder 4">
            <a:extLst>
              <a:ext uri="{FF2B5EF4-FFF2-40B4-BE49-F238E27FC236}">
                <a16:creationId xmlns:a16="http://schemas.microsoft.com/office/drawing/2014/main" xmlns="" id="{FAAF8D5F-7649-4312-9A04-BA3F8DA5CA5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xmlns="" id="{FC8A3B27-86D2-F256-43F8-A84EDCBAAEC9}"/>
              </a:ext>
            </a:extLst>
          </p:cNvPr>
          <p:cNvSpPr>
            <a:spLocks noGrp="1"/>
          </p:cNvSpPr>
          <p:nvPr>
            <p:ph type="sldNum" sz="quarter" idx="12"/>
          </p:nvPr>
        </p:nvSpPr>
        <p:spPr/>
        <p:txBody>
          <a:bodyPr/>
          <a:lstStyle/>
          <a:p>
            <a:fld id="{0870E28E-9260-4321-B241-2827FE9778FA}" type="slidenum">
              <a:rPr lang="en-GB" smtClean="0"/>
              <a:t>‹Nº›</a:t>
            </a:fld>
            <a:endParaRPr lang="en-GB" dirty="0"/>
          </a:p>
        </p:txBody>
      </p:sp>
    </p:spTree>
    <p:extLst>
      <p:ext uri="{BB962C8B-B14F-4D97-AF65-F5344CB8AC3E}">
        <p14:creationId xmlns:p14="http://schemas.microsoft.com/office/powerpoint/2010/main" val="209204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54EBC73-3D62-9FF3-50B1-2D15C713BC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EC1B7351-1213-3777-82C5-82A628A712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335FF9DF-59C0-A01F-66F4-15203780E3FD}"/>
              </a:ext>
            </a:extLst>
          </p:cNvPr>
          <p:cNvSpPr>
            <a:spLocks noGrp="1"/>
          </p:cNvSpPr>
          <p:nvPr>
            <p:ph type="dt" sz="half" idx="10"/>
          </p:nvPr>
        </p:nvSpPr>
        <p:spPr/>
        <p:txBody>
          <a:bodyPr/>
          <a:lstStyle/>
          <a:p>
            <a:fld id="{00041829-3D20-49A7-A921-3C0486746E51}" type="datetimeFigureOut">
              <a:rPr lang="en-GB" smtClean="0"/>
              <a:t>02/01/2025</a:t>
            </a:fld>
            <a:endParaRPr lang="en-GB" dirty="0"/>
          </a:p>
        </p:txBody>
      </p:sp>
      <p:sp>
        <p:nvSpPr>
          <p:cNvPr id="5" name="Footer Placeholder 4">
            <a:extLst>
              <a:ext uri="{FF2B5EF4-FFF2-40B4-BE49-F238E27FC236}">
                <a16:creationId xmlns:a16="http://schemas.microsoft.com/office/drawing/2014/main" xmlns="" id="{96A58C8F-5BD5-1439-C275-74E43AA706D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xmlns="" id="{0E60A941-5E68-3824-0DD2-976156024140}"/>
              </a:ext>
            </a:extLst>
          </p:cNvPr>
          <p:cNvSpPr>
            <a:spLocks noGrp="1"/>
          </p:cNvSpPr>
          <p:nvPr>
            <p:ph type="sldNum" sz="quarter" idx="12"/>
          </p:nvPr>
        </p:nvSpPr>
        <p:spPr/>
        <p:txBody>
          <a:bodyPr/>
          <a:lstStyle/>
          <a:p>
            <a:fld id="{0870E28E-9260-4321-B241-2827FE9778FA}" type="slidenum">
              <a:rPr lang="en-GB" smtClean="0"/>
              <a:t>‹Nº›</a:t>
            </a:fld>
            <a:endParaRPr lang="en-GB" dirty="0"/>
          </a:p>
        </p:txBody>
      </p:sp>
    </p:spTree>
    <p:extLst>
      <p:ext uri="{BB962C8B-B14F-4D97-AF65-F5344CB8AC3E}">
        <p14:creationId xmlns:p14="http://schemas.microsoft.com/office/powerpoint/2010/main" val="3629070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7652316-9F94-E619-917C-ABF9FF2C58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1F3FF267-67D6-C335-05DD-A3ECB046D9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0ABADFFE-194A-026F-6F37-D0FB0382B2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041829-3D20-49A7-A921-3C0486746E51}" type="datetimeFigureOut">
              <a:rPr lang="en-GB" smtClean="0"/>
              <a:t>02/01/2025</a:t>
            </a:fld>
            <a:endParaRPr lang="en-GB" dirty="0"/>
          </a:p>
        </p:txBody>
      </p:sp>
      <p:sp>
        <p:nvSpPr>
          <p:cNvPr id="5" name="Footer Placeholder 4">
            <a:extLst>
              <a:ext uri="{FF2B5EF4-FFF2-40B4-BE49-F238E27FC236}">
                <a16:creationId xmlns:a16="http://schemas.microsoft.com/office/drawing/2014/main" xmlns="" id="{74302D5E-D9DC-CC35-8A44-8122FBE5EC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dirty="0"/>
          </a:p>
        </p:txBody>
      </p:sp>
      <p:sp>
        <p:nvSpPr>
          <p:cNvPr id="6" name="Slide Number Placeholder 5">
            <a:extLst>
              <a:ext uri="{FF2B5EF4-FFF2-40B4-BE49-F238E27FC236}">
                <a16:creationId xmlns:a16="http://schemas.microsoft.com/office/drawing/2014/main" xmlns="" id="{DF57D7BD-F65C-4F22-7ADC-02F4044E61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70E28E-9260-4321-B241-2827FE9778FA}" type="slidenum">
              <a:rPr lang="en-GB" smtClean="0"/>
              <a:t>‹Nº›</a:t>
            </a:fld>
            <a:endParaRPr lang="en-GB" dirty="0"/>
          </a:p>
        </p:txBody>
      </p:sp>
    </p:spTree>
    <p:extLst>
      <p:ext uri="{BB962C8B-B14F-4D97-AF65-F5344CB8AC3E}">
        <p14:creationId xmlns:p14="http://schemas.microsoft.com/office/powerpoint/2010/main" val="548657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2D1C10-EF0E-D430-A224-9892BE1E6198}"/>
              </a:ext>
            </a:extLst>
          </p:cNvPr>
          <p:cNvSpPr>
            <a:spLocks noGrp="1"/>
          </p:cNvSpPr>
          <p:nvPr>
            <p:ph type="ctrTitle"/>
          </p:nvPr>
        </p:nvSpPr>
        <p:spPr/>
        <p:txBody>
          <a:bodyPr/>
          <a:lstStyle/>
          <a:p>
            <a:r>
              <a:rPr lang="en-GB" dirty="0"/>
              <a:t>Services</a:t>
            </a:r>
          </a:p>
        </p:txBody>
      </p:sp>
      <p:sp>
        <p:nvSpPr>
          <p:cNvPr id="3" name="Subtitle 2">
            <a:extLst>
              <a:ext uri="{FF2B5EF4-FFF2-40B4-BE49-F238E27FC236}">
                <a16:creationId xmlns:a16="http://schemas.microsoft.com/office/drawing/2014/main" xmlns="" id="{B9C1BCCB-D479-5D19-A7A0-0F9706CCF25F}"/>
              </a:ext>
            </a:extLst>
          </p:cNvPr>
          <p:cNvSpPr>
            <a:spLocks noGrp="1"/>
          </p:cNvSpPr>
          <p:nvPr>
            <p:ph type="subTitle" idx="1"/>
          </p:nvPr>
        </p:nvSpPr>
        <p:spPr/>
        <p:txBody>
          <a:bodyPr/>
          <a:lstStyle/>
          <a:p>
            <a:r>
              <a:rPr lang="en-GB" dirty="0"/>
              <a:t>English </a:t>
            </a:r>
            <a:r>
              <a:rPr lang="en-GB" dirty="0" smtClean="0"/>
              <a:t>C1</a:t>
            </a:r>
            <a:endParaRPr lang="en-GB" dirty="0"/>
          </a:p>
        </p:txBody>
      </p:sp>
      <p:pic>
        <p:nvPicPr>
          <p:cNvPr id="4" name="Picture 3">
            <a:extLst>
              <a:ext uri="{FF2B5EF4-FFF2-40B4-BE49-F238E27FC236}">
                <a16:creationId xmlns:a16="http://schemas.microsoft.com/office/drawing/2014/main" xmlns="" id="{980C80E8-D186-E5E8-47CD-E2A3536D35F4}"/>
              </a:ext>
            </a:extLst>
          </p:cNvPr>
          <p:cNvPicPr>
            <a:picLocks noChangeAspect="1"/>
          </p:cNvPicPr>
          <p:nvPr/>
        </p:nvPicPr>
        <p:blipFill>
          <a:blip r:embed="rId2"/>
          <a:stretch>
            <a:fillRect/>
          </a:stretch>
        </p:blipFill>
        <p:spPr>
          <a:xfrm>
            <a:off x="10324711" y="127519"/>
            <a:ext cx="1638300" cy="762000"/>
          </a:xfrm>
          <a:prstGeom prst="rect">
            <a:avLst/>
          </a:prstGeom>
        </p:spPr>
      </p:pic>
      <p:sp>
        <p:nvSpPr>
          <p:cNvPr id="6" name="TextBox 5">
            <a:extLst>
              <a:ext uri="{FF2B5EF4-FFF2-40B4-BE49-F238E27FC236}">
                <a16:creationId xmlns:a16="http://schemas.microsoft.com/office/drawing/2014/main" xmlns="" id="{5191748F-A243-B9EF-7160-4C36E6E53D64}"/>
              </a:ext>
            </a:extLst>
          </p:cNvPr>
          <p:cNvSpPr txBox="1"/>
          <p:nvPr/>
        </p:nvSpPr>
        <p:spPr>
          <a:xfrm>
            <a:off x="167555" y="6280832"/>
            <a:ext cx="6097554" cy="369332"/>
          </a:xfrm>
          <a:prstGeom prst="rect">
            <a:avLst/>
          </a:prstGeom>
          <a:noFill/>
        </p:spPr>
        <p:txBody>
          <a:bodyPr wrap="square">
            <a:spAutoFit/>
          </a:bodyPr>
          <a:lstStyle/>
          <a:p>
            <a:pPr marL="0" marR="0" indent="0" algn="l" rtl="0" eaLnBrk="1" fontAlgn="auto" latinLnBrk="0" hangingPunct="1">
              <a:spcBef>
                <a:spcPts val="0"/>
              </a:spcBef>
              <a:spcAft>
                <a:spcPts val="0"/>
              </a:spcAft>
            </a:pPr>
            <a:r>
              <a:rPr lang="en-GB" dirty="0" err="1">
                <a:solidFill>
                  <a:srgbClr val="898989"/>
                </a:solidFill>
                <a:latin typeface="Calibri" panose="020F0502020204030204" pitchFamily="34" charset="0"/>
              </a:rPr>
              <a:t>t</a:t>
            </a:r>
            <a:r>
              <a:rPr lang="en-GB" sz="1800" b="0" i="0" kern="1200" spc="0" baseline="0" dirty="0" err="1">
                <a:ln>
                  <a:noFill/>
                </a:ln>
                <a:solidFill>
                  <a:srgbClr val="898989"/>
                </a:solidFill>
                <a:effectLst/>
                <a:latin typeface="Calibri" panose="020F0502020204030204" pitchFamily="34" charset="0"/>
                <a:ea typeface="+mn-ea"/>
                <a:cs typeface="+mn-cs"/>
              </a:rPr>
              <a:t>uSpeaking</a:t>
            </a:r>
            <a:r>
              <a:rPr lang="en-GB" sz="1800" b="0" i="0" kern="1200" spc="0" baseline="0" dirty="0">
                <a:ln>
                  <a:noFill/>
                </a:ln>
                <a:solidFill>
                  <a:srgbClr val="898989"/>
                </a:solidFill>
                <a:effectLst/>
                <a:latin typeface="Calibri" panose="020F0502020204030204" pitchFamily="34" charset="0"/>
                <a:ea typeface="+mn-ea"/>
                <a:cs typeface="+mn-cs"/>
              </a:rPr>
              <a:t> 2024,  All rights reserved</a:t>
            </a:r>
            <a:endParaRPr lang="en-GB" dirty="0">
              <a:effectLst/>
            </a:endParaRPr>
          </a:p>
        </p:txBody>
      </p:sp>
    </p:spTree>
    <p:extLst>
      <p:ext uri="{BB962C8B-B14F-4D97-AF65-F5344CB8AC3E}">
        <p14:creationId xmlns:p14="http://schemas.microsoft.com/office/powerpoint/2010/main" val="3975860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xmlns="" id="{FF93924A-10DF-4647-8C7A-115C0175774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A3FAD7F5-F837-0191-6D4F-A137F8F8B6B9}"/>
              </a:ext>
            </a:extLst>
          </p:cNvPr>
          <p:cNvSpPr>
            <a:spLocks noGrp="1"/>
          </p:cNvSpPr>
          <p:nvPr>
            <p:ph type="title"/>
          </p:nvPr>
        </p:nvSpPr>
        <p:spPr>
          <a:xfrm>
            <a:off x="6567946" y="-29307"/>
            <a:ext cx="4785851" cy="1671567"/>
          </a:xfrm>
        </p:spPr>
        <p:txBody>
          <a:bodyPr>
            <a:normAutofit/>
          </a:bodyPr>
          <a:lstStyle/>
          <a:p>
            <a:r>
              <a:rPr lang="en-GB" sz="4000" dirty="0"/>
              <a:t>Warm up</a:t>
            </a:r>
          </a:p>
        </p:txBody>
      </p:sp>
      <p:pic>
        <p:nvPicPr>
          <p:cNvPr id="17" name="Picture 16" descr="Mechanics working on car in service shop">
            <a:extLst>
              <a:ext uri="{FF2B5EF4-FFF2-40B4-BE49-F238E27FC236}">
                <a16:creationId xmlns:a16="http://schemas.microsoft.com/office/drawing/2014/main" xmlns="" id="{CA99BB73-4CDB-9CA9-B265-8F4424437E0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841" r="8248"/>
          <a:stretch/>
        </p:blipFill>
        <p:spPr>
          <a:xfrm>
            <a:off x="-1" y="10"/>
            <a:ext cx="3003123" cy="1679499"/>
          </a:xfrm>
          <a:prstGeom prst="rect">
            <a:avLst/>
          </a:prstGeom>
        </p:spPr>
      </p:pic>
      <p:pic>
        <p:nvPicPr>
          <p:cNvPr id="5" name="Picture 4" descr="Female emergency services worker">
            <a:extLst>
              <a:ext uri="{FF2B5EF4-FFF2-40B4-BE49-F238E27FC236}">
                <a16:creationId xmlns:a16="http://schemas.microsoft.com/office/drawing/2014/main" xmlns="" id="{308CC8BD-1B3F-A467-D737-F90D4BCD9AB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520" r="768" b="-1"/>
          <a:stretch/>
        </p:blipFill>
        <p:spPr>
          <a:xfrm>
            <a:off x="20" y="1843285"/>
            <a:ext cx="3003103" cy="2064985"/>
          </a:xfrm>
          <a:prstGeom prst="rect">
            <a:avLst/>
          </a:prstGeom>
        </p:spPr>
      </p:pic>
      <p:pic>
        <p:nvPicPr>
          <p:cNvPr id="13" name="Picture 12" descr="Cleaning bucket">
            <a:extLst>
              <a:ext uri="{FF2B5EF4-FFF2-40B4-BE49-F238E27FC236}">
                <a16:creationId xmlns:a16="http://schemas.microsoft.com/office/drawing/2014/main" xmlns="" id="{C90B207D-10CD-FC47-313C-58F784266AF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045" r="6397" b="-1"/>
          <a:stretch/>
        </p:blipFill>
        <p:spPr>
          <a:xfrm>
            <a:off x="3180257" y="1"/>
            <a:ext cx="3016307" cy="2223338"/>
          </a:xfrm>
          <a:prstGeom prst="rect">
            <a:avLst/>
          </a:prstGeom>
        </p:spPr>
      </p:pic>
      <p:pic>
        <p:nvPicPr>
          <p:cNvPr id="7" name="Picture 6" descr="EMT worker">
            <a:extLst>
              <a:ext uri="{FF2B5EF4-FFF2-40B4-BE49-F238E27FC236}">
                <a16:creationId xmlns:a16="http://schemas.microsoft.com/office/drawing/2014/main" xmlns="" id="{C137A27A-1FBF-4926-3C3C-4D4C3801FD8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7840" r="4" b="4"/>
          <a:stretch/>
        </p:blipFill>
        <p:spPr>
          <a:xfrm>
            <a:off x="-1" y="4079988"/>
            <a:ext cx="3003123" cy="2778013"/>
          </a:xfrm>
          <a:prstGeom prst="rect">
            <a:avLst/>
          </a:prstGeom>
        </p:spPr>
      </p:pic>
      <p:pic>
        <p:nvPicPr>
          <p:cNvPr id="19" name="Picture 18" descr="Man wearing a mask">
            <a:extLst>
              <a:ext uri="{FF2B5EF4-FFF2-40B4-BE49-F238E27FC236}">
                <a16:creationId xmlns:a16="http://schemas.microsoft.com/office/drawing/2014/main" xmlns="" id="{C6FD731D-0549-3610-E1D5-37E4A95F3775}"/>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r="9886" b="3"/>
          <a:stretch/>
        </p:blipFill>
        <p:spPr>
          <a:xfrm>
            <a:off x="3180256" y="2384215"/>
            <a:ext cx="3016307" cy="2234180"/>
          </a:xfrm>
          <a:prstGeom prst="rect">
            <a:avLst/>
          </a:prstGeom>
        </p:spPr>
      </p:pic>
      <p:pic>
        <p:nvPicPr>
          <p:cNvPr id="15" name="Picture 14" descr="Woman buying food from mobile bar">
            <a:extLst>
              <a:ext uri="{FF2B5EF4-FFF2-40B4-BE49-F238E27FC236}">
                <a16:creationId xmlns:a16="http://schemas.microsoft.com/office/drawing/2014/main" xmlns="" id="{FB7AC419-05AC-5DF8-D3E9-5C1D51F43D8D}"/>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r="2637" b="1"/>
          <a:stretch/>
        </p:blipFill>
        <p:spPr>
          <a:xfrm>
            <a:off x="3180257" y="4790113"/>
            <a:ext cx="3016307" cy="2067887"/>
          </a:xfrm>
          <a:prstGeom prst="rect">
            <a:avLst/>
          </a:prstGeom>
        </p:spPr>
      </p:pic>
      <p:sp>
        <p:nvSpPr>
          <p:cNvPr id="3" name="Content Placeholder 2">
            <a:extLst>
              <a:ext uri="{FF2B5EF4-FFF2-40B4-BE49-F238E27FC236}">
                <a16:creationId xmlns:a16="http://schemas.microsoft.com/office/drawing/2014/main" xmlns="" id="{2F6D28A2-9E8D-3A05-30CE-ADFAEFD4C803}"/>
              </a:ext>
            </a:extLst>
          </p:cNvPr>
          <p:cNvSpPr>
            <a:spLocks noGrp="1"/>
          </p:cNvSpPr>
          <p:nvPr>
            <p:ph idx="1"/>
          </p:nvPr>
        </p:nvSpPr>
        <p:spPr>
          <a:xfrm>
            <a:off x="6567946" y="1240167"/>
            <a:ext cx="4785851" cy="3728611"/>
          </a:xfrm>
        </p:spPr>
        <p:txBody>
          <a:bodyPr>
            <a:normAutofit/>
          </a:bodyPr>
          <a:lstStyle/>
          <a:p>
            <a:r>
              <a:rPr lang="en-GB" sz="2000" dirty="0"/>
              <a:t>How many services have you used today?</a:t>
            </a:r>
          </a:p>
          <a:p>
            <a:r>
              <a:rPr lang="en-GB" sz="2000" dirty="0"/>
              <a:t>This week?</a:t>
            </a:r>
          </a:p>
          <a:p>
            <a:r>
              <a:rPr lang="en-GB" sz="2000" dirty="0"/>
              <a:t>This month?</a:t>
            </a:r>
          </a:p>
          <a:p>
            <a:r>
              <a:rPr lang="en-GB" sz="2000" dirty="0"/>
              <a:t>This year?</a:t>
            </a:r>
          </a:p>
        </p:txBody>
      </p:sp>
      <p:pic>
        <p:nvPicPr>
          <p:cNvPr id="1026" name="Picture 2" descr="Royal Mail Post Vans Going Green In Electric Switchover">
            <a:extLst>
              <a:ext uri="{FF2B5EF4-FFF2-40B4-BE49-F238E27FC236}">
                <a16:creationId xmlns:a16="http://schemas.microsoft.com/office/drawing/2014/main" xmlns="" id="{8572F33E-272E-DCCA-649C-849EEAFE1B5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73696" y="3586919"/>
            <a:ext cx="5815255" cy="3271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561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xmlns="" id="{C0A1ED06-4733-4020-9C60-81D4D80140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xmlns="" id="{B0CA3509-3AF9-45FE-93ED-57BB5D5E8E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Yellow freight container with the sky as background">
            <a:extLst>
              <a:ext uri="{FF2B5EF4-FFF2-40B4-BE49-F238E27FC236}">
                <a16:creationId xmlns:a16="http://schemas.microsoft.com/office/drawing/2014/main" xmlns="" id="{E764B44A-E23D-99AF-B18F-A6D8811F5229}"/>
              </a:ext>
            </a:extLst>
          </p:cNvPr>
          <p:cNvPicPr>
            <a:picLocks noChangeAspect="1"/>
          </p:cNvPicPr>
          <p:nvPr/>
        </p:nvPicPr>
        <p:blipFill rotWithShape="1">
          <a:blip r:embed="rId2" cstate="print">
            <a:alphaModFix amt="60000"/>
            <a:extLst>
              <a:ext uri="{28A0092B-C50C-407E-A947-70E740481C1C}">
                <a14:useLocalDpi xmlns:a14="http://schemas.microsoft.com/office/drawing/2010/main" val="0"/>
              </a:ext>
            </a:extLst>
          </a:blip>
          <a:srcRect b="4395"/>
          <a:stretch/>
        </p:blipFill>
        <p:spPr>
          <a:xfrm>
            <a:off x="180975" y="182880"/>
            <a:ext cx="11823637" cy="6499784"/>
          </a:xfrm>
          <a:prstGeom prst="rect">
            <a:avLst/>
          </a:prstGeom>
        </p:spPr>
      </p:pic>
      <p:sp>
        <p:nvSpPr>
          <p:cNvPr id="2" name="Title 1">
            <a:extLst>
              <a:ext uri="{FF2B5EF4-FFF2-40B4-BE49-F238E27FC236}">
                <a16:creationId xmlns:a16="http://schemas.microsoft.com/office/drawing/2014/main" xmlns="" id="{1953B706-2EB6-EA63-4D71-82CBEE8E2583}"/>
              </a:ext>
            </a:extLst>
          </p:cNvPr>
          <p:cNvSpPr>
            <a:spLocks noGrp="1"/>
          </p:cNvSpPr>
          <p:nvPr>
            <p:ph type="title"/>
          </p:nvPr>
        </p:nvSpPr>
        <p:spPr>
          <a:xfrm>
            <a:off x="838200" y="525195"/>
            <a:ext cx="10165218" cy="2806506"/>
          </a:xfrm>
        </p:spPr>
        <p:txBody>
          <a:bodyPr vert="horz" lIns="91440" tIns="45720" rIns="91440" bIns="45720" rtlCol="0" anchor="b">
            <a:normAutofit/>
          </a:bodyPr>
          <a:lstStyle/>
          <a:p>
            <a:r>
              <a:rPr lang="en-US" sz="4000">
                <a:solidFill>
                  <a:srgbClr val="FFFFFF"/>
                </a:solidFill>
              </a:rPr>
              <a:t>Brainstorm some more examples:</a:t>
            </a:r>
          </a:p>
        </p:txBody>
      </p:sp>
      <p:sp>
        <p:nvSpPr>
          <p:cNvPr id="6" name="TextBox 5">
            <a:extLst>
              <a:ext uri="{FF2B5EF4-FFF2-40B4-BE49-F238E27FC236}">
                <a16:creationId xmlns:a16="http://schemas.microsoft.com/office/drawing/2014/main" xmlns="" id="{44850A5E-740E-8976-08F6-2F91AB7F86C5}"/>
              </a:ext>
            </a:extLst>
          </p:cNvPr>
          <p:cNvSpPr txBox="1"/>
          <p:nvPr/>
        </p:nvSpPr>
        <p:spPr>
          <a:xfrm>
            <a:off x="838200" y="3526300"/>
            <a:ext cx="10165218" cy="2588458"/>
          </a:xfrm>
          <a:prstGeom prst="rect">
            <a:avLst/>
          </a:prstGeom>
        </p:spPr>
        <p:txBody>
          <a:bodyPr vert="horz" lIns="91440" tIns="45720" rIns="91440" bIns="45720" numCol="2" rtlCol="0">
            <a:normAutofit fontScale="55000" lnSpcReduction="20000"/>
          </a:bodyPr>
          <a:lstStyle/>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Hotels and Resorts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Restaurants and Cafés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Travel Agencies and Tour Operators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Airlines and Transportation Services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Banks and Financial Institutions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Insurance Services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Hospitals and Clinics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Mental Health and Wellness Services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IT Support and Software Development</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Web Design and Cybersecurity</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Schools and Universities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Online Learning Platforms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E-commerce and Retail Services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Personal Care and Fitness Services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Real Estate Agencies and Property Management</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Legal and Consulting Services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Marketing and Advertising Firms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Entertainment Venues and Amusement Parks</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Utilities (Electricity, Gas, Water)</a:t>
            </a:r>
          </a:p>
          <a:p>
            <a:pPr marL="285750" indent="-228600" fontAlgn="base">
              <a:lnSpc>
                <a:spcPct val="90000"/>
              </a:lnSpc>
              <a:spcBef>
                <a:spcPct val="0"/>
              </a:spcBef>
              <a:spcAft>
                <a:spcPts val="600"/>
              </a:spcAft>
              <a:buFont typeface="Arial" panose="020B0604020202020204" pitchFamily="34" charset="0"/>
              <a:buChar char="•"/>
            </a:pPr>
            <a:r>
              <a:rPr kumimoji="0" lang="en-US" altLang="en-US" sz="2600" i="0" u="none" strike="noStrike" cap="none" normalizeH="0" baseline="0" dirty="0">
                <a:ln>
                  <a:noFill/>
                </a:ln>
                <a:solidFill>
                  <a:srgbClr val="FFFFFF"/>
                </a:solidFill>
                <a:effectLst/>
              </a:rPr>
              <a:t>Public Safety and Emergency Services </a:t>
            </a:r>
          </a:p>
          <a:p>
            <a:pPr marL="285750" indent="-228600">
              <a:lnSpc>
                <a:spcPct val="90000"/>
              </a:lnSpc>
              <a:spcAft>
                <a:spcPts val="600"/>
              </a:spcAft>
              <a:buFont typeface="Arial" panose="020B0604020202020204" pitchFamily="34" charset="0"/>
              <a:buChar char="•"/>
            </a:pPr>
            <a:endParaRPr lang="en-US" sz="1100" dirty="0">
              <a:solidFill>
                <a:srgbClr val="FFFFFF"/>
              </a:solidFill>
            </a:endParaRPr>
          </a:p>
        </p:txBody>
      </p:sp>
    </p:spTree>
    <p:extLst>
      <p:ext uri="{BB962C8B-B14F-4D97-AF65-F5344CB8AC3E}">
        <p14:creationId xmlns:p14="http://schemas.microsoft.com/office/powerpoint/2010/main" val="3360187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F13C74B1-5B17-4795-BED0-7140497B445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8D20234-E2D4-FFDB-BDCD-A0EDD3ADDF53}"/>
              </a:ext>
            </a:extLst>
          </p:cNvPr>
          <p:cNvSpPr>
            <a:spLocks noGrp="1"/>
          </p:cNvSpPr>
          <p:nvPr>
            <p:ph type="title"/>
          </p:nvPr>
        </p:nvSpPr>
        <p:spPr>
          <a:xfrm>
            <a:off x="640080" y="325369"/>
            <a:ext cx="4368602" cy="1956841"/>
          </a:xfrm>
        </p:spPr>
        <p:txBody>
          <a:bodyPr anchor="b">
            <a:normAutofit fontScale="90000"/>
          </a:bodyPr>
          <a:lstStyle/>
          <a:p>
            <a:r>
              <a:rPr lang="en-GB" sz="5400"/>
              <a:t>Impersonal Passive Voice</a:t>
            </a:r>
          </a:p>
        </p:txBody>
      </p:sp>
      <p:sp>
        <p:nvSpPr>
          <p:cNvPr id="12" name="sketchy line">
            <a:extLst>
              <a:ext uri="{FF2B5EF4-FFF2-40B4-BE49-F238E27FC236}">
                <a16:creationId xmlns:a16="http://schemas.microsoft.com/office/drawing/2014/main" xmlns="" id="{D4974D33-8DC5-464E-8C6D-BE58F0669C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xmlns="" id="{6E35A6A6-149E-3B68-357E-D8258464B666}"/>
              </a:ext>
            </a:extLst>
          </p:cNvPr>
          <p:cNvSpPr>
            <a:spLocks noGrp="1" noChangeArrowheads="1"/>
          </p:cNvSpPr>
          <p:nvPr>
            <p:ph idx="1"/>
          </p:nvPr>
        </p:nvSpPr>
        <p:spPr bwMode="auto">
          <a:xfrm>
            <a:off x="640080" y="2872899"/>
            <a:ext cx="4243589" cy="332066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a:ln>
                  <a:noFill/>
                </a:ln>
                <a:effectLst/>
              </a:rPr>
              <a:t>Definition:</a:t>
            </a:r>
            <a:endParaRPr kumimoji="0" lang="en-US" altLang="en-US" sz="15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500" b="0" i="0" u="none" strike="noStrike" cap="none" normalizeH="0" baseline="0">
                <a:ln>
                  <a:noFill/>
                </a:ln>
                <a:effectLst/>
              </a:rPr>
              <a:t>The impersonal passive is used to make statements more formal and less direct, often useful in service industry communications.</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a:ln>
                  <a:noFill/>
                </a:ln>
                <a:effectLst/>
              </a:rPr>
              <a:t>Structure:</a:t>
            </a:r>
            <a:endParaRPr kumimoji="0" lang="en-US" altLang="en-US" sz="15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a:ln>
                  <a:noFill/>
                </a:ln>
                <a:effectLst/>
              </a:rPr>
              <a:t>Active:</a:t>
            </a:r>
            <a:r>
              <a:rPr kumimoji="0" lang="en-US" altLang="en-US" sz="1500" b="0" i="0" u="none" strike="noStrike" cap="none" normalizeH="0" baseline="0">
                <a:ln>
                  <a:noFill/>
                </a:ln>
                <a:effectLst/>
              </a:rPr>
              <a:t> Customers say that the service is excellent.</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a:ln>
                  <a:noFill/>
                </a:ln>
                <a:effectLst/>
              </a:rPr>
              <a:t>Passive:</a:t>
            </a:r>
            <a:r>
              <a:rPr kumimoji="0" lang="en-US" altLang="en-US" sz="1500" b="0" i="0" u="none" strike="noStrike" cap="none" normalizeH="0" baseline="0">
                <a:ln>
                  <a:noFill/>
                </a:ln>
                <a:effectLst/>
              </a:rPr>
              <a:t> It is said that the service is excellent.</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a:ln>
                  <a:noFill/>
                </a:ln>
                <a:effectLst/>
              </a:rPr>
              <a:t>Alternative Passive:</a:t>
            </a:r>
            <a:r>
              <a:rPr kumimoji="0" lang="en-US" altLang="en-US" sz="1500" b="0" i="0" u="none" strike="noStrike" cap="none" normalizeH="0" baseline="0">
                <a:ln>
                  <a:noFill/>
                </a:ln>
                <a:effectLst/>
              </a:rPr>
              <a:t> The service is said to be excellent.</a:t>
            </a:r>
          </a:p>
          <a:p>
            <a:pPr marL="0" marR="0" lvl="0" indent="0" defTabSz="914400" rtl="0" eaLnBrk="0" fontAlgn="base" latinLnBrk="0" hangingPunct="0">
              <a:spcBef>
                <a:spcPct val="0"/>
              </a:spcBef>
              <a:spcAft>
                <a:spcPts val="600"/>
              </a:spcAft>
              <a:buClrTx/>
              <a:buSzTx/>
              <a:buFontTx/>
              <a:buNone/>
              <a:tabLst/>
            </a:pPr>
            <a:endParaRPr kumimoji="0" lang="en-US" altLang="en-US" sz="1500" b="0" i="0" u="none" strike="noStrike" cap="none" normalizeH="0" baseline="0">
              <a:ln>
                <a:noFill/>
              </a:ln>
              <a:effectLst/>
              <a:latin typeface="Arial" panose="020B0604020202020204" pitchFamily="34" charset="0"/>
            </a:endParaRPr>
          </a:p>
        </p:txBody>
      </p:sp>
      <p:pic>
        <p:nvPicPr>
          <p:cNvPr id="5" name="Picture 4" descr="3D face graphic">
            <a:extLst>
              <a:ext uri="{FF2B5EF4-FFF2-40B4-BE49-F238E27FC236}">
                <a16:creationId xmlns:a16="http://schemas.microsoft.com/office/drawing/2014/main" xmlns="" id="{1C322F05-8854-D345-84EF-BF8E3082A93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3048" r="-1"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655798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2C61293E-6EBE-43EF-A52C-9BEBFD7679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38E5486F-4AD9-4F82-DB03-2F3554D1B31B}"/>
              </a:ext>
            </a:extLst>
          </p:cNvPr>
          <p:cNvSpPr>
            <a:spLocks noGrp="1"/>
          </p:cNvSpPr>
          <p:nvPr>
            <p:ph type="title"/>
          </p:nvPr>
        </p:nvSpPr>
        <p:spPr>
          <a:xfrm>
            <a:off x="5297762" y="329184"/>
            <a:ext cx="6251110" cy="1783080"/>
          </a:xfrm>
        </p:spPr>
        <p:txBody>
          <a:bodyPr anchor="b">
            <a:normAutofit fontScale="90000"/>
          </a:bodyPr>
          <a:lstStyle/>
          <a:p>
            <a:r>
              <a:rPr lang="en-GB" sz="4600"/>
              <a:t>Examples of Impersonal Passive in Services</a:t>
            </a:r>
          </a:p>
        </p:txBody>
      </p:sp>
      <p:pic>
        <p:nvPicPr>
          <p:cNvPr id="5" name="Picture 4" descr="Staff at a restaurant">
            <a:extLst>
              <a:ext uri="{FF2B5EF4-FFF2-40B4-BE49-F238E27FC236}">
                <a16:creationId xmlns:a16="http://schemas.microsoft.com/office/drawing/2014/main" xmlns="" id="{005C100C-C1A6-6ED9-2996-EB30E81F283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162" r="44506"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2" name="sketchy line">
            <a:extLst>
              <a:ext uri="{FF2B5EF4-FFF2-40B4-BE49-F238E27FC236}">
                <a16:creationId xmlns:a16="http://schemas.microsoft.com/office/drawing/2014/main" xmlns="" id="{21540236-BFD5-4A9D-8840-4703E7F7682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xmlns="" id="{4BC00CEF-5B9B-0469-76A2-E9703266B49C}"/>
              </a:ext>
            </a:extLst>
          </p:cNvPr>
          <p:cNvSpPr>
            <a:spLocks noGrp="1" noChangeArrowheads="1"/>
          </p:cNvSpPr>
          <p:nvPr>
            <p:ph idx="1"/>
          </p:nvPr>
        </p:nvSpPr>
        <p:spPr bwMode="auto">
          <a:xfrm>
            <a:off x="5297762" y="2706624"/>
            <a:ext cx="6251110" cy="34838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rPr>
              <a:t>Example 1:</a:t>
            </a:r>
            <a:endParaRPr kumimoji="0" lang="en-US" altLang="en-US" sz="20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rPr>
              <a:t>Active:</a:t>
            </a:r>
            <a:r>
              <a:rPr kumimoji="0" lang="en-US" altLang="en-US" sz="2000" b="0" i="0" u="none" strike="noStrike" cap="none" normalizeH="0" baseline="0">
                <a:ln>
                  <a:noFill/>
                </a:ln>
                <a:effectLst/>
              </a:rPr>
              <a:t> Customers believe that the hotel is the best in town.</a:t>
            </a: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rPr>
              <a:t>Passive:</a:t>
            </a:r>
            <a:r>
              <a:rPr kumimoji="0" lang="en-US" altLang="en-US" sz="2000" b="0" i="0" u="none" strike="noStrike" cap="none" normalizeH="0" baseline="0">
                <a:ln>
                  <a:noFill/>
                </a:ln>
                <a:effectLst/>
              </a:rPr>
              <a:t> It is believed that the hotel is the best in town.</a:t>
            </a: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rPr>
              <a:t>Example 2:</a:t>
            </a:r>
            <a:endParaRPr kumimoji="0" lang="en-US" altLang="en-US" sz="20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rPr>
              <a:t>Active:</a:t>
            </a:r>
            <a:r>
              <a:rPr kumimoji="0" lang="en-US" altLang="en-US" sz="2000" b="0" i="0" u="none" strike="noStrike" cap="none" normalizeH="0" baseline="0">
                <a:ln>
                  <a:noFill/>
                </a:ln>
                <a:effectLst/>
              </a:rPr>
              <a:t> Guests report that the restaurant offers great food.</a:t>
            </a: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rPr>
              <a:t>Passive:</a:t>
            </a:r>
            <a:r>
              <a:rPr kumimoji="0" lang="en-US" altLang="en-US" sz="2000" b="0" i="0" u="none" strike="noStrike" cap="none" normalizeH="0" baseline="0">
                <a:ln>
                  <a:noFill/>
                </a:ln>
                <a:effectLst/>
              </a:rPr>
              <a:t> It is reported that the restaurant offers great food.</a:t>
            </a:r>
          </a:p>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1634744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D009D6D5-DAC2-4A8B-A17A-E206B9012D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2EDD72D2-9731-6662-3A3D-BC25F1BB7155}"/>
              </a:ext>
            </a:extLst>
          </p:cNvPr>
          <p:cNvSpPr>
            <a:spLocks noGrp="1"/>
          </p:cNvSpPr>
          <p:nvPr>
            <p:ph type="title"/>
          </p:nvPr>
        </p:nvSpPr>
        <p:spPr>
          <a:xfrm>
            <a:off x="838201" y="365125"/>
            <a:ext cx="5251316" cy="1807305"/>
          </a:xfrm>
        </p:spPr>
        <p:txBody>
          <a:bodyPr>
            <a:normAutofit fontScale="90000"/>
          </a:bodyPr>
          <a:lstStyle/>
          <a:p>
            <a:r>
              <a:rPr lang="en-GB" dirty="0"/>
              <a:t> Practice Exercise: Impersonal Passive</a:t>
            </a:r>
          </a:p>
        </p:txBody>
      </p:sp>
      <p:sp>
        <p:nvSpPr>
          <p:cNvPr id="3" name="Content Placeholder 2">
            <a:extLst>
              <a:ext uri="{FF2B5EF4-FFF2-40B4-BE49-F238E27FC236}">
                <a16:creationId xmlns:a16="http://schemas.microsoft.com/office/drawing/2014/main" xmlns="" id="{BA330F3A-3119-2B2D-02BE-346B36BF2B09}"/>
              </a:ext>
            </a:extLst>
          </p:cNvPr>
          <p:cNvSpPr>
            <a:spLocks noGrp="1"/>
          </p:cNvSpPr>
          <p:nvPr>
            <p:ph idx="1"/>
          </p:nvPr>
        </p:nvSpPr>
        <p:spPr>
          <a:xfrm>
            <a:off x="838200" y="2333297"/>
            <a:ext cx="4619621" cy="3843666"/>
          </a:xfrm>
        </p:spPr>
        <p:txBody>
          <a:bodyPr>
            <a:normAutofit/>
          </a:bodyPr>
          <a:lstStyle/>
          <a:p>
            <a:pPr>
              <a:buFont typeface="Arial" panose="020B0604020202020204" pitchFamily="34" charset="0"/>
              <a:buChar char="•"/>
            </a:pPr>
            <a:r>
              <a:rPr lang="en-GB" sz="2000" b="1"/>
              <a:t>Rewrite the sentences using impersonal passive:</a:t>
            </a:r>
            <a:endParaRPr lang="en-GB" sz="2000"/>
          </a:p>
          <a:p>
            <a:pPr marL="742950" lvl="1" indent="-285750">
              <a:buFont typeface="Arial" panose="020B0604020202020204" pitchFamily="34" charset="0"/>
              <a:buChar char="•"/>
            </a:pPr>
            <a:r>
              <a:rPr lang="en-GB" sz="2000"/>
              <a:t>Customers think that the new spa is relaxing.</a:t>
            </a:r>
          </a:p>
          <a:p>
            <a:pPr marL="742950" lvl="1" indent="-285750">
              <a:buFont typeface="Arial" panose="020B0604020202020204" pitchFamily="34" charset="0"/>
              <a:buChar char="•"/>
            </a:pPr>
            <a:r>
              <a:rPr lang="en-GB" sz="2000"/>
              <a:t>Visitors say that the tour guide is very knowledgeable.</a:t>
            </a:r>
          </a:p>
          <a:p>
            <a:pPr marL="742950" lvl="1" indent="-285750">
              <a:buFont typeface="Arial" panose="020B0604020202020204" pitchFamily="34" charset="0"/>
              <a:buChar char="•"/>
            </a:pPr>
            <a:r>
              <a:rPr lang="en-GB" sz="2000"/>
              <a:t>Clients claim that the customer service is exceptional.</a:t>
            </a:r>
          </a:p>
          <a:p>
            <a:endParaRPr lang="en-GB" sz="2000"/>
          </a:p>
        </p:txBody>
      </p:sp>
      <p:pic>
        <p:nvPicPr>
          <p:cNvPr id="5" name="Picture 4" descr="Serene bathroom with view">
            <a:extLst>
              <a:ext uri="{FF2B5EF4-FFF2-40B4-BE49-F238E27FC236}">
                <a16:creationId xmlns:a16="http://schemas.microsoft.com/office/drawing/2014/main" xmlns="" id="{167F2FF7-B518-F19F-5F9D-FA644F099243}"/>
              </a:ext>
            </a:extLst>
          </p:cNvPr>
          <p:cNvPicPr>
            <a:picLocks noChangeAspect="1"/>
          </p:cNvPicPr>
          <p:nvPr/>
        </p:nvPicPr>
        <p:blipFill rotWithShape="1">
          <a:blip r:embed="rId2">
            <a:extLst>
              <a:ext uri="{28A0092B-C50C-407E-A947-70E740481C1C}">
                <a14:useLocalDpi xmlns:a14="http://schemas.microsoft.com/office/drawing/2010/main" val="0"/>
              </a:ext>
            </a:extLst>
          </a:blip>
          <a:srcRect r="2" b="799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409552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xmlns="" id="{D009D6D5-DAC2-4A8B-A17A-E206B9012D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F1785CD-F878-3D23-2976-31B4ABF695F0}"/>
              </a:ext>
            </a:extLst>
          </p:cNvPr>
          <p:cNvSpPr>
            <a:spLocks noGrp="1"/>
          </p:cNvSpPr>
          <p:nvPr>
            <p:ph type="title"/>
          </p:nvPr>
        </p:nvSpPr>
        <p:spPr>
          <a:xfrm>
            <a:off x="838201" y="365125"/>
            <a:ext cx="5251316" cy="1807305"/>
          </a:xfrm>
        </p:spPr>
        <p:txBody>
          <a:bodyPr>
            <a:normAutofit/>
          </a:bodyPr>
          <a:lstStyle/>
          <a:p>
            <a:r>
              <a:rPr lang="en-GB" sz="4100"/>
              <a:t>Be Supposed To Be / Not Be Supposed To Be</a:t>
            </a:r>
          </a:p>
        </p:txBody>
      </p:sp>
      <p:sp>
        <p:nvSpPr>
          <p:cNvPr id="4" name="Rectangle 1">
            <a:extLst>
              <a:ext uri="{FF2B5EF4-FFF2-40B4-BE49-F238E27FC236}">
                <a16:creationId xmlns:a16="http://schemas.microsoft.com/office/drawing/2014/main" xmlns="" id="{03D94B3D-0260-B63A-B876-C1D5AA6C5FF5}"/>
              </a:ext>
            </a:extLst>
          </p:cNvPr>
          <p:cNvSpPr>
            <a:spLocks noGrp="1" noChangeArrowheads="1"/>
          </p:cNvSpPr>
          <p:nvPr>
            <p:ph idx="1"/>
          </p:nvPr>
        </p:nvSpPr>
        <p:spPr bwMode="auto">
          <a:xfrm>
            <a:off x="838200" y="2333297"/>
            <a:ext cx="4619621" cy="38436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10000"/>
          </a:bodyPr>
          <a:lstStyle/>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rPr>
              <a:t>Definition and Usage:</a:t>
            </a:r>
            <a:endParaRPr kumimoji="0" lang="en-US" altLang="en-US" sz="17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rPr>
              <a:t>"Be supposed to be":</a:t>
            </a:r>
            <a:r>
              <a:rPr kumimoji="0" lang="en-US" altLang="en-US" sz="1700" b="0" i="0" u="none" strike="noStrike" cap="none" normalizeH="0" baseline="0">
                <a:ln>
                  <a:noFill/>
                </a:ln>
                <a:effectLst/>
              </a:rPr>
              <a:t> Indicates an expectation or a general belief, important for setting standards in services.</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rPr>
              <a:t>"Not be supposed to be":</a:t>
            </a:r>
            <a:r>
              <a:rPr kumimoji="0" lang="en-US" altLang="en-US" sz="1700" b="0" i="0" u="none" strike="noStrike" cap="none" normalizeH="0" baseline="0">
                <a:ln>
                  <a:noFill/>
                </a:ln>
                <a:effectLst/>
              </a:rPr>
              <a:t> Indicates something that is not allowed or not expected, crucial for service policies.</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rPr>
              <a:t>Examples:</a:t>
            </a:r>
            <a:endParaRPr kumimoji="0" lang="en-US" altLang="en-US" sz="17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rPr>
              <a:t>Positive:</a:t>
            </a:r>
            <a:r>
              <a:rPr kumimoji="0" lang="en-US" altLang="en-US" sz="1700" b="0" i="0" u="none" strike="noStrike" cap="none" normalizeH="0" baseline="0">
                <a:ln>
                  <a:noFill/>
                </a:ln>
                <a:effectLst/>
              </a:rPr>
              <a:t> Employees are supposed to be friendly and helpful. (expected behavior)</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rPr>
              <a:t>Negative:</a:t>
            </a:r>
            <a:r>
              <a:rPr kumimoji="0" lang="en-US" altLang="en-US" sz="1700" b="0" i="0" u="none" strike="noStrike" cap="none" normalizeH="0" baseline="0">
                <a:ln>
                  <a:noFill/>
                </a:ln>
                <a:effectLst/>
              </a:rPr>
              <a:t> Guests are not supposed to smoke in non-smoking areas. (prohibited action)</a:t>
            </a:r>
          </a:p>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a:ln>
                <a:noFill/>
              </a:ln>
              <a:effectLst/>
            </a:endParaRPr>
          </a:p>
        </p:txBody>
      </p:sp>
      <p:pic>
        <p:nvPicPr>
          <p:cNvPr id="1026" name="Picture 2" descr="Smoking under No Smoking Sign - China Funny Picture">
            <a:extLst>
              <a:ext uri="{FF2B5EF4-FFF2-40B4-BE49-F238E27FC236}">
                <a16:creationId xmlns:a16="http://schemas.microsoft.com/office/drawing/2014/main" xmlns="" id="{49FEA874-0DA8-4610-D4AB-C761B76DDD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051" r="-1" b="-1"/>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2216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xmlns="" id="{9427AF5F-9A0E-42B7-A252-FD64C9885F9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BB2B8595-7281-D328-F5E9-7445107F7D31}"/>
              </a:ext>
            </a:extLst>
          </p:cNvPr>
          <p:cNvSpPr>
            <a:spLocks noGrp="1"/>
          </p:cNvSpPr>
          <p:nvPr>
            <p:ph type="title"/>
          </p:nvPr>
        </p:nvSpPr>
        <p:spPr>
          <a:xfrm>
            <a:off x="838200" y="365125"/>
            <a:ext cx="10515600" cy="1306443"/>
          </a:xfrm>
        </p:spPr>
        <p:txBody>
          <a:bodyPr>
            <a:normAutofit/>
          </a:bodyPr>
          <a:lstStyle/>
          <a:p>
            <a:r>
              <a:rPr lang="en-GB" sz="4000"/>
              <a:t>Differentiating Meanings in Service Context</a:t>
            </a:r>
          </a:p>
        </p:txBody>
      </p:sp>
      <p:sp>
        <p:nvSpPr>
          <p:cNvPr id="4" name="Rectangle 1">
            <a:extLst>
              <a:ext uri="{FF2B5EF4-FFF2-40B4-BE49-F238E27FC236}">
                <a16:creationId xmlns:a16="http://schemas.microsoft.com/office/drawing/2014/main" xmlns="" id="{2DEFF361-4F6A-C1B0-51D8-40CF23BE1093}"/>
              </a:ext>
            </a:extLst>
          </p:cNvPr>
          <p:cNvSpPr>
            <a:spLocks noGrp="1" noChangeArrowheads="1"/>
          </p:cNvSpPr>
          <p:nvPr>
            <p:ph idx="1"/>
          </p:nvPr>
        </p:nvSpPr>
        <p:spPr bwMode="auto">
          <a:xfrm>
            <a:off x="838200" y="1825625"/>
            <a:ext cx="4152774" cy="43034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10000"/>
          </a:bodyPr>
          <a:lstStyle/>
          <a:p>
            <a:pPr marL="0" marR="0" lvl="0" indent="0" defTabSz="914400" rtl="0" eaLnBrk="0" fontAlgn="base" latinLnBrk="0" hangingPunct="0">
              <a:spcBef>
                <a:spcPct val="0"/>
              </a:spcBef>
              <a:spcAft>
                <a:spcPts val="600"/>
              </a:spcAft>
              <a:buClrTx/>
              <a:buSzTx/>
              <a:buFontTx/>
              <a:buChar char="•"/>
              <a:tabLst/>
            </a:pPr>
            <a:r>
              <a:rPr kumimoji="0" lang="en-US" altLang="en-US" sz="1900" b="1" i="0" u="none" strike="noStrike" cap="none" normalizeH="0" baseline="0">
                <a:ln>
                  <a:noFill/>
                </a:ln>
                <a:effectLst/>
              </a:rPr>
              <a:t>Contextual Examples:</a:t>
            </a:r>
            <a:endParaRPr kumimoji="0" lang="en-US" altLang="en-US" sz="19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900" b="1" i="0" u="none" strike="noStrike" cap="none" normalizeH="0" baseline="0">
                <a:ln>
                  <a:noFill/>
                </a:ln>
                <a:effectLst/>
              </a:rPr>
              <a:t>Supposed to (Expectation):</a:t>
            </a:r>
            <a:r>
              <a:rPr kumimoji="0" lang="en-US" altLang="en-US" sz="1900" b="0" i="0" u="none" strike="noStrike" cap="none" normalizeH="0" baseline="0">
                <a:ln>
                  <a:noFill/>
                </a:ln>
                <a:effectLst/>
              </a:rPr>
              <a:t> The receptionists are supposed to be knowledgeable about local attractions.</a:t>
            </a:r>
          </a:p>
          <a:p>
            <a:pPr marL="0" marR="0" lvl="0" indent="0" defTabSz="914400" rtl="0" eaLnBrk="0" fontAlgn="base" latinLnBrk="0" hangingPunct="0">
              <a:spcBef>
                <a:spcPct val="0"/>
              </a:spcBef>
              <a:spcAft>
                <a:spcPts val="600"/>
              </a:spcAft>
              <a:buClrTx/>
              <a:buSzTx/>
              <a:buFontTx/>
              <a:buChar char="•"/>
              <a:tabLst/>
            </a:pPr>
            <a:r>
              <a:rPr kumimoji="0" lang="en-US" altLang="en-US" sz="1900" b="1" i="0" u="none" strike="noStrike" cap="none" normalizeH="0" baseline="0">
                <a:ln>
                  <a:noFill/>
                </a:ln>
                <a:effectLst/>
              </a:rPr>
              <a:t>Not Supposed to (Prohibition):</a:t>
            </a:r>
            <a:r>
              <a:rPr kumimoji="0" lang="en-US" altLang="en-US" sz="1900" b="0" i="0" u="none" strike="noStrike" cap="none" normalizeH="0" baseline="0">
                <a:ln>
                  <a:noFill/>
                </a:ln>
                <a:effectLst/>
              </a:rPr>
              <a:t> Hotel staff are not supposed to discuss guest information.</a:t>
            </a:r>
          </a:p>
          <a:p>
            <a:pPr marL="0" marR="0" lvl="0" indent="0" defTabSz="914400" rtl="0" eaLnBrk="0" fontAlgn="base" latinLnBrk="0" hangingPunct="0">
              <a:spcBef>
                <a:spcPct val="0"/>
              </a:spcBef>
              <a:spcAft>
                <a:spcPts val="600"/>
              </a:spcAft>
              <a:buClrTx/>
              <a:buSzTx/>
              <a:buFontTx/>
              <a:buChar char="•"/>
              <a:tabLst/>
            </a:pPr>
            <a:r>
              <a:rPr kumimoji="0" lang="en-US" altLang="en-US" sz="1900" b="1" i="0" u="none" strike="noStrike" cap="none" normalizeH="0" baseline="0">
                <a:ln>
                  <a:noFill/>
                </a:ln>
                <a:effectLst/>
              </a:rPr>
              <a:t>Usage in Sentences:</a:t>
            </a:r>
            <a:endParaRPr kumimoji="0" lang="en-US" altLang="en-US" sz="19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1900" b="1" i="0" u="none" strike="noStrike" cap="none" normalizeH="0" baseline="0">
                <a:ln>
                  <a:noFill/>
                </a:ln>
                <a:effectLst/>
              </a:rPr>
              <a:t>Positive:</a:t>
            </a:r>
            <a:r>
              <a:rPr kumimoji="0" lang="en-US" altLang="en-US" sz="1900" b="0" i="0" u="none" strike="noStrike" cap="none" normalizeH="0" baseline="0">
                <a:ln>
                  <a:noFill/>
                </a:ln>
                <a:effectLst/>
              </a:rPr>
              <a:t> The tour is supposed to be very informative.</a:t>
            </a:r>
          </a:p>
          <a:p>
            <a:pPr marL="0" marR="0" lvl="0" indent="0" defTabSz="914400" rtl="0" eaLnBrk="0" fontAlgn="base" latinLnBrk="0" hangingPunct="0">
              <a:spcBef>
                <a:spcPct val="0"/>
              </a:spcBef>
              <a:spcAft>
                <a:spcPts val="600"/>
              </a:spcAft>
              <a:buClrTx/>
              <a:buSzTx/>
              <a:buFontTx/>
              <a:buChar char="•"/>
              <a:tabLst/>
            </a:pPr>
            <a:r>
              <a:rPr kumimoji="0" lang="en-US" altLang="en-US" sz="1900" b="1" i="0" u="none" strike="noStrike" cap="none" normalizeH="0" baseline="0">
                <a:ln>
                  <a:noFill/>
                </a:ln>
                <a:effectLst/>
              </a:rPr>
              <a:t>Negative:</a:t>
            </a:r>
            <a:r>
              <a:rPr kumimoji="0" lang="en-US" altLang="en-US" sz="1900" b="0" i="0" u="none" strike="noStrike" cap="none" normalizeH="0" baseline="0">
                <a:ln>
                  <a:noFill/>
                </a:ln>
                <a:effectLst/>
              </a:rPr>
              <a:t> Customers are not supposed to use the pool after 10 PM.</a:t>
            </a:r>
          </a:p>
          <a:p>
            <a:pPr marL="0" marR="0" lvl="0" indent="0" defTabSz="914400" rtl="0" eaLnBrk="0" fontAlgn="base" latinLnBrk="0" hangingPunct="0">
              <a:spcBef>
                <a:spcPct val="0"/>
              </a:spcBef>
              <a:spcAft>
                <a:spcPts val="600"/>
              </a:spcAft>
              <a:buClrTx/>
              <a:buSzTx/>
              <a:buFontTx/>
              <a:buNone/>
              <a:tabLst/>
            </a:pPr>
            <a:endParaRPr kumimoji="0" lang="en-US" altLang="en-US" sz="1900" b="0" i="0" u="none" strike="noStrike" cap="none" normalizeH="0" baseline="0">
              <a:ln>
                <a:noFill/>
              </a:ln>
              <a:effectLst/>
              <a:latin typeface="Arial" panose="020B0604020202020204" pitchFamily="34" charset="0"/>
            </a:endParaRPr>
          </a:p>
        </p:txBody>
      </p:sp>
      <p:pic>
        <p:nvPicPr>
          <p:cNvPr id="2050" name="Picture 2" descr="swimming pool signs, tennis court signs, swoim club signs, restroom signs">
            <a:extLst>
              <a:ext uri="{FF2B5EF4-FFF2-40B4-BE49-F238E27FC236}">
                <a16:creationId xmlns:a16="http://schemas.microsoft.com/office/drawing/2014/main" xmlns="" id="{10868936-AB17-76CA-AF0E-EE8437A50E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571" r="2" b="2"/>
          <a:stretch/>
        </p:blipFill>
        <p:spPr bwMode="auto">
          <a:xfrm>
            <a:off x="5183500" y="1904282"/>
            <a:ext cx="6170299" cy="4224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2582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xmlns=""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8682AF5-AFAB-EFEC-EAAA-569CF9855145}"/>
              </a:ext>
            </a:extLst>
          </p:cNvPr>
          <p:cNvSpPr>
            <a:spLocks noGrp="1"/>
          </p:cNvSpPr>
          <p:nvPr>
            <p:ph type="title"/>
          </p:nvPr>
        </p:nvSpPr>
        <p:spPr>
          <a:xfrm>
            <a:off x="572493" y="238539"/>
            <a:ext cx="11018520" cy="1434415"/>
          </a:xfrm>
        </p:spPr>
        <p:txBody>
          <a:bodyPr anchor="b">
            <a:normAutofit fontScale="90000"/>
          </a:bodyPr>
          <a:lstStyle/>
          <a:p>
            <a:r>
              <a:rPr lang="en-GB" sz="5400"/>
              <a:t>Practice Exercise: Be Supposed To</a:t>
            </a:r>
          </a:p>
        </p:txBody>
      </p:sp>
      <p:sp>
        <p:nvSpPr>
          <p:cNvPr id="3081" name="sketchy line">
            <a:extLst>
              <a:ext uri="{FF2B5EF4-FFF2-40B4-BE49-F238E27FC236}">
                <a16:creationId xmlns:a16="http://schemas.microsoft.com/office/drawing/2014/main" xmlns=""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036F8CD0-53D8-5618-442A-01328062390D}"/>
              </a:ext>
            </a:extLst>
          </p:cNvPr>
          <p:cNvSpPr>
            <a:spLocks noGrp="1"/>
          </p:cNvSpPr>
          <p:nvPr>
            <p:ph idx="1"/>
          </p:nvPr>
        </p:nvSpPr>
        <p:spPr>
          <a:xfrm>
            <a:off x="572493" y="2071316"/>
            <a:ext cx="6713552" cy="4119172"/>
          </a:xfrm>
        </p:spPr>
        <p:txBody>
          <a:bodyPr anchor="t">
            <a:normAutofit/>
          </a:bodyPr>
          <a:lstStyle/>
          <a:p>
            <a:pPr marL="0" indent="0">
              <a:buNone/>
            </a:pPr>
            <a:r>
              <a:rPr lang="en-GB" sz="1700" b="1"/>
              <a:t>Complete the sentences with the correct form:</a:t>
            </a:r>
          </a:p>
          <a:p>
            <a:r>
              <a:rPr lang="en-GB" sz="1700"/>
              <a:t>Hotel staff __________ (supposed/not supposed) to be available 24/7 to assist guests.</a:t>
            </a:r>
          </a:p>
          <a:p>
            <a:r>
              <a:rPr lang="en-GB" sz="1700"/>
              <a:t>Tour guides __________ (supposed/not supposed) to provide accurate information about the attractions.</a:t>
            </a:r>
          </a:p>
          <a:p>
            <a:r>
              <a:rPr lang="en-GB" sz="1700"/>
              <a:t>You __________ (supposed/not supposed) to make a reservation in advance for the restaurant.</a:t>
            </a:r>
          </a:p>
          <a:p>
            <a:r>
              <a:rPr lang="en-GB" sz="1700"/>
              <a:t>Customers __________ (supposed/not supposed) to tip the delivery driver for good service.</a:t>
            </a:r>
          </a:p>
          <a:p>
            <a:r>
              <a:rPr lang="en-GB" sz="1700"/>
              <a:t>Employees __________ (supposed/not supposed) to wear uniforms while on duty.</a:t>
            </a:r>
          </a:p>
          <a:p>
            <a:r>
              <a:rPr lang="en-GB" sz="1700"/>
              <a:t>Guests __________ (supposed/not supposed) to smoke in designated areas only.</a:t>
            </a:r>
          </a:p>
          <a:p>
            <a:endParaRPr lang="en-GB" sz="1700"/>
          </a:p>
        </p:txBody>
      </p:sp>
      <p:pic>
        <p:nvPicPr>
          <p:cNvPr id="3074" name="Picture 2" descr="Protective Clothing Must Be Worn Signs - from Key Signs UK">
            <a:extLst>
              <a:ext uri="{FF2B5EF4-FFF2-40B4-BE49-F238E27FC236}">
                <a16:creationId xmlns:a16="http://schemas.microsoft.com/office/drawing/2014/main" xmlns="" id="{C1D56090-A69E-674A-D879-D33CFEB392F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849" r="1943" b="-3"/>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9972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D3E17859-C5F0-476F-A082-A4CB8841DB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0" y="4375"/>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xmlns="" id="{731FDE9E-661A-92E0-D18B-70D084F256D8}"/>
              </a:ext>
            </a:extLst>
          </p:cNvPr>
          <p:cNvSpPr>
            <a:spLocks noGrp="1"/>
          </p:cNvSpPr>
          <p:nvPr>
            <p:ph type="title"/>
          </p:nvPr>
        </p:nvSpPr>
        <p:spPr>
          <a:xfrm>
            <a:off x="838200" y="365125"/>
            <a:ext cx="10515599" cy="1325563"/>
          </a:xfrm>
        </p:spPr>
        <p:txBody>
          <a:bodyPr>
            <a:normAutofit/>
          </a:bodyPr>
          <a:lstStyle/>
          <a:p>
            <a:r>
              <a:rPr lang="en-GB"/>
              <a:t>Suffixes and Modifiers in Describing Services</a:t>
            </a:r>
            <a:endParaRPr lang="en-GB" dirty="0"/>
          </a:p>
        </p:txBody>
      </p:sp>
      <p:pic>
        <p:nvPicPr>
          <p:cNvPr id="6" name="Picture 5">
            <a:extLst>
              <a:ext uri="{FF2B5EF4-FFF2-40B4-BE49-F238E27FC236}">
                <a16:creationId xmlns:a16="http://schemas.microsoft.com/office/drawing/2014/main" xmlns="" id="{2D295D0F-9FF0-4777-450E-78CE60B21FBD}"/>
              </a:ext>
            </a:extLst>
          </p:cNvPr>
          <p:cNvPicPr>
            <a:picLocks noChangeAspect="1"/>
          </p:cNvPicPr>
          <p:nvPr/>
        </p:nvPicPr>
        <p:blipFill rotWithShape="1">
          <a:blip r:embed="rId2"/>
          <a:srcRect l="9833" r="23416" b="-1"/>
          <a:stretch/>
        </p:blipFill>
        <p:spPr>
          <a:xfrm>
            <a:off x="6848918" y="1771078"/>
            <a:ext cx="4504881" cy="4504881"/>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2" name="!!Arc">
            <a:extLst>
              <a:ext uri="{FF2B5EF4-FFF2-40B4-BE49-F238E27FC236}">
                <a16:creationId xmlns:a16="http://schemas.microsoft.com/office/drawing/2014/main" xmlns="" id="{70BEB1E7-2F88-40BC-B73D-42E5B6F80BF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1189197" flipV="1">
            <a:off x="6980527" y="1929807"/>
            <a:ext cx="4556632" cy="455663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Oval">
            <a:extLst>
              <a:ext uri="{FF2B5EF4-FFF2-40B4-BE49-F238E27FC236}">
                <a16:creationId xmlns:a16="http://schemas.microsoft.com/office/drawing/2014/main" xmlns="" id="{A7B99495-F43F-4D80-A44F-2CB4764EB9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300988" y="1969050"/>
            <a:ext cx="666675" cy="6485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xmlns="" id="{45C9A24F-2C09-C9B4-DC84-EBA5605742B5}"/>
              </a:ext>
            </a:extLst>
          </p:cNvPr>
          <p:cNvGraphicFramePr>
            <a:graphicFrameLocks noGrp="1"/>
          </p:cNvGraphicFramePr>
          <p:nvPr>
            <p:ph idx="1"/>
            <p:extLst>
              <p:ext uri="{D42A27DB-BD31-4B8C-83A1-F6EECF244321}">
                <p14:modId xmlns:p14="http://schemas.microsoft.com/office/powerpoint/2010/main" val="2548172980"/>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48587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D3E17859-C5F0-476F-A082-A4CB8841DB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0" y="4375"/>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xmlns="" id="{6415C68D-C159-327B-09BA-C25007C6BDCE}"/>
              </a:ext>
            </a:extLst>
          </p:cNvPr>
          <p:cNvSpPr>
            <a:spLocks noGrp="1"/>
          </p:cNvSpPr>
          <p:nvPr>
            <p:ph type="title"/>
          </p:nvPr>
        </p:nvSpPr>
        <p:spPr>
          <a:xfrm>
            <a:off x="838200" y="365125"/>
            <a:ext cx="10515599" cy="1325563"/>
          </a:xfrm>
        </p:spPr>
        <p:txBody>
          <a:bodyPr>
            <a:normAutofit/>
          </a:bodyPr>
          <a:lstStyle/>
          <a:p>
            <a:r>
              <a:rPr lang="en-GB" dirty="0"/>
              <a:t>Suffixes and Modifiers in Describing Services</a:t>
            </a:r>
          </a:p>
        </p:txBody>
      </p:sp>
      <p:pic>
        <p:nvPicPr>
          <p:cNvPr id="6" name="Picture 5">
            <a:extLst>
              <a:ext uri="{FF2B5EF4-FFF2-40B4-BE49-F238E27FC236}">
                <a16:creationId xmlns:a16="http://schemas.microsoft.com/office/drawing/2014/main" xmlns="" id="{91C8EBA0-A337-4E02-A99D-66B3A27D0DD9}"/>
              </a:ext>
            </a:extLst>
          </p:cNvPr>
          <p:cNvPicPr>
            <a:picLocks noChangeAspect="1"/>
          </p:cNvPicPr>
          <p:nvPr/>
        </p:nvPicPr>
        <p:blipFill rotWithShape="1">
          <a:blip r:embed="rId2"/>
          <a:srcRect l="7052" r="26449" b="2"/>
          <a:stretch/>
        </p:blipFill>
        <p:spPr>
          <a:xfrm>
            <a:off x="6848918" y="1771078"/>
            <a:ext cx="4504881" cy="4504881"/>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2" name="!!Arc">
            <a:extLst>
              <a:ext uri="{FF2B5EF4-FFF2-40B4-BE49-F238E27FC236}">
                <a16:creationId xmlns:a16="http://schemas.microsoft.com/office/drawing/2014/main" xmlns="" id="{70BEB1E7-2F88-40BC-B73D-42E5B6F80BF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1189197" flipV="1">
            <a:off x="6980527" y="1929807"/>
            <a:ext cx="4556632" cy="455663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Oval">
            <a:extLst>
              <a:ext uri="{FF2B5EF4-FFF2-40B4-BE49-F238E27FC236}">
                <a16:creationId xmlns:a16="http://schemas.microsoft.com/office/drawing/2014/main" xmlns="" id="{A7B99495-F43F-4D80-A44F-2CB4764EB9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300988" y="1969050"/>
            <a:ext cx="666675" cy="6485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xmlns="" id="{5D327147-6248-832E-CEA3-FFD2605CBEFF}"/>
              </a:ext>
            </a:extLst>
          </p:cNvPr>
          <p:cNvGraphicFramePr>
            <a:graphicFrameLocks noGrp="1"/>
          </p:cNvGraphicFramePr>
          <p:nvPr>
            <p:ph idx="1"/>
            <p:extLst>
              <p:ext uri="{D42A27DB-BD31-4B8C-83A1-F6EECF244321}">
                <p14:modId xmlns:p14="http://schemas.microsoft.com/office/powerpoint/2010/main" val="517945554"/>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54461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F944E337-3E5D-4A1F-A5A1-2057F25B8A7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4DA50D69-7CF7-4844-B844-A2B821C77F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B5AA410-27FD-6EE7-3402-6C21AAC8C17D}"/>
              </a:ext>
            </a:extLst>
          </p:cNvPr>
          <p:cNvSpPr>
            <a:spLocks noGrp="1"/>
          </p:cNvSpPr>
          <p:nvPr>
            <p:ph type="title"/>
          </p:nvPr>
        </p:nvSpPr>
        <p:spPr>
          <a:xfrm>
            <a:off x="4572001" y="601744"/>
            <a:ext cx="6781800" cy="1338696"/>
          </a:xfrm>
        </p:spPr>
        <p:txBody>
          <a:bodyPr>
            <a:normAutofit/>
          </a:bodyPr>
          <a:lstStyle/>
          <a:p>
            <a:r>
              <a:rPr lang="en-GB" dirty="0"/>
              <a:t>Using Modifiers for Clarity in Services</a:t>
            </a:r>
          </a:p>
        </p:txBody>
      </p:sp>
      <p:pic>
        <p:nvPicPr>
          <p:cNvPr id="6" name="Picture 5">
            <a:extLst>
              <a:ext uri="{FF2B5EF4-FFF2-40B4-BE49-F238E27FC236}">
                <a16:creationId xmlns:a16="http://schemas.microsoft.com/office/drawing/2014/main" xmlns="" id="{1EE91A81-4609-A423-09C7-B467F1A5B3DD}"/>
              </a:ext>
            </a:extLst>
          </p:cNvPr>
          <p:cNvPicPr>
            <a:picLocks noChangeAspect="1"/>
          </p:cNvPicPr>
          <p:nvPr/>
        </p:nvPicPr>
        <p:blipFill rotWithShape="1">
          <a:blip r:embed="rId2"/>
          <a:srcRect l="9938" r="59265"/>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4" name="Rectangle 1">
            <a:extLst>
              <a:ext uri="{FF2B5EF4-FFF2-40B4-BE49-F238E27FC236}">
                <a16:creationId xmlns:a16="http://schemas.microsoft.com/office/drawing/2014/main" xmlns="" id="{24AC1868-C9A5-5D5B-87AD-D225D81F3061}"/>
              </a:ext>
            </a:extLst>
          </p:cNvPr>
          <p:cNvSpPr>
            <a:spLocks noGrp="1" noChangeArrowheads="1"/>
          </p:cNvSpPr>
          <p:nvPr>
            <p:ph idx="1"/>
          </p:nvPr>
        </p:nvSpPr>
        <p:spPr bwMode="auto">
          <a:xfrm>
            <a:off x="4572001" y="2201958"/>
            <a:ext cx="6781800" cy="390073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rPr>
              <a:t>Examples:</a:t>
            </a:r>
            <a:endParaRPr kumimoji="0" lang="en-US" altLang="en-US" sz="20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rPr>
              <a:t>Original:</a:t>
            </a:r>
            <a:r>
              <a:rPr kumimoji="0" lang="en-US" altLang="en-US" sz="2000" b="0" i="0" u="none" strike="noStrike" cap="none" normalizeH="0" baseline="0">
                <a:ln>
                  <a:noFill/>
                </a:ln>
                <a:effectLst/>
              </a:rPr>
              <a:t> The service was good.</a:t>
            </a: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rPr>
              <a:t>Modified:</a:t>
            </a:r>
            <a:r>
              <a:rPr kumimoji="0" lang="en-US" altLang="en-US" sz="2000" b="0" i="0" u="none" strike="noStrike" cap="none" normalizeH="0" baseline="0">
                <a:ln>
                  <a:noFill/>
                </a:ln>
                <a:effectLst/>
              </a:rPr>
              <a:t> The concierge service was exceptionally good.</a:t>
            </a: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rPr>
              <a:t>Original:</a:t>
            </a:r>
            <a:r>
              <a:rPr kumimoji="0" lang="en-US" altLang="en-US" sz="2000" b="0" i="0" u="none" strike="noStrike" cap="none" normalizeH="0" baseline="0">
                <a:ln>
                  <a:noFill/>
                </a:ln>
                <a:effectLst/>
              </a:rPr>
              <a:t> The staff is friendly.</a:t>
            </a: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rPr>
              <a:t>Modified:</a:t>
            </a:r>
            <a:r>
              <a:rPr kumimoji="0" lang="en-US" altLang="en-US" sz="2000" b="0" i="0" u="none" strike="noStrike" cap="none" normalizeH="0" baseline="0">
                <a:ln>
                  <a:noFill/>
                </a:ln>
                <a:effectLst/>
              </a:rPr>
              <a:t> The hotel staff is extremely friendly and welcoming.</a:t>
            </a:r>
          </a:p>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2883854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37B087-0DE8-8EEE-AB7E-075331480560}"/>
              </a:ext>
            </a:extLst>
          </p:cNvPr>
          <p:cNvSpPr>
            <a:spLocks noGrp="1"/>
          </p:cNvSpPr>
          <p:nvPr>
            <p:ph type="title"/>
          </p:nvPr>
        </p:nvSpPr>
        <p:spPr/>
        <p:txBody>
          <a:bodyPr/>
          <a:lstStyle/>
          <a:p>
            <a:r>
              <a:rPr lang="en-GB" b="1" dirty="0"/>
              <a:t>Suffixes and Modifiers</a:t>
            </a:r>
            <a:endParaRPr lang="en-GB" dirty="0"/>
          </a:p>
        </p:txBody>
      </p:sp>
      <p:graphicFrame>
        <p:nvGraphicFramePr>
          <p:cNvPr id="5" name="Content Placeholder 2">
            <a:extLst>
              <a:ext uri="{FF2B5EF4-FFF2-40B4-BE49-F238E27FC236}">
                <a16:creationId xmlns:a16="http://schemas.microsoft.com/office/drawing/2014/main" xmlns="" id="{6A2E1D4D-B632-AAD2-C27F-3D6AD8A49947}"/>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5320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xmlns="" id="{3ECBE1F1-D69B-4AFA-ABD5-8E41720EF6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arge skydiving group mid-air">
            <a:extLst>
              <a:ext uri="{FF2B5EF4-FFF2-40B4-BE49-F238E27FC236}">
                <a16:creationId xmlns:a16="http://schemas.microsoft.com/office/drawing/2014/main" xmlns="" id="{C504668E-4EE9-8C6B-9EE9-21A4AA6F13C8}"/>
              </a:ext>
            </a:extLst>
          </p:cNvPr>
          <p:cNvPicPr>
            <a:picLocks noChangeAspect="1"/>
          </p:cNvPicPr>
          <p:nvPr/>
        </p:nvPicPr>
        <p:blipFill rotWithShape="1">
          <a:blip r:embed="rId2"/>
          <a:srcRect l="24353" r="23186"/>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xmlns="" id="{603A6265-E10C-4B85-9C20-E75FCAF9CC6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BA21D36-DC1F-720D-4CE4-17D1D75CEAA1}"/>
              </a:ext>
            </a:extLst>
          </p:cNvPr>
          <p:cNvSpPr>
            <a:spLocks noGrp="1"/>
          </p:cNvSpPr>
          <p:nvPr>
            <p:ph type="title"/>
          </p:nvPr>
        </p:nvSpPr>
        <p:spPr>
          <a:xfrm>
            <a:off x="6115317" y="405685"/>
            <a:ext cx="5464968" cy="1559301"/>
          </a:xfrm>
        </p:spPr>
        <p:txBody>
          <a:bodyPr>
            <a:normAutofit/>
          </a:bodyPr>
          <a:lstStyle/>
          <a:p>
            <a:r>
              <a:rPr lang="en-GB" sz="4000"/>
              <a:t>Freer practice</a:t>
            </a:r>
          </a:p>
        </p:txBody>
      </p:sp>
      <p:sp>
        <p:nvSpPr>
          <p:cNvPr id="3" name="Content Placeholder 2">
            <a:extLst>
              <a:ext uri="{FF2B5EF4-FFF2-40B4-BE49-F238E27FC236}">
                <a16:creationId xmlns:a16="http://schemas.microsoft.com/office/drawing/2014/main" xmlns="" id="{460AF8E3-6927-36FD-EC46-D47D97A827EB}"/>
              </a:ext>
            </a:extLst>
          </p:cNvPr>
          <p:cNvSpPr>
            <a:spLocks noGrp="1"/>
          </p:cNvSpPr>
          <p:nvPr>
            <p:ph idx="1"/>
          </p:nvPr>
        </p:nvSpPr>
        <p:spPr>
          <a:xfrm>
            <a:off x="6115317" y="2743200"/>
            <a:ext cx="5247340" cy="3496878"/>
          </a:xfrm>
        </p:spPr>
        <p:txBody>
          <a:bodyPr anchor="ctr">
            <a:normAutofit fontScale="92500" lnSpcReduction="10000"/>
          </a:bodyPr>
          <a:lstStyle/>
          <a:p>
            <a:r>
              <a:rPr lang="en-GB" sz="1600"/>
              <a:t>Role play calling customer service for an imaginary service you have received.  Use modifiers, adjectives, the impersonal passive and, ‘be supposed to’.</a:t>
            </a:r>
          </a:p>
          <a:p>
            <a:endParaRPr lang="en-GB" sz="1600"/>
          </a:p>
          <a:p>
            <a:r>
              <a:rPr lang="en-GB" sz="1600"/>
              <a:t>Hint</a:t>
            </a:r>
          </a:p>
          <a:p>
            <a:r>
              <a:rPr lang="en-GB" sz="1600"/>
              <a:t>It might be easier to complain about the services:</a:t>
            </a:r>
          </a:p>
          <a:p>
            <a:endParaRPr lang="en-GB" sz="1600"/>
          </a:p>
          <a:p>
            <a:r>
              <a:rPr lang="en-GB" sz="1600"/>
              <a:t>Example;</a:t>
            </a:r>
            <a:r>
              <a:rPr lang="en-GB" sz="1600" i="1"/>
              <a:t> It is said that the service at the hotel is unreliable, and the staff are not supposed to be unhelpful or rude, yet we encountered several unprofessional employees who were surprisingly dismissive of our needs.</a:t>
            </a:r>
          </a:p>
        </p:txBody>
      </p:sp>
    </p:spTree>
    <p:extLst>
      <p:ext uri="{BB962C8B-B14F-4D97-AF65-F5344CB8AC3E}">
        <p14:creationId xmlns:p14="http://schemas.microsoft.com/office/powerpoint/2010/main" val="2785428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99D1EA-DB20-6CB9-85F7-C5CFA11BDA2D}"/>
              </a:ext>
            </a:extLst>
          </p:cNvPr>
          <p:cNvSpPr>
            <a:spLocks noGrp="1"/>
          </p:cNvSpPr>
          <p:nvPr>
            <p:ph type="title"/>
          </p:nvPr>
        </p:nvSpPr>
        <p:spPr/>
        <p:txBody>
          <a:bodyPr/>
          <a:lstStyle/>
          <a:p>
            <a:r>
              <a:rPr lang="en-GB" dirty="0"/>
              <a:t>Delayed feedback</a:t>
            </a:r>
          </a:p>
        </p:txBody>
      </p:sp>
      <p:sp>
        <p:nvSpPr>
          <p:cNvPr id="3" name="Content Placeholder 2">
            <a:extLst>
              <a:ext uri="{FF2B5EF4-FFF2-40B4-BE49-F238E27FC236}">
                <a16:creationId xmlns:a16="http://schemas.microsoft.com/office/drawing/2014/main" xmlns="" id="{81D09F7F-834E-B33C-0815-10828AA1AC78}"/>
              </a:ext>
            </a:extLst>
          </p:cNvPr>
          <p:cNvSpPr>
            <a:spLocks noGrp="1"/>
          </p:cNvSpPr>
          <p:nvPr>
            <p:ph idx="1"/>
          </p:nvPr>
        </p:nvSpPr>
        <p:spPr/>
        <p:txBody>
          <a:bodyPr/>
          <a:lstStyle/>
          <a:p>
            <a:endParaRPr lang="en-GB" dirty="0"/>
          </a:p>
        </p:txBody>
      </p:sp>
      <p:pic>
        <p:nvPicPr>
          <p:cNvPr id="5" name="Picture 4">
            <a:extLst>
              <a:ext uri="{FF2B5EF4-FFF2-40B4-BE49-F238E27FC236}">
                <a16:creationId xmlns:a16="http://schemas.microsoft.com/office/drawing/2014/main" xmlns="" id="{2593A1C4-3CC2-5629-E19D-497E6801685C}"/>
              </a:ext>
            </a:extLst>
          </p:cNvPr>
          <p:cNvPicPr>
            <a:picLocks noChangeAspect="1"/>
          </p:cNvPicPr>
          <p:nvPr/>
        </p:nvPicPr>
        <p:blipFill>
          <a:blip r:embed="rId2"/>
          <a:stretch>
            <a:fillRect/>
          </a:stretch>
        </p:blipFill>
        <p:spPr>
          <a:xfrm>
            <a:off x="9934575" y="466725"/>
            <a:ext cx="1638300" cy="762000"/>
          </a:xfrm>
          <a:prstGeom prst="rect">
            <a:avLst/>
          </a:prstGeom>
        </p:spPr>
      </p:pic>
      <p:sp>
        <p:nvSpPr>
          <p:cNvPr id="7" name="TextBox 6">
            <a:extLst>
              <a:ext uri="{FF2B5EF4-FFF2-40B4-BE49-F238E27FC236}">
                <a16:creationId xmlns:a16="http://schemas.microsoft.com/office/drawing/2014/main" xmlns="" id="{F41E4A39-2301-C33C-FC73-F570A998F1CD}"/>
              </a:ext>
            </a:extLst>
          </p:cNvPr>
          <p:cNvSpPr txBox="1"/>
          <p:nvPr/>
        </p:nvSpPr>
        <p:spPr>
          <a:xfrm>
            <a:off x="238125" y="6308209"/>
            <a:ext cx="6096000" cy="369332"/>
          </a:xfrm>
          <a:prstGeom prst="rect">
            <a:avLst/>
          </a:prstGeom>
          <a:noFill/>
        </p:spPr>
        <p:txBody>
          <a:bodyPr wrap="square">
            <a:spAutoFit/>
          </a:bodyPr>
          <a:lstStyle/>
          <a:p>
            <a:pPr marL="0" marR="0" indent="0" algn="l" rtl="0" eaLnBrk="1" fontAlgn="auto" latinLnBrk="0" hangingPunct="1">
              <a:spcBef>
                <a:spcPts val="0"/>
              </a:spcBef>
              <a:spcAft>
                <a:spcPts val="0"/>
              </a:spcAft>
            </a:pPr>
            <a:r>
              <a:rPr lang="en-GB" dirty="0" err="1">
                <a:solidFill>
                  <a:srgbClr val="898989"/>
                </a:solidFill>
                <a:latin typeface="Calibri" panose="020F0502020204030204" pitchFamily="34" charset="0"/>
              </a:rPr>
              <a:t>t</a:t>
            </a:r>
            <a:r>
              <a:rPr lang="en-GB" sz="1800" b="0" i="0" kern="1200" spc="0" baseline="0" dirty="0" err="1">
                <a:ln>
                  <a:noFill/>
                </a:ln>
                <a:solidFill>
                  <a:srgbClr val="898989"/>
                </a:solidFill>
                <a:effectLst/>
                <a:latin typeface="Calibri" panose="020F0502020204030204" pitchFamily="34" charset="0"/>
                <a:ea typeface="+mn-ea"/>
                <a:cs typeface="+mn-cs"/>
              </a:rPr>
              <a:t>uSpeaking</a:t>
            </a:r>
            <a:r>
              <a:rPr lang="en-GB" sz="1800" b="0" i="0" kern="1200" spc="0" baseline="0" dirty="0">
                <a:ln>
                  <a:noFill/>
                </a:ln>
                <a:solidFill>
                  <a:srgbClr val="898989"/>
                </a:solidFill>
                <a:effectLst/>
                <a:latin typeface="Calibri" panose="020F0502020204030204" pitchFamily="34" charset="0"/>
                <a:ea typeface="+mn-ea"/>
                <a:cs typeface="+mn-cs"/>
              </a:rPr>
              <a:t> 2024,  All rights reserved</a:t>
            </a:r>
            <a:endParaRPr lang="en-GB" dirty="0">
              <a:effectLst/>
            </a:endParaRPr>
          </a:p>
        </p:txBody>
      </p:sp>
    </p:spTree>
    <p:extLst>
      <p:ext uri="{BB962C8B-B14F-4D97-AF65-F5344CB8AC3E}">
        <p14:creationId xmlns:p14="http://schemas.microsoft.com/office/powerpoint/2010/main" val="1523058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271</TotalTime>
  <Words>882</Words>
  <Application>Microsoft Office PowerPoint</Application>
  <PresentationFormat>Panorámica</PresentationFormat>
  <Paragraphs>109</Paragraphs>
  <Slides>15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Aptos</vt:lpstr>
      <vt:lpstr>Aptos Display</vt:lpstr>
      <vt:lpstr>Arial</vt:lpstr>
      <vt:lpstr>Calibri</vt:lpstr>
      <vt:lpstr>Office Theme</vt:lpstr>
      <vt:lpstr>Services</vt:lpstr>
      <vt:lpstr>Warm up</vt:lpstr>
      <vt:lpstr>Brainstorm some more examples:</vt:lpstr>
      <vt:lpstr>Impersonal Passive Voice</vt:lpstr>
      <vt:lpstr>Examples of Impersonal Passive in Services</vt:lpstr>
      <vt:lpstr> Practice Exercise: Impersonal Passive</vt:lpstr>
      <vt:lpstr>Be Supposed To Be / Not Be Supposed To Be</vt:lpstr>
      <vt:lpstr>Differentiating Meanings in Service Context</vt:lpstr>
      <vt:lpstr>Practice Exercise: Be Supposed To</vt:lpstr>
      <vt:lpstr>Suffixes and Modifiers in Describing Services</vt:lpstr>
      <vt:lpstr>Suffixes and Modifiers in Describing Services</vt:lpstr>
      <vt:lpstr>Using Modifiers for Clarity in Services</vt:lpstr>
      <vt:lpstr>Suffixes and Modifiers</vt:lpstr>
      <vt:lpstr>Freer practice</vt:lpstr>
      <vt:lpstr>Delayed feedback</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dc:title>
  <dc:creator>Clarke, Theodore James Dalgliesh</dc:creator>
  <cp:lastModifiedBy>JaviRo</cp:lastModifiedBy>
  <cp:revision>20</cp:revision>
  <dcterms:created xsi:type="dcterms:W3CDTF">2024-05-27T11:38:08Z</dcterms:created>
  <dcterms:modified xsi:type="dcterms:W3CDTF">2025-01-02T10:26:44Z</dcterms:modified>
</cp:coreProperties>
</file>