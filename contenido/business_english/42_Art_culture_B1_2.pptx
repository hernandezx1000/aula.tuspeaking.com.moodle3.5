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4" r:id="rId8"/>
    <p:sldId id="275" r:id="rId9"/>
    <p:sldId id="272" r:id="rId10"/>
    <p:sldId id="273" r:id="rId11"/>
    <p:sldId id="276" r:id="rId12"/>
    <p:sldId id="277" r:id="rId13"/>
    <p:sldId id="278" r:id="rId14"/>
    <p:sldId id="279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CE4D2B-241D-4749-8336-C5ACA6EC07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5BAB253-1F63-418E-85FC-E5AB99C7BC96}">
      <dgm:prSet/>
      <dgm:spPr/>
      <dgm:t>
        <a:bodyPr/>
        <a:lstStyle/>
        <a:p>
          <a:r>
            <a:rPr lang="en-US" b="0" i="0" baseline="0"/>
            <a:t>The art gallery had ___ visitors last weekend. (Answer: </a:t>
          </a:r>
          <a:r>
            <a:rPr lang="en-US" b="1" i="0" baseline="0"/>
            <a:t>few</a:t>
          </a:r>
          <a:r>
            <a:rPr lang="en-US" b="0" i="0" baseline="0"/>
            <a:t>)</a:t>
          </a:r>
          <a:endParaRPr lang="en-US"/>
        </a:p>
      </dgm:t>
    </dgm:pt>
    <dgm:pt modelId="{5631B879-6179-426B-8C1D-7590A3ED0DAB}" type="parTrans" cxnId="{842EFFB0-0C4E-4D8C-B5E3-B76A00E40575}">
      <dgm:prSet/>
      <dgm:spPr/>
      <dgm:t>
        <a:bodyPr/>
        <a:lstStyle/>
        <a:p>
          <a:endParaRPr lang="en-US"/>
        </a:p>
      </dgm:t>
    </dgm:pt>
    <dgm:pt modelId="{482CF698-AD1A-4E38-BD68-9D642FB4AEA9}" type="sibTrans" cxnId="{842EFFB0-0C4E-4D8C-B5E3-B76A00E40575}">
      <dgm:prSet/>
      <dgm:spPr/>
      <dgm:t>
        <a:bodyPr/>
        <a:lstStyle/>
        <a:p>
          <a:endParaRPr lang="en-US"/>
        </a:p>
      </dgm:t>
    </dgm:pt>
    <dgm:pt modelId="{21AA699F-9E2E-4390-BE92-E2FA4CC85443}">
      <dgm:prSet/>
      <dgm:spPr/>
      <dgm:t>
        <a:bodyPr/>
        <a:lstStyle/>
        <a:p>
          <a:r>
            <a:rPr lang="en-US" b="0" i="0" baseline="0"/>
            <a:t>There are ___ art festivals in the city next month. (Answer: </a:t>
          </a:r>
          <a:r>
            <a:rPr lang="en-US" b="1" i="0" baseline="0"/>
            <a:t>a few</a:t>
          </a:r>
          <a:r>
            <a:rPr lang="en-US" b="0" i="0" baseline="0"/>
            <a:t>)</a:t>
          </a:r>
          <a:endParaRPr lang="en-US"/>
        </a:p>
      </dgm:t>
    </dgm:pt>
    <dgm:pt modelId="{C8CC1F55-DD96-41F5-B55B-F9B0285A682A}" type="parTrans" cxnId="{427E532D-F1C8-4EF0-8F61-8D3E4213F304}">
      <dgm:prSet/>
      <dgm:spPr/>
      <dgm:t>
        <a:bodyPr/>
        <a:lstStyle/>
        <a:p>
          <a:endParaRPr lang="en-US"/>
        </a:p>
      </dgm:t>
    </dgm:pt>
    <dgm:pt modelId="{C37E7FD9-A1A1-4DA6-B894-9C965E70F44F}" type="sibTrans" cxnId="{427E532D-F1C8-4EF0-8F61-8D3E4213F304}">
      <dgm:prSet/>
      <dgm:spPr/>
      <dgm:t>
        <a:bodyPr/>
        <a:lstStyle/>
        <a:p>
          <a:endParaRPr lang="en-US"/>
        </a:p>
      </dgm:t>
    </dgm:pt>
    <dgm:pt modelId="{A2441FEB-1C8A-4909-A8D8-3934E73CE9DF}">
      <dgm:prSet/>
      <dgm:spPr/>
      <dgm:t>
        <a:bodyPr/>
        <a:lstStyle/>
        <a:p>
          <a:r>
            <a:rPr lang="en-US" b="0" i="0" baseline="0"/>
            <a:t>We have ___ time to enjoy the museum before it closes. (Answer: </a:t>
          </a:r>
          <a:r>
            <a:rPr lang="en-US" b="1" i="0" baseline="0"/>
            <a:t>a little</a:t>
          </a:r>
          <a:r>
            <a:rPr lang="en-US" b="0" i="0" baseline="0"/>
            <a:t>)</a:t>
          </a:r>
          <a:endParaRPr lang="en-US"/>
        </a:p>
      </dgm:t>
    </dgm:pt>
    <dgm:pt modelId="{260B4902-002C-4F77-BAF5-0A617782EDB1}" type="parTrans" cxnId="{A4047264-F141-44F0-9407-19D70E5C929A}">
      <dgm:prSet/>
      <dgm:spPr/>
      <dgm:t>
        <a:bodyPr/>
        <a:lstStyle/>
        <a:p>
          <a:endParaRPr lang="en-US"/>
        </a:p>
      </dgm:t>
    </dgm:pt>
    <dgm:pt modelId="{3AC0A2B2-27FD-4D83-BE52-345366FDE736}" type="sibTrans" cxnId="{A4047264-F141-44F0-9407-19D70E5C929A}">
      <dgm:prSet/>
      <dgm:spPr/>
      <dgm:t>
        <a:bodyPr/>
        <a:lstStyle/>
        <a:p>
          <a:endParaRPr lang="en-US"/>
        </a:p>
      </dgm:t>
    </dgm:pt>
    <dgm:pt modelId="{059C0490-650C-48F6-B6ED-D3BB8433B045}">
      <dgm:prSet/>
      <dgm:spPr/>
      <dgm:t>
        <a:bodyPr/>
        <a:lstStyle/>
        <a:p>
          <a:r>
            <a:rPr lang="en-US" b="0" i="0" baseline="0"/>
            <a:t>The museum receives ___ government support, which makes it hard to maintain exhibitions. (Answer: </a:t>
          </a:r>
          <a:r>
            <a:rPr lang="en-US" b="1" i="0" baseline="0"/>
            <a:t>little</a:t>
          </a:r>
          <a:r>
            <a:rPr lang="en-US" b="0" i="0" baseline="0"/>
            <a:t>) </a:t>
          </a:r>
          <a:endParaRPr lang="en-US"/>
        </a:p>
      </dgm:t>
    </dgm:pt>
    <dgm:pt modelId="{4902CFA7-9B55-425E-9BA3-32E4E7584542}" type="parTrans" cxnId="{00846FC6-A5C9-4E77-92A5-2BE86087719C}">
      <dgm:prSet/>
      <dgm:spPr/>
      <dgm:t>
        <a:bodyPr/>
        <a:lstStyle/>
        <a:p>
          <a:endParaRPr lang="en-US"/>
        </a:p>
      </dgm:t>
    </dgm:pt>
    <dgm:pt modelId="{E20B7E7C-778D-424F-B545-20A459F211BA}" type="sibTrans" cxnId="{00846FC6-A5C9-4E77-92A5-2BE86087719C}">
      <dgm:prSet/>
      <dgm:spPr/>
      <dgm:t>
        <a:bodyPr/>
        <a:lstStyle/>
        <a:p>
          <a:endParaRPr lang="en-US"/>
        </a:p>
      </dgm:t>
    </dgm:pt>
    <dgm:pt modelId="{40804AEA-A6F0-49D8-8CCF-4A78F7B6B483}" type="pres">
      <dgm:prSet presAssocID="{BDCE4D2B-241D-4749-8336-C5ACA6EC0702}" presName="root" presStyleCnt="0">
        <dgm:presLayoutVars>
          <dgm:dir/>
          <dgm:resizeHandles val="exact"/>
        </dgm:presLayoutVars>
      </dgm:prSet>
      <dgm:spPr/>
    </dgm:pt>
    <dgm:pt modelId="{78123FAF-D943-4EDA-89A2-3C773396733A}" type="pres">
      <dgm:prSet presAssocID="{F5BAB253-1F63-418E-85FC-E5AB99C7BC96}" presName="compNode" presStyleCnt="0"/>
      <dgm:spPr/>
    </dgm:pt>
    <dgm:pt modelId="{826DEC62-745F-45B8-BC80-06091BFF61C1}" type="pres">
      <dgm:prSet presAssocID="{F5BAB253-1F63-418E-85FC-E5AB99C7BC96}" presName="bgRect" presStyleLbl="bgShp" presStyleIdx="0" presStyleCnt="4"/>
      <dgm:spPr/>
    </dgm:pt>
    <dgm:pt modelId="{ADC84196-34A7-46AB-AC72-8EC6251D8319}" type="pres">
      <dgm:prSet presAssocID="{F5BAB253-1F63-418E-85FC-E5AB99C7BC9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tterfly"/>
        </a:ext>
      </dgm:extLst>
    </dgm:pt>
    <dgm:pt modelId="{91F057DE-B2FF-4600-8010-A66A205152AF}" type="pres">
      <dgm:prSet presAssocID="{F5BAB253-1F63-418E-85FC-E5AB99C7BC96}" presName="spaceRect" presStyleCnt="0"/>
      <dgm:spPr/>
    </dgm:pt>
    <dgm:pt modelId="{E6484301-4F84-40DF-A74F-13752F8A8850}" type="pres">
      <dgm:prSet presAssocID="{F5BAB253-1F63-418E-85FC-E5AB99C7BC96}" presName="parTx" presStyleLbl="revTx" presStyleIdx="0" presStyleCnt="4">
        <dgm:presLayoutVars>
          <dgm:chMax val="0"/>
          <dgm:chPref val="0"/>
        </dgm:presLayoutVars>
      </dgm:prSet>
      <dgm:spPr/>
    </dgm:pt>
    <dgm:pt modelId="{6C09D392-C548-437D-A760-BA93E0BD1EAB}" type="pres">
      <dgm:prSet presAssocID="{482CF698-AD1A-4E38-BD68-9D642FB4AEA9}" presName="sibTrans" presStyleCnt="0"/>
      <dgm:spPr/>
    </dgm:pt>
    <dgm:pt modelId="{10A5BD42-FE70-4B2F-B896-1D345C7B2DE5}" type="pres">
      <dgm:prSet presAssocID="{21AA699F-9E2E-4390-BE92-E2FA4CC85443}" presName="compNode" presStyleCnt="0"/>
      <dgm:spPr/>
    </dgm:pt>
    <dgm:pt modelId="{5C3F79B6-08B4-4986-9A47-1BD44769893B}" type="pres">
      <dgm:prSet presAssocID="{21AA699F-9E2E-4390-BE92-E2FA4CC85443}" presName="bgRect" presStyleLbl="bgShp" presStyleIdx="1" presStyleCnt="4"/>
      <dgm:spPr/>
    </dgm:pt>
    <dgm:pt modelId="{7BD58A7B-0371-4CC5-A45D-DF06FCC400E1}" type="pres">
      <dgm:prSet presAssocID="{21AA699F-9E2E-4390-BE92-E2FA4CC854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stive Lantern"/>
        </a:ext>
      </dgm:extLst>
    </dgm:pt>
    <dgm:pt modelId="{2BC25F78-16F5-4470-8830-D31AB48B1E3E}" type="pres">
      <dgm:prSet presAssocID="{21AA699F-9E2E-4390-BE92-E2FA4CC85443}" presName="spaceRect" presStyleCnt="0"/>
      <dgm:spPr/>
    </dgm:pt>
    <dgm:pt modelId="{4F0E8045-6809-431C-9A6E-D7F6C70A9694}" type="pres">
      <dgm:prSet presAssocID="{21AA699F-9E2E-4390-BE92-E2FA4CC85443}" presName="parTx" presStyleLbl="revTx" presStyleIdx="1" presStyleCnt="4">
        <dgm:presLayoutVars>
          <dgm:chMax val="0"/>
          <dgm:chPref val="0"/>
        </dgm:presLayoutVars>
      </dgm:prSet>
      <dgm:spPr/>
    </dgm:pt>
    <dgm:pt modelId="{0FC575A1-E15F-44A4-BBE6-27CD65A10382}" type="pres">
      <dgm:prSet presAssocID="{C37E7FD9-A1A1-4DA6-B894-9C965E70F44F}" presName="sibTrans" presStyleCnt="0"/>
      <dgm:spPr/>
    </dgm:pt>
    <dgm:pt modelId="{EC13F5F4-7273-4AA3-BB3F-885FDEAC4086}" type="pres">
      <dgm:prSet presAssocID="{A2441FEB-1C8A-4909-A8D8-3934E73CE9DF}" presName="compNode" presStyleCnt="0"/>
      <dgm:spPr/>
    </dgm:pt>
    <dgm:pt modelId="{2C893BE1-DEFE-47FE-8D53-60A531704D7B}" type="pres">
      <dgm:prSet presAssocID="{A2441FEB-1C8A-4909-A8D8-3934E73CE9DF}" presName="bgRect" presStyleLbl="bgShp" presStyleIdx="2" presStyleCnt="4"/>
      <dgm:spPr/>
    </dgm:pt>
    <dgm:pt modelId="{D66A581E-7AFD-47FA-B8E0-CA9FF2C72771}" type="pres">
      <dgm:prSet presAssocID="{A2441FEB-1C8A-4909-A8D8-3934E73CE9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F2D53050-5DD7-46FC-9CB3-267205257F0B}" type="pres">
      <dgm:prSet presAssocID="{A2441FEB-1C8A-4909-A8D8-3934E73CE9DF}" presName="spaceRect" presStyleCnt="0"/>
      <dgm:spPr/>
    </dgm:pt>
    <dgm:pt modelId="{4BDB7AD5-5622-409D-8E5E-5340CB4AB894}" type="pres">
      <dgm:prSet presAssocID="{A2441FEB-1C8A-4909-A8D8-3934E73CE9DF}" presName="parTx" presStyleLbl="revTx" presStyleIdx="2" presStyleCnt="4">
        <dgm:presLayoutVars>
          <dgm:chMax val="0"/>
          <dgm:chPref val="0"/>
        </dgm:presLayoutVars>
      </dgm:prSet>
      <dgm:spPr/>
    </dgm:pt>
    <dgm:pt modelId="{3CF95D5A-AE4F-476C-A15C-464F44FBD6E1}" type="pres">
      <dgm:prSet presAssocID="{3AC0A2B2-27FD-4D83-BE52-345366FDE736}" presName="sibTrans" presStyleCnt="0"/>
      <dgm:spPr/>
    </dgm:pt>
    <dgm:pt modelId="{2E39276C-ECFC-4A80-BB58-72C10E237749}" type="pres">
      <dgm:prSet presAssocID="{059C0490-650C-48F6-B6ED-D3BB8433B045}" presName="compNode" presStyleCnt="0"/>
      <dgm:spPr/>
    </dgm:pt>
    <dgm:pt modelId="{6ABD5E9C-8978-42A1-B540-E1C73D29573B}" type="pres">
      <dgm:prSet presAssocID="{059C0490-650C-48F6-B6ED-D3BB8433B045}" presName="bgRect" presStyleLbl="bgShp" presStyleIdx="3" presStyleCnt="4"/>
      <dgm:spPr/>
    </dgm:pt>
    <dgm:pt modelId="{593A6812-FEDB-4C7B-9D26-03EC53209B56}" type="pres">
      <dgm:prSet presAssocID="{059C0490-650C-48F6-B6ED-D3BB8433B0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7927F75-3224-4508-8FB1-9B9C36833A7D}" type="pres">
      <dgm:prSet presAssocID="{059C0490-650C-48F6-B6ED-D3BB8433B045}" presName="spaceRect" presStyleCnt="0"/>
      <dgm:spPr/>
    </dgm:pt>
    <dgm:pt modelId="{78B7B533-B224-4997-91B5-20AE0E860C57}" type="pres">
      <dgm:prSet presAssocID="{059C0490-650C-48F6-B6ED-D3BB8433B04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4747128-FD64-4656-AEE7-133E102E1925}" type="presOf" srcId="{BDCE4D2B-241D-4749-8336-C5ACA6EC0702}" destId="{40804AEA-A6F0-49D8-8CCF-4A78F7B6B483}" srcOrd="0" destOrd="0" presId="urn:microsoft.com/office/officeart/2018/2/layout/IconVerticalSolidList"/>
    <dgm:cxn modelId="{427E532D-F1C8-4EF0-8F61-8D3E4213F304}" srcId="{BDCE4D2B-241D-4749-8336-C5ACA6EC0702}" destId="{21AA699F-9E2E-4390-BE92-E2FA4CC85443}" srcOrd="1" destOrd="0" parTransId="{C8CC1F55-DD96-41F5-B55B-F9B0285A682A}" sibTransId="{C37E7FD9-A1A1-4DA6-B894-9C965E70F44F}"/>
    <dgm:cxn modelId="{6F98422F-38B4-4783-A7BB-156CC19B28C3}" type="presOf" srcId="{F5BAB253-1F63-418E-85FC-E5AB99C7BC96}" destId="{E6484301-4F84-40DF-A74F-13752F8A8850}" srcOrd="0" destOrd="0" presId="urn:microsoft.com/office/officeart/2018/2/layout/IconVerticalSolidList"/>
    <dgm:cxn modelId="{DCB12C41-0580-4722-AA5A-86B58E25859E}" type="presOf" srcId="{21AA699F-9E2E-4390-BE92-E2FA4CC85443}" destId="{4F0E8045-6809-431C-9A6E-D7F6C70A9694}" srcOrd="0" destOrd="0" presId="urn:microsoft.com/office/officeart/2018/2/layout/IconVerticalSolidList"/>
    <dgm:cxn modelId="{A4047264-F141-44F0-9407-19D70E5C929A}" srcId="{BDCE4D2B-241D-4749-8336-C5ACA6EC0702}" destId="{A2441FEB-1C8A-4909-A8D8-3934E73CE9DF}" srcOrd="2" destOrd="0" parTransId="{260B4902-002C-4F77-BAF5-0A617782EDB1}" sibTransId="{3AC0A2B2-27FD-4D83-BE52-345366FDE736}"/>
    <dgm:cxn modelId="{C05A9A6C-856A-4BD7-BED9-5107F135251E}" type="presOf" srcId="{059C0490-650C-48F6-B6ED-D3BB8433B045}" destId="{78B7B533-B224-4997-91B5-20AE0E860C57}" srcOrd="0" destOrd="0" presId="urn:microsoft.com/office/officeart/2018/2/layout/IconVerticalSolidList"/>
    <dgm:cxn modelId="{842EFFB0-0C4E-4D8C-B5E3-B76A00E40575}" srcId="{BDCE4D2B-241D-4749-8336-C5ACA6EC0702}" destId="{F5BAB253-1F63-418E-85FC-E5AB99C7BC96}" srcOrd="0" destOrd="0" parTransId="{5631B879-6179-426B-8C1D-7590A3ED0DAB}" sibTransId="{482CF698-AD1A-4E38-BD68-9D642FB4AEA9}"/>
    <dgm:cxn modelId="{00846FC6-A5C9-4E77-92A5-2BE86087719C}" srcId="{BDCE4D2B-241D-4749-8336-C5ACA6EC0702}" destId="{059C0490-650C-48F6-B6ED-D3BB8433B045}" srcOrd="3" destOrd="0" parTransId="{4902CFA7-9B55-425E-9BA3-32E4E7584542}" sibTransId="{E20B7E7C-778D-424F-B545-20A459F211BA}"/>
    <dgm:cxn modelId="{189F15E5-F4CD-4122-ACFB-D9C00CC359A5}" type="presOf" srcId="{A2441FEB-1C8A-4909-A8D8-3934E73CE9DF}" destId="{4BDB7AD5-5622-409D-8E5E-5340CB4AB894}" srcOrd="0" destOrd="0" presId="urn:microsoft.com/office/officeart/2018/2/layout/IconVerticalSolidList"/>
    <dgm:cxn modelId="{76BAF794-9C52-499F-8C43-7EEBDDD2F301}" type="presParOf" srcId="{40804AEA-A6F0-49D8-8CCF-4A78F7B6B483}" destId="{78123FAF-D943-4EDA-89A2-3C773396733A}" srcOrd="0" destOrd="0" presId="urn:microsoft.com/office/officeart/2018/2/layout/IconVerticalSolidList"/>
    <dgm:cxn modelId="{F84274D9-BD42-42C6-AACE-C4FDAD8CA769}" type="presParOf" srcId="{78123FAF-D943-4EDA-89A2-3C773396733A}" destId="{826DEC62-745F-45B8-BC80-06091BFF61C1}" srcOrd="0" destOrd="0" presId="urn:microsoft.com/office/officeart/2018/2/layout/IconVerticalSolidList"/>
    <dgm:cxn modelId="{572172C6-19A4-4AFF-BC2F-39A5E4496722}" type="presParOf" srcId="{78123FAF-D943-4EDA-89A2-3C773396733A}" destId="{ADC84196-34A7-46AB-AC72-8EC6251D8319}" srcOrd="1" destOrd="0" presId="urn:microsoft.com/office/officeart/2018/2/layout/IconVerticalSolidList"/>
    <dgm:cxn modelId="{196F4F81-CF5F-4557-B856-AB7B148C64D4}" type="presParOf" srcId="{78123FAF-D943-4EDA-89A2-3C773396733A}" destId="{91F057DE-B2FF-4600-8010-A66A205152AF}" srcOrd="2" destOrd="0" presId="urn:microsoft.com/office/officeart/2018/2/layout/IconVerticalSolidList"/>
    <dgm:cxn modelId="{27BF7B81-2CA6-46AE-A2F8-B2D2DF570B94}" type="presParOf" srcId="{78123FAF-D943-4EDA-89A2-3C773396733A}" destId="{E6484301-4F84-40DF-A74F-13752F8A8850}" srcOrd="3" destOrd="0" presId="urn:microsoft.com/office/officeart/2018/2/layout/IconVerticalSolidList"/>
    <dgm:cxn modelId="{3FDF13A4-E7E1-4577-B93D-C15FEE510AD2}" type="presParOf" srcId="{40804AEA-A6F0-49D8-8CCF-4A78F7B6B483}" destId="{6C09D392-C548-437D-A760-BA93E0BD1EAB}" srcOrd="1" destOrd="0" presId="urn:microsoft.com/office/officeart/2018/2/layout/IconVerticalSolidList"/>
    <dgm:cxn modelId="{E663D2D4-2F1E-41D9-B367-AE991B58E1BE}" type="presParOf" srcId="{40804AEA-A6F0-49D8-8CCF-4A78F7B6B483}" destId="{10A5BD42-FE70-4B2F-B896-1D345C7B2DE5}" srcOrd="2" destOrd="0" presId="urn:microsoft.com/office/officeart/2018/2/layout/IconVerticalSolidList"/>
    <dgm:cxn modelId="{80524D9E-3B82-4BD5-9AD5-BDE7206E31BD}" type="presParOf" srcId="{10A5BD42-FE70-4B2F-B896-1D345C7B2DE5}" destId="{5C3F79B6-08B4-4986-9A47-1BD44769893B}" srcOrd="0" destOrd="0" presId="urn:microsoft.com/office/officeart/2018/2/layout/IconVerticalSolidList"/>
    <dgm:cxn modelId="{6D13CFB2-1EB3-4F25-A511-CE7E965FE38D}" type="presParOf" srcId="{10A5BD42-FE70-4B2F-B896-1D345C7B2DE5}" destId="{7BD58A7B-0371-4CC5-A45D-DF06FCC400E1}" srcOrd="1" destOrd="0" presId="urn:microsoft.com/office/officeart/2018/2/layout/IconVerticalSolidList"/>
    <dgm:cxn modelId="{71089A91-1322-402D-96F9-558D67CEEF04}" type="presParOf" srcId="{10A5BD42-FE70-4B2F-B896-1D345C7B2DE5}" destId="{2BC25F78-16F5-4470-8830-D31AB48B1E3E}" srcOrd="2" destOrd="0" presId="urn:microsoft.com/office/officeart/2018/2/layout/IconVerticalSolidList"/>
    <dgm:cxn modelId="{809FE7B4-B28E-4B88-B20F-344FEF2B8D0F}" type="presParOf" srcId="{10A5BD42-FE70-4B2F-B896-1D345C7B2DE5}" destId="{4F0E8045-6809-431C-9A6E-D7F6C70A9694}" srcOrd="3" destOrd="0" presId="urn:microsoft.com/office/officeart/2018/2/layout/IconVerticalSolidList"/>
    <dgm:cxn modelId="{F9C545D3-2292-41B7-96C7-1BC41C3BFA1C}" type="presParOf" srcId="{40804AEA-A6F0-49D8-8CCF-4A78F7B6B483}" destId="{0FC575A1-E15F-44A4-BBE6-27CD65A10382}" srcOrd="3" destOrd="0" presId="urn:microsoft.com/office/officeart/2018/2/layout/IconVerticalSolidList"/>
    <dgm:cxn modelId="{E0A9159F-AC21-42AE-A8AC-5459444F15B7}" type="presParOf" srcId="{40804AEA-A6F0-49D8-8CCF-4A78F7B6B483}" destId="{EC13F5F4-7273-4AA3-BB3F-885FDEAC4086}" srcOrd="4" destOrd="0" presId="urn:microsoft.com/office/officeart/2018/2/layout/IconVerticalSolidList"/>
    <dgm:cxn modelId="{2C740861-6170-4B16-8620-9F3B9E6042F0}" type="presParOf" srcId="{EC13F5F4-7273-4AA3-BB3F-885FDEAC4086}" destId="{2C893BE1-DEFE-47FE-8D53-60A531704D7B}" srcOrd="0" destOrd="0" presId="urn:microsoft.com/office/officeart/2018/2/layout/IconVerticalSolidList"/>
    <dgm:cxn modelId="{65213137-8E44-4761-AE51-A77F2ACFB02F}" type="presParOf" srcId="{EC13F5F4-7273-4AA3-BB3F-885FDEAC4086}" destId="{D66A581E-7AFD-47FA-B8E0-CA9FF2C72771}" srcOrd="1" destOrd="0" presId="urn:microsoft.com/office/officeart/2018/2/layout/IconVerticalSolidList"/>
    <dgm:cxn modelId="{C3F5D119-7818-4EB1-AD84-50EDD3D3EA18}" type="presParOf" srcId="{EC13F5F4-7273-4AA3-BB3F-885FDEAC4086}" destId="{F2D53050-5DD7-46FC-9CB3-267205257F0B}" srcOrd="2" destOrd="0" presId="urn:microsoft.com/office/officeart/2018/2/layout/IconVerticalSolidList"/>
    <dgm:cxn modelId="{E14090E7-F69C-4481-97E9-2EFC0931521F}" type="presParOf" srcId="{EC13F5F4-7273-4AA3-BB3F-885FDEAC4086}" destId="{4BDB7AD5-5622-409D-8E5E-5340CB4AB894}" srcOrd="3" destOrd="0" presId="urn:microsoft.com/office/officeart/2018/2/layout/IconVerticalSolidList"/>
    <dgm:cxn modelId="{F4546281-0227-4769-96AF-89C3DA7BF27F}" type="presParOf" srcId="{40804AEA-A6F0-49D8-8CCF-4A78F7B6B483}" destId="{3CF95D5A-AE4F-476C-A15C-464F44FBD6E1}" srcOrd="5" destOrd="0" presId="urn:microsoft.com/office/officeart/2018/2/layout/IconVerticalSolidList"/>
    <dgm:cxn modelId="{25903281-F345-4445-8F0D-4543175E9D2A}" type="presParOf" srcId="{40804AEA-A6F0-49D8-8CCF-4A78F7B6B483}" destId="{2E39276C-ECFC-4A80-BB58-72C10E237749}" srcOrd="6" destOrd="0" presId="urn:microsoft.com/office/officeart/2018/2/layout/IconVerticalSolidList"/>
    <dgm:cxn modelId="{A02511CD-ACA0-46ED-ADEF-B340763CF076}" type="presParOf" srcId="{2E39276C-ECFC-4A80-BB58-72C10E237749}" destId="{6ABD5E9C-8978-42A1-B540-E1C73D29573B}" srcOrd="0" destOrd="0" presId="urn:microsoft.com/office/officeart/2018/2/layout/IconVerticalSolidList"/>
    <dgm:cxn modelId="{988C3EE8-7BB6-499D-8E0B-8F7FAA9EC5A7}" type="presParOf" srcId="{2E39276C-ECFC-4A80-BB58-72C10E237749}" destId="{593A6812-FEDB-4C7B-9D26-03EC53209B56}" srcOrd="1" destOrd="0" presId="urn:microsoft.com/office/officeart/2018/2/layout/IconVerticalSolidList"/>
    <dgm:cxn modelId="{0929FCC5-2983-40AE-A9DF-D1C14E9B25B0}" type="presParOf" srcId="{2E39276C-ECFC-4A80-BB58-72C10E237749}" destId="{87927F75-3224-4508-8FB1-9B9C36833A7D}" srcOrd="2" destOrd="0" presId="urn:microsoft.com/office/officeart/2018/2/layout/IconVerticalSolidList"/>
    <dgm:cxn modelId="{C14178A2-9CFD-4660-B0B9-AAD25D272B53}" type="presParOf" srcId="{2E39276C-ECFC-4A80-BB58-72C10E237749}" destId="{78B7B533-B224-4997-91B5-20AE0E860C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C29EEF-A6E6-416A-AFDE-97563C6F47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8C763DE-9B86-4EBE-B4B4-D7B34D68E137}">
      <dgm:prSet/>
      <dgm:spPr/>
      <dgm:t>
        <a:bodyPr/>
        <a:lstStyle/>
        <a:p>
          <a:r>
            <a:rPr lang="en-US" b="0" i="0" baseline="0"/>
            <a:t>____ wants to miss the opening night at the theater. (Answer: </a:t>
          </a:r>
          <a:r>
            <a:rPr lang="en-US" b="1" i="0" baseline="0"/>
            <a:t>Nobody</a:t>
          </a:r>
          <a:r>
            <a:rPr lang="en-US" b="0" i="0" baseline="0"/>
            <a:t>)</a:t>
          </a:r>
          <a:endParaRPr lang="en-US"/>
        </a:p>
      </dgm:t>
    </dgm:pt>
    <dgm:pt modelId="{B32D3FD3-48C8-40D0-AA69-CD55EB8A7EEF}" type="parTrans" cxnId="{1EAC2836-68D0-4977-8AA5-074A8E21DED4}">
      <dgm:prSet/>
      <dgm:spPr/>
      <dgm:t>
        <a:bodyPr/>
        <a:lstStyle/>
        <a:p>
          <a:endParaRPr lang="en-US"/>
        </a:p>
      </dgm:t>
    </dgm:pt>
    <dgm:pt modelId="{82F9B40B-95C1-4B5F-B98D-1E66363B7472}" type="sibTrans" cxnId="{1EAC2836-68D0-4977-8AA5-074A8E21DED4}">
      <dgm:prSet/>
      <dgm:spPr/>
      <dgm:t>
        <a:bodyPr/>
        <a:lstStyle/>
        <a:p>
          <a:endParaRPr lang="en-US"/>
        </a:p>
      </dgm:t>
    </dgm:pt>
    <dgm:pt modelId="{76EDBA97-BE9A-405B-BF8D-783099D303B4}">
      <dgm:prSet/>
      <dgm:spPr/>
      <dgm:t>
        <a:bodyPr/>
        <a:lstStyle/>
        <a:p>
          <a:r>
            <a:rPr lang="en-US" b="0" i="0" baseline="0"/>
            <a:t>Art can be seen ____ around the world. (Answer: </a:t>
          </a:r>
          <a:r>
            <a:rPr lang="en-US" b="1" i="0" baseline="0"/>
            <a:t>everywhere</a:t>
          </a:r>
          <a:r>
            <a:rPr lang="en-US" b="0" i="0" baseline="0"/>
            <a:t>)</a:t>
          </a:r>
          <a:endParaRPr lang="en-US"/>
        </a:p>
      </dgm:t>
    </dgm:pt>
    <dgm:pt modelId="{98D7B20F-23F4-48D4-92DE-949280E201F7}" type="parTrans" cxnId="{0C44D0B9-C01D-4398-8DF7-3AEE43703512}">
      <dgm:prSet/>
      <dgm:spPr/>
      <dgm:t>
        <a:bodyPr/>
        <a:lstStyle/>
        <a:p>
          <a:endParaRPr lang="en-US"/>
        </a:p>
      </dgm:t>
    </dgm:pt>
    <dgm:pt modelId="{EA9AE864-55F7-4DB1-972B-803C4ADB8101}" type="sibTrans" cxnId="{0C44D0B9-C01D-4398-8DF7-3AEE43703512}">
      <dgm:prSet/>
      <dgm:spPr/>
      <dgm:t>
        <a:bodyPr/>
        <a:lstStyle/>
        <a:p>
          <a:endParaRPr lang="en-US"/>
        </a:p>
      </dgm:t>
    </dgm:pt>
    <dgm:pt modelId="{D61995F5-BCD0-4535-93D7-D35FB52D92B1}">
      <dgm:prSet/>
      <dgm:spPr/>
      <dgm:t>
        <a:bodyPr/>
        <a:lstStyle/>
        <a:p>
          <a:r>
            <a:rPr lang="en-US" b="0" i="0" baseline="0"/>
            <a:t>____ should feel excluded from public art events. (Answer: </a:t>
          </a:r>
          <a:r>
            <a:rPr lang="en-US" b="1" i="0" baseline="0"/>
            <a:t>Nobody</a:t>
          </a:r>
          <a:r>
            <a:rPr lang="en-US" b="0" i="0" baseline="0"/>
            <a:t>)</a:t>
          </a:r>
          <a:endParaRPr lang="en-US"/>
        </a:p>
      </dgm:t>
    </dgm:pt>
    <dgm:pt modelId="{F4B5C91F-AE44-4BF8-B79A-20223AAA0BEE}" type="parTrans" cxnId="{7362A7F5-E358-4C34-B062-4A160DCAD802}">
      <dgm:prSet/>
      <dgm:spPr/>
      <dgm:t>
        <a:bodyPr/>
        <a:lstStyle/>
        <a:p>
          <a:endParaRPr lang="en-US"/>
        </a:p>
      </dgm:t>
    </dgm:pt>
    <dgm:pt modelId="{0C74A8B0-607E-4D80-BFF0-8EA171741332}" type="sibTrans" cxnId="{7362A7F5-E358-4C34-B062-4A160DCAD802}">
      <dgm:prSet/>
      <dgm:spPr/>
      <dgm:t>
        <a:bodyPr/>
        <a:lstStyle/>
        <a:p>
          <a:endParaRPr lang="en-US"/>
        </a:p>
      </dgm:t>
    </dgm:pt>
    <dgm:pt modelId="{54B0547F-566E-488B-B908-1BD420840C5D}">
      <dgm:prSet/>
      <dgm:spPr/>
      <dgm:t>
        <a:bodyPr/>
        <a:lstStyle/>
        <a:p>
          <a:r>
            <a:rPr lang="en-US" b="0" i="0" baseline="0"/>
            <a:t>____ in the neighborhood knows about the festival. (Answer: </a:t>
          </a:r>
          <a:r>
            <a:rPr lang="en-US" b="1" i="0" baseline="0"/>
            <a:t>Everybody</a:t>
          </a:r>
          <a:r>
            <a:rPr lang="en-US" b="0" i="0" baseline="0"/>
            <a:t>) </a:t>
          </a:r>
          <a:endParaRPr lang="en-US"/>
        </a:p>
      </dgm:t>
    </dgm:pt>
    <dgm:pt modelId="{4CF75D92-285A-488F-851F-16E2DB645E72}" type="parTrans" cxnId="{FB566187-CD02-441C-8A27-5CA4421BE378}">
      <dgm:prSet/>
      <dgm:spPr/>
      <dgm:t>
        <a:bodyPr/>
        <a:lstStyle/>
        <a:p>
          <a:endParaRPr lang="en-US"/>
        </a:p>
      </dgm:t>
    </dgm:pt>
    <dgm:pt modelId="{25187FA8-204A-426F-BB56-4B7312253515}" type="sibTrans" cxnId="{FB566187-CD02-441C-8A27-5CA4421BE378}">
      <dgm:prSet/>
      <dgm:spPr/>
      <dgm:t>
        <a:bodyPr/>
        <a:lstStyle/>
        <a:p>
          <a:endParaRPr lang="en-US"/>
        </a:p>
      </dgm:t>
    </dgm:pt>
    <dgm:pt modelId="{B2F52014-71D4-4ED4-91EE-19E5363497B1}" type="pres">
      <dgm:prSet presAssocID="{0AC29EEF-A6E6-416A-AFDE-97563C6F472E}" presName="root" presStyleCnt="0">
        <dgm:presLayoutVars>
          <dgm:dir/>
          <dgm:resizeHandles val="exact"/>
        </dgm:presLayoutVars>
      </dgm:prSet>
      <dgm:spPr/>
    </dgm:pt>
    <dgm:pt modelId="{CD8D5806-E704-4B19-B51F-B450B12D3814}" type="pres">
      <dgm:prSet presAssocID="{A8C763DE-9B86-4EBE-B4B4-D7B34D68E137}" presName="compNode" presStyleCnt="0"/>
      <dgm:spPr/>
    </dgm:pt>
    <dgm:pt modelId="{C7CFF357-0201-4171-896C-2A46C9ACA620}" type="pres">
      <dgm:prSet presAssocID="{A8C763DE-9B86-4EBE-B4B4-D7B34D68E137}" presName="bgRect" presStyleLbl="bgShp" presStyleIdx="0" presStyleCnt="4"/>
      <dgm:spPr/>
    </dgm:pt>
    <dgm:pt modelId="{473537CC-8D71-4450-8E31-CB00A963F3F5}" type="pres">
      <dgm:prSet presAssocID="{A8C763DE-9B86-4EBE-B4B4-D7B34D68E1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D9FB78D0-414B-41B5-8EEF-5918D6E99764}" type="pres">
      <dgm:prSet presAssocID="{A8C763DE-9B86-4EBE-B4B4-D7B34D68E137}" presName="spaceRect" presStyleCnt="0"/>
      <dgm:spPr/>
    </dgm:pt>
    <dgm:pt modelId="{542658A7-AD97-4F2E-8CC4-371B0388167C}" type="pres">
      <dgm:prSet presAssocID="{A8C763DE-9B86-4EBE-B4B4-D7B34D68E137}" presName="parTx" presStyleLbl="revTx" presStyleIdx="0" presStyleCnt="4">
        <dgm:presLayoutVars>
          <dgm:chMax val="0"/>
          <dgm:chPref val="0"/>
        </dgm:presLayoutVars>
      </dgm:prSet>
      <dgm:spPr/>
    </dgm:pt>
    <dgm:pt modelId="{825E6D67-2013-4FFA-B18C-D1F76FCAA54E}" type="pres">
      <dgm:prSet presAssocID="{82F9B40B-95C1-4B5F-B98D-1E66363B7472}" presName="sibTrans" presStyleCnt="0"/>
      <dgm:spPr/>
    </dgm:pt>
    <dgm:pt modelId="{DA2E7510-B8C9-4DE9-B19F-86CDB2ED3C2C}" type="pres">
      <dgm:prSet presAssocID="{76EDBA97-BE9A-405B-BF8D-783099D303B4}" presName="compNode" presStyleCnt="0"/>
      <dgm:spPr/>
    </dgm:pt>
    <dgm:pt modelId="{A1289D37-DC82-4B2C-BA8A-A3E6D7848A0A}" type="pres">
      <dgm:prSet presAssocID="{76EDBA97-BE9A-405B-BF8D-783099D303B4}" presName="bgRect" presStyleLbl="bgShp" presStyleIdx="1" presStyleCnt="4"/>
      <dgm:spPr/>
    </dgm:pt>
    <dgm:pt modelId="{4F593B14-AA7C-49E3-A13A-BB4E31616345}" type="pres">
      <dgm:prSet presAssocID="{76EDBA97-BE9A-405B-BF8D-783099D303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ADC629E3-A20D-4D0E-B63A-C6BCB07B5D35}" type="pres">
      <dgm:prSet presAssocID="{76EDBA97-BE9A-405B-BF8D-783099D303B4}" presName="spaceRect" presStyleCnt="0"/>
      <dgm:spPr/>
    </dgm:pt>
    <dgm:pt modelId="{B2419B64-DC7E-4863-8D0C-D85FD37041DD}" type="pres">
      <dgm:prSet presAssocID="{76EDBA97-BE9A-405B-BF8D-783099D303B4}" presName="parTx" presStyleLbl="revTx" presStyleIdx="1" presStyleCnt="4">
        <dgm:presLayoutVars>
          <dgm:chMax val="0"/>
          <dgm:chPref val="0"/>
        </dgm:presLayoutVars>
      </dgm:prSet>
      <dgm:spPr/>
    </dgm:pt>
    <dgm:pt modelId="{B19C002E-B752-446E-B775-22A2B3C17D09}" type="pres">
      <dgm:prSet presAssocID="{EA9AE864-55F7-4DB1-972B-803C4ADB8101}" presName="sibTrans" presStyleCnt="0"/>
      <dgm:spPr/>
    </dgm:pt>
    <dgm:pt modelId="{E60956AC-9858-4474-8084-19FA2CC07507}" type="pres">
      <dgm:prSet presAssocID="{D61995F5-BCD0-4535-93D7-D35FB52D92B1}" presName="compNode" presStyleCnt="0"/>
      <dgm:spPr/>
    </dgm:pt>
    <dgm:pt modelId="{9EE08BF5-4240-46F8-A6B3-D885AEA516CA}" type="pres">
      <dgm:prSet presAssocID="{D61995F5-BCD0-4535-93D7-D35FB52D92B1}" presName="bgRect" presStyleLbl="bgShp" presStyleIdx="2" presStyleCnt="4"/>
      <dgm:spPr/>
    </dgm:pt>
    <dgm:pt modelId="{4E998837-51CD-4D84-95CD-975A349998CD}" type="pres">
      <dgm:prSet presAssocID="{D61995F5-BCD0-4535-93D7-D35FB52D92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vil Face Outline"/>
        </a:ext>
      </dgm:extLst>
    </dgm:pt>
    <dgm:pt modelId="{FBA4255D-4470-4C6C-AE83-690587D76801}" type="pres">
      <dgm:prSet presAssocID="{D61995F5-BCD0-4535-93D7-D35FB52D92B1}" presName="spaceRect" presStyleCnt="0"/>
      <dgm:spPr/>
    </dgm:pt>
    <dgm:pt modelId="{214C0932-904B-452B-879F-BBD761EDB89D}" type="pres">
      <dgm:prSet presAssocID="{D61995F5-BCD0-4535-93D7-D35FB52D92B1}" presName="parTx" presStyleLbl="revTx" presStyleIdx="2" presStyleCnt="4">
        <dgm:presLayoutVars>
          <dgm:chMax val="0"/>
          <dgm:chPref val="0"/>
        </dgm:presLayoutVars>
      </dgm:prSet>
      <dgm:spPr/>
    </dgm:pt>
    <dgm:pt modelId="{7EA29A3D-C64C-4FAC-B528-9ECF80E9FB85}" type="pres">
      <dgm:prSet presAssocID="{0C74A8B0-607E-4D80-BFF0-8EA171741332}" presName="sibTrans" presStyleCnt="0"/>
      <dgm:spPr/>
    </dgm:pt>
    <dgm:pt modelId="{9971EC63-B4B9-4A25-AB19-EC1A3E676ED5}" type="pres">
      <dgm:prSet presAssocID="{54B0547F-566E-488B-B908-1BD420840C5D}" presName="compNode" presStyleCnt="0"/>
      <dgm:spPr/>
    </dgm:pt>
    <dgm:pt modelId="{072A7713-4813-433C-9520-DBAB9D02A9C3}" type="pres">
      <dgm:prSet presAssocID="{54B0547F-566E-488B-B908-1BD420840C5D}" presName="bgRect" presStyleLbl="bgShp" presStyleIdx="3" presStyleCnt="4"/>
      <dgm:spPr/>
    </dgm:pt>
    <dgm:pt modelId="{856ABD6E-31DF-4A16-86F4-93EF212D7880}" type="pres">
      <dgm:prSet presAssocID="{54B0547F-566E-488B-B908-1BD420840C5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nny Face Outline"/>
        </a:ext>
      </dgm:extLst>
    </dgm:pt>
    <dgm:pt modelId="{E4CC34F4-DCB8-4129-A869-D819157A8DE4}" type="pres">
      <dgm:prSet presAssocID="{54B0547F-566E-488B-B908-1BD420840C5D}" presName="spaceRect" presStyleCnt="0"/>
      <dgm:spPr/>
    </dgm:pt>
    <dgm:pt modelId="{405AF688-1B2C-4130-8AEF-B6DDA4FAA778}" type="pres">
      <dgm:prSet presAssocID="{54B0547F-566E-488B-B908-1BD420840C5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9C98132-3CD0-4460-BAB7-67EB77E831F4}" type="presOf" srcId="{0AC29EEF-A6E6-416A-AFDE-97563C6F472E}" destId="{B2F52014-71D4-4ED4-91EE-19E5363497B1}" srcOrd="0" destOrd="0" presId="urn:microsoft.com/office/officeart/2018/2/layout/IconVerticalSolidList"/>
    <dgm:cxn modelId="{1EAC2836-68D0-4977-8AA5-074A8E21DED4}" srcId="{0AC29EEF-A6E6-416A-AFDE-97563C6F472E}" destId="{A8C763DE-9B86-4EBE-B4B4-D7B34D68E137}" srcOrd="0" destOrd="0" parTransId="{B32D3FD3-48C8-40D0-AA69-CD55EB8A7EEF}" sibTransId="{82F9B40B-95C1-4B5F-B98D-1E66363B7472}"/>
    <dgm:cxn modelId="{CE876B47-CA77-4DB0-A770-10D08A55A13C}" type="presOf" srcId="{54B0547F-566E-488B-B908-1BD420840C5D}" destId="{405AF688-1B2C-4130-8AEF-B6DDA4FAA778}" srcOrd="0" destOrd="0" presId="urn:microsoft.com/office/officeart/2018/2/layout/IconVerticalSolidList"/>
    <dgm:cxn modelId="{5FEEEF67-2B91-42CD-AD29-FD7506FA6A87}" type="presOf" srcId="{D61995F5-BCD0-4535-93D7-D35FB52D92B1}" destId="{214C0932-904B-452B-879F-BBD761EDB89D}" srcOrd="0" destOrd="0" presId="urn:microsoft.com/office/officeart/2018/2/layout/IconVerticalSolidList"/>
    <dgm:cxn modelId="{64CC9179-A589-4817-B7C7-43BF8FE7A7D5}" type="presOf" srcId="{A8C763DE-9B86-4EBE-B4B4-D7B34D68E137}" destId="{542658A7-AD97-4F2E-8CC4-371B0388167C}" srcOrd="0" destOrd="0" presId="urn:microsoft.com/office/officeart/2018/2/layout/IconVerticalSolidList"/>
    <dgm:cxn modelId="{FB566187-CD02-441C-8A27-5CA4421BE378}" srcId="{0AC29EEF-A6E6-416A-AFDE-97563C6F472E}" destId="{54B0547F-566E-488B-B908-1BD420840C5D}" srcOrd="3" destOrd="0" parTransId="{4CF75D92-285A-488F-851F-16E2DB645E72}" sibTransId="{25187FA8-204A-426F-BB56-4B7312253515}"/>
    <dgm:cxn modelId="{0C44D0B9-C01D-4398-8DF7-3AEE43703512}" srcId="{0AC29EEF-A6E6-416A-AFDE-97563C6F472E}" destId="{76EDBA97-BE9A-405B-BF8D-783099D303B4}" srcOrd="1" destOrd="0" parTransId="{98D7B20F-23F4-48D4-92DE-949280E201F7}" sibTransId="{EA9AE864-55F7-4DB1-972B-803C4ADB8101}"/>
    <dgm:cxn modelId="{442DC9C2-5F06-43FC-AB5B-68B1D542A268}" type="presOf" srcId="{76EDBA97-BE9A-405B-BF8D-783099D303B4}" destId="{B2419B64-DC7E-4863-8D0C-D85FD37041DD}" srcOrd="0" destOrd="0" presId="urn:microsoft.com/office/officeart/2018/2/layout/IconVerticalSolidList"/>
    <dgm:cxn modelId="{7362A7F5-E358-4C34-B062-4A160DCAD802}" srcId="{0AC29EEF-A6E6-416A-AFDE-97563C6F472E}" destId="{D61995F5-BCD0-4535-93D7-D35FB52D92B1}" srcOrd="2" destOrd="0" parTransId="{F4B5C91F-AE44-4BF8-B79A-20223AAA0BEE}" sibTransId="{0C74A8B0-607E-4D80-BFF0-8EA171741332}"/>
    <dgm:cxn modelId="{AC2A498A-98F1-4129-868C-50E7F50AF769}" type="presParOf" srcId="{B2F52014-71D4-4ED4-91EE-19E5363497B1}" destId="{CD8D5806-E704-4B19-B51F-B450B12D3814}" srcOrd="0" destOrd="0" presId="urn:microsoft.com/office/officeart/2018/2/layout/IconVerticalSolidList"/>
    <dgm:cxn modelId="{688F1B9F-04D0-4360-A118-E2C75B8EB446}" type="presParOf" srcId="{CD8D5806-E704-4B19-B51F-B450B12D3814}" destId="{C7CFF357-0201-4171-896C-2A46C9ACA620}" srcOrd="0" destOrd="0" presId="urn:microsoft.com/office/officeart/2018/2/layout/IconVerticalSolidList"/>
    <dgm:cxn modelId="{5868079D-A903-4246-BC27-FE45C39636C8}" type="presParOf" srcId="{CD8D5806-E704-4B19-B51F-B450B12D3814}" destId="{473537CC-8D71-4450-8E31-CB00A963F3F5}" srcOrd="1" destOrd="0" presId="urn:microsoft.com/office/officeart/2018/2/layout/IconVerticalSolidList"/>
    <dgm:cxn modelId="{4AFA6C04-0BB9-48BF-9BF4-94E6E2BECF96}" type="presParOf" srcId="{CD8D5806-E704-4B19-B51F-B450B12D3814}" destId="{D9FB78D0-414B-41B5-8EEF-5918D6E99764}" srcOrd="2" destOrd="0" presId="urn:microsoft.com/office/officeart/2018/2/layout/IconVerticalSolidList"/>
    <dgm:cxn modelId="{793F5347-80B2-405E-AA0B-CB1CDE198BE7}" type="presParOf" srcId="{CD8D5806-E704-4B19-B51F-B450B12D3814}" destId="{542658A7-AD97-4F2E-8CC4-371B0388167C}" srcOrd="3" destOrd="0" presId="urn:microsoft.com/office/officeart/2018/2/layout/IconVerticalSolidList"/>
    <dgm:cxn modelId="{F994CE7A-C4F8-4CA3-81E2-BB984F479CEC}" type="presParOf" srcId="{B2F52014-71D4-4ED4-91EE-19E5363497B1}" destId="{825E6D67-2013-4FFA-B18C-D1F76FCAA54E}" srcOrd="1" destOrd="0" presId="urn:microsoft.com/office/officeart/2018/2/layout/IconVerticalSolidList"/>
    <dgm:cxn modelId="{63B5087C-34B1-45ED-9A6F-A24F0DFBA6C9}" type="presParOf" srcId="{B2F52014-71D4-4ED4-91EE-19E5363497B1}" destId="{DA2E7510-B8C9-4DE9-B19F-86CDB2ED3C2C}" srcOrd="2" destOrd="0" presId="urn:microsoft.com/office/officeart/2018/2/layout/IconVerticalSolidList"/>
    <dgm:cxn modelId="{2DBFD4F9-4431-4911-A89E-C27C25241502}" type="presParOf" srcId="{DA2E7510-B8C9-4DE9-B19F-86CDB2ED3C2C}" destId="{A1289D37-DC82-4B2C-BA8A-A3E6D7848A0A}" srcOrd="0" destOrd="0" presId="urn:microsoft.com/office/officeart/2018/2/layout/IconVerticalSolidList"/>
    <dgm:cxn modelId="{AB75E0E6-5FBA-4A6F-8DE0-E96901121FB4}" type="presParOf" srcId="{DA2E7510-B8C9-4DE9-B19F-86CDB2ED3C2C}" destId="{4F593B14-AA7C-49E3-A13A-BB4E31616345}" srcOrd="1" destOrd="0" presId="urn:microsoft.com/office/officeart/2018/2/layout/IconVerticalSolidList"/>
    <dgm:cxn modelId="{7BBA51F2-D64C-431C-898C-75BF8A59FF4B}" type="presParOf" srcId="{DA2E7510-B8C9-4DE9-B19F-86CDB2ED3C2C}" destId="{ADC629E3-A20D-4D0E-B63A-C6BCB07B5D35}" srcOrd="2" destOrd="0" presId="urn:microsoft.com/office/officeart/2018/2/layout/IconVerticalSolidList"/>
    <dgm:cxn modelId="{5ACC1074-2C15-4608-8396-A46AA7266641}" type="presParOf" srcId="{DA2E7510-B8C9-4DE9-B19F-86CDB2ED3C2C}" destId="{B2419B64-DC7E-4863-8D0C-D85FD37041DD}" srcOrd="3" destOrd="0" presId="urn:microsoft.com/office/officeart/2018/2/layout/IconVerticalSolidList"/>
    <dgm:cxn modelId="{692F013F-7B22-4697-A18F-D6CFF95CCAED}" type="presParOf" srcId="{B2F52014-71D4-4ED4-91EE-19E5363497B1}" destId="{B19C002E-B752-446E-B775-22A2B3C17D09}" srcOrd="3" destOrd="0" presId="urn:microsoft.com/office/officeart/2018/2/layout/IconVerticalSolidList"/>
    <dgm:cxn modelId="{18F298C1-1E8C-4FE7-8C1E-5F1FFCFAE605}" type="presParOf" srcId="{B2F52014-71D4-4ED4-91EE-19E5363497B1}" destId="{E60956AC-9858-4474-8084-19FA2CC07507}" srcOrd="4" destOrd="0" presId="urn:microsoft.com/office/officeart/2018/2/layout/IconVerticalSolidList"/>
    <dgm:cxn modelId="{2CA68F36-8F42-4847-BEFC-60701E09F5CD}" type="presParOf" srcId="{E60956AC-9858-4474-8084-19FA2CC07507}" destId="{9EE08BF5-4240-46F8-A6B3-D885AEA516CA}" srcOrd="0" destOrd="0" presId="urn:microsoft.com/office/officeart/2018/2/layout/IconVerticalSolidList"/>
    <dgm:cxn modelId="{4C306570-3E64-432C-9BAF-1F527F9B8C01}" type="presParOf" srcId="{E60956AC-9858-4474-8084-19FA2CC07507}" destId="{4E998837-51CD-4D84-95CD-975A349998CD}" srcOrd="1" destOrd="0" presId="urn:microsoft.com/office/officeart/2018/2/layout/IconVerticalSolidList"/>
    <dgm:cxn modelId="{4503ACA7-D1CD-44D5-830B-6E11A75EA832}" type="presParOf" srcId="{E60956AC-9858-4474-8084-19FA2CC07507}" destId="{FBA4255D-4470-4C6C-AE83-690587D76801}" srcOrd="2" destOrd="0" presId="urn:microsoft.com/office/officeart/2018/2/layout/IconVerticalSolidList"/>
    <dgm:cxn modelId="{8CE18271-8973-4387-B1CC-8E4784348834}" type="presParOf" srcId="{E60956AC-9858-4474-8084-19FA2CC07507}" destId="{214C0932-904B-452B-879F-BBD761EDB89D}" srcOrd="3" destOrd="0" presId="urn:microsoft.com/office/officeart/2018/2/layout/IconVerticalSolidList"/>
    <dgm:cxn modelId="{7347DDD7-EF1A-40A6-9D8B-7C8DC9682B6D}" type="presParOf" srcId="{B2F52014-71D4-4ED4-91EE-19E5363497B1}" destId="{7EA29A3D-C64C-4FAC-B528-9ECF80E9FB85}" srcOrd="5" destOrd="0" presId="urn:microsoft.com/office/officeart/2018/2/layout/IconVerticalSolidList"/>
    <dgm:cxn modelId="{D95049A4-BCFC-4718-A4FC-5BD4F3881863}" type="presParOf" srcId="{B2F52014-71D4-4ED4-91EE-19E5363497B1}" destId="{9971EC63-B4B9-4A25-AB19-EC1A3E676ED5}" srcOrd="6" destOrd="0" presId="urn:microsoft.com/office/officeart/2018/2/layout/IconVerticalSolidList"/>
    <dgm:cxn modelId="{F99109B1-0054-492F-A33F-88A6AACD8437}" type="presParOf" srcId="{9971EC63-B4B9-4A25-AB19-EC1A3E676ED5}" destId="{072A7713-4813-433C-9520-DBAB9D02A9C3}" srcOrd="0" destOrd="0" presId="urn:microsoft.com/office/officeart/2018/2/layout/IconVerticalSolidList"/>
    <dgm:cxn modelId="{2742FC0F-A22D-4D18-9259-569B88E8BAAC}" type="presParOf" srcId="{9971EC63-B4B9-4A25-AB19-EC1A3E676ED5}" destId="{856ABD6E-31DF-4A16-86F4-93EF212D7880}" srcOrd="1" destOrd="0" presId="urn:microsoft.com/office/officeart/2018/2/layout/IconVerticalSolidList"/>
    <dgm:cxn modelId="{7370140B-C811-4A08-B365-519E9DE65DF4}" type="presParOf" srcId="{9971EC63-B4B9-4A25-AB19-EC1A3E676ED5}" destId="{E4CC34F4-DCB8-4129-A869-D819157A8DE4}" srcOrd="2" destOrd="0" presId="urn:microsoft.com/office/officeart/2018/2/layout/IconVerticalSolidList"/>
    <dgm:cxn modelId="{3016554A-CE74-4F9D-BB08-64EBD2A33C00}" type="presParOf" srcId="{9971EC63-B4B9-4A25-AB19-EC1A3E676ED5}" destId="{405AF688-1B2C-4130-8AEF-B6DDA4FAA7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3CADE3-B603-4F3B-AE66-E62C1E8AF71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3A08FF-14A3-4388-A030-7F0BB3545C6C}">
      <dgm:prSet/>
      <dgm:spPr/>
      <dgm:t>
        <a:bodyPr/>
        <a:lstStyle/>
        <a:p>
          <a:r>
            <a:rPr lang="en-US" b="0" i="0" baseline="0"/>
            <a:t>There are only ___ seats left for the play. (Answer: </a:t>
          </a:r>
          <a:r>
            <a:rPr lang="en-US" b="1" i="0" baseline="0"/>
            <a:t>a few</a:t>
          </a:r>
          <a:r>
            <a:rPr lang="en-US" b="0" i="0" baseline="0"/>
            <a:t>)</a:t>
          </a:r>
          <a:endParaRPr lang="en-US"/>
        </a:p>
      </dgm:t>
    </dgm:pt>
    <dgm:pt modelId="{2AE24ACE-7ABA-4366-BEFF-A47456AED642}" type="parTrans" cxnId="{B4D2E931-6B29-412C-BA82-5E1321DAE799}">
      <dgm:prSet/>
      <dgm:spPr/>
      <dgm:t>
        <a:bodyPr/>
        <a:lstStyle/>
        <a:p>
          <a:endParaRPr lang="en-US"/>
        </a:p>
      </dgm:t>
    </dgm:pt>
    <dgm:pt modelId="{CCC7108B-B0F6-4D3D-A176-4852661B3715}" type="sibTrans" cxnId="{B4D2E931-6B29-412C-BA82-5E1321DAE799}">
      <dgm:prSet/>
      <dgm:spPr/>
      <dgm:t>
        <a:bodyPr/>
        <a:lstStyle/>
        <a:p>
          <a:endParaRPr lang="en-US"/>
        </a:p>
      </dgm:t>
    </dgm:pt>
    <dgm:pt modelId="{541267C1-73BD-41CD-AD48-766AB6343E46}">
      <dgm:prSet/>
      <dgm:spPr/>
      <dgm:t>
        <a:bodyPr/>
        <a:lstStyle/>
        <a:p>
          <a:r>
            <a:rPr lang="en-US" b="0" i="0" baseline="0"/>
            <a:t>____ is invited to join the art workshop. (Answer: </a:t>
          </a:r>
          <a:r>
            <a:rPr lang="en-US" b="1" i="0" baseline="0"/>
            <a:t>Everybody</a:t>
          </a:r>
          <a:r>
            <a:rPr lang="en-US" b="0" i="0" baseline="0"/>
            <a:t>)</a:t>
          </a:r>
          <a:endParaRPr lang="en-US"/>
        </a:p>
      </dgm:t>
    </dgm:pt>
    <dgm:pt modelId="{EFE94497-0FBD-44F3-80E6-1520599F20B9}" type="parTrans" cxnId="{8183AF5A-F345-4269-9960-E362483C7A2B}">
      <dgm:prSet/>
      <dgm:spPr/>
      <dgm:t>
        <a:bodyPr/>
        <a:lstStyle/>
        <a:p>
          <a:endParaRPr lang="en-US"/>
        </a:p>
      </dgm:t>
    </dgm:pt>
    <dgm:pt modelId="{1E2F6954-8B85-4DA1-8C18-45D6B05C08A8}" type="sibTrans" cxnId="{8183AF5A-F345-4269-9960-E362483C7A2B}">
      <dgm:prSet/>
      <dgm:spPr/>
      <dgm:t>
        <a:bodyPr/>
        <a:lstStyle/>
        <a:p>
          <a:endParaRPr lang="en-US"/>
        </a:p>
      </dgm:t>
    </dgm:pt>
    <dgm:pt modelId="{1951B03E-A349-481E-803F-7DC9F714BC74}">
      <dgm:prSet/>
      <dgm:spPr/>
      <dgm:t>
        <a:bodyPr/>
        <a:lstStyle/>
        <a:p>
          <a:r>
            <a:rPr lang="en-US" b="0" i="0" baseline="0"/>
            <a:t>The museum has ___ items from that period. (Answer: </a:t>
          </a:r>
          <a:r>
            <a:rPr lang="en-US" b="1" i="0" baseline="0"/>
            <a:t>few</a:t>
          </a:r>
          <a:r>
            <a:rPr lang="en-US" b="0" i="0" baseline="0"/>
            <a:t>)</a:t>
          </a:r>
          <a:endParaRPr lang="en-US"/>
        </a:p>
      </dgm:t>
    </dgm:pt>
    <dgm:pt modelId="{8B3023F3-9D8E-4CE5-85E3-8DBDF7BD4F8A}" type="parTrans" cxnId="{5BB5BA18-3BEE-436E-AF02-4A333F55CEC5}">
      <dgm:prSet/>
      <dgm:spPr/>
      <dgm:t>
        <a:bodyPr/>
        <a:lstStyle/>
        <a:p>
          <a:endParaRPr lang="en-US"/>
        </a:p>
      </dgm:t>
    </dgm:pt>
    <dgm:pt modelId="{F88F2D54-4199-4517-AB82-1CC07EDA662A}" type="sibTrans" cxnId="{5BB5BA18-3BEE-436E-AF02-4A333F55CEC5}">
      <dgm:prSet/>
      <dgm:spPr/>
      <dgm:t>
        <a:bodyPr/>
        <a:lstStyle/>
        <a:p>
          <a:endParaRPr lang="en-US"/>
        </a:p>
      </dgm:t>
    </dgm:pt>
    <dgm:pt modelId="{E38A64CA-B407-4BE3-8C1C-F60E20F9E63A}">
      <dgm:prSet/>
      <dgm:spPr/>
      <dgm:t>
        <a:bodyPr/>
        <a:lstStyle/>
        <a:p>
          <a:r>
            <a:rPr lang="en-US" b="0" i="0" baseline="0"/>
            <a:t>You will see street art ____ in the downtown area. (Answer: </a:t>
          </a:r>
          <a:r>
            <a:rPr lang="en-US" b="1" i="0" baseline="0"/>
            <a:t>everywhere</a:t>
          </a:r>
          <a:r>
            <a:rPr lang="en-US" b="0" i="0" baseline="0"/>
            <a:t>) </a:t>
          </a:r>
          <a:endParaRPr lang="en-US"/>
        </a:p>
      </dgm:t>
    </dgm:pt>
    <dgm:pt modelId="{5761C1F1-5FC5-4A39-9856-9B0A4CA683CD}" type="parTrans" cxnId="{A8C3FF2D-2A98-44BE-8940-580FF3606B08}">
      <dgm:prSet/>
      <dgm:spPr/>
      <dgm:t>
        <a:bodyPr/>
        <a:lstStyle/>
        <a:p>
          <a:endParaRPr lang="en-US"/>
        </a:p>
      </dgm:t>
    </dgm:pt>
    <dgm:pt modelId="{F4163EAA-F8A7-4D83-BE58-E1E8A4FE1BB7}" type="sibTrans" cxnId="{A8C3FF2D-2A98-44BE-8940-580FF3606B08}">
      <dgm:prSet/>
      <dgm:spPr/>
      <dgm:t>
        <a:bodyPr/>
        <a:lstStyle/>
        <a:p>
          <a:endParaRPr lang="en-US"/>
        </a:p>
      </dgm:t>
    </dgm:pt>
    <dgm:pt modelId="{888BD9ED-701C-46FB-B36E-1572810E36CB}" type="pres">
      <dgm:prSet presAssocID="{023CADE3-B603-4F3B-AE66-E62C1E8AF71F}" presName="vert0" presStyleCnt="0">
        <dgm:presLayoutVars>
          <dgm:dir/>
          <dgm:animOne val="branch"/>
          <dgm:animLvl val="lvl"/>
        </dgm:presLayoutVars>
      </dgm:prSet>
      <dgm:spPr/>
    </dgm:pt>
    <dgm:pt modelId="{201C267E-A0DB-46E5-A606-AEC6906DA38C}" type="pres">
      <dgm:prSet presAssocID="{913A08FF-14A3-4388-A030-7F0BB3545C6C}" presName="thickLine" presStyleLbl="alignNode1" presStyleIdx="0" presStyleCnt="4"/>
      <dgm:spPr/>
    </dgm:pt>
    <dgm:pt modelId="{B7FA020D-73ED-4A15-AE65-4AADA6AD50B5}" type="pres">
      <dgm:prSet presAssocID="{913A08FF-14A3-4388-A030-7F0BB3545C6C}" presName="horz1" presStyleCnt="0"/>
      <dgm:spPr/>
    </dgm:pt>
    <dgm:pt modelId="{F31693BC-1E0A-4A0D-859E-F744D561B543}" type="pres">
      <dgm:prSet presAssocID="{913A08FF-14A3-4388-A030-7F0BB3545C6C}" presName="tx1" presStyleLbl="revTx" presStyleIdx="0" presStyleCnt="4"/>
      <dgm:spPr/>
    </dgm:pt>
    <dgm:pt modelId="{C36AF41A-F640-465B-BB02-6058A99184DA}" type="pres">
      <dgm:prSet presAssocID="{913A08FF-14A3-4388-A030-7F0BB3545C6C}" presName="vert1" presStyleCnt="0"/>
      <dgm:spPr/>
    </dgm:pt>
    <dgm:pt modelId="{AD2B6B68-8738-46E8-8238-5E4BBAEFB448}" type="pres">
      <dgm:prSet presAssocID="{541267C1-73BD-41CD-AD48-766AB6343E46}" presName="thickLine" presStyleLbl="alignNode1" presStyleIdx="1" presStyleCnt="4"/>
      <dgm:spPr/>
    </dgm:pt>
    <dgm:pt modelId="{F7344FB4-30C4-4653-ADBD-3195A9A072B9}" type="pres">
      <dgm:prSet presAssocID="{541267C1-73BD-41CD-AD48-766AB6343E46}" presName="horz1" presStyleCnt="0"/>
      <dgm:spPr/>
    </dgm:pt>
    <dgm:pt modelId="{265B1AB0-2D48-47EC-9676-B1AEE8C405C4}" type="pres">
      <dgm:prSet presAssocID="{541267C1-73BD-41CD-AD48-766AB6343E46}" presName="tx1" presStyleLbl="revTx" presStyleIdx="1" presStyleCnt="4"/>
      <dgm:spPr/>
    </dgm:pt>
    <dgm:pt modelId="{9D899EBC-A6BE-4B9D-9ABB-E5ADC2108311}" type="pres">
      <dgm:prSet presAssocID="{541267C1-73BD-41CD-AD48-766AB6343E46}" presName="vert1" presStyleCnt="0"/>
      <dgm:spPr/>
    </dgm:pt>
    <dgm:pt modelId="{D53DEED9-FF76-43EE-AE99-7385D9B99D79}" type="pres">
      <dgm:prSet presAssocID="{1951B03E-A349-481E-803F-7DC9F714BC74}" presName="thickLine" presStyleLbl="alignNode1" presStyleIdx="2" presStyleCnt="4"/>
      <dgm:spPr/>
    </dgm:pt>
    <dgm:pt modelId="{769BCAD9-1A8D-4F37-B823-B09B0D6C63A3}" type="pres">
      <dgm:prSet presAssocID="{1951B03E-A349-481E-803F-7DC9F714BC74}" presName="horz1" presStyleCnt="0"/>
      <dgm:spPr/>
    </dgm:pt>
    <dgm:pt modelId="{782B5AC0-7661-43D2-812A-BA13FA232251}" type="pres">
      <dgm:prSet presAssocID="{1951B03E-A349-481E-803F-7DC9F714BC74}" presName="tx1" presStyleLbl="revTx" presStyleIdx="2" presStyleCnt="4"/>
      <dgm:spPr/>
    </dgm:pt>
    <dgm:pt modelId="{0B8B5FBC-021D-4CEB-BFE2-882FA673767F}" type="pres">
      <dgm:prSet presAssocID="{1951B03E-A349-481E-803F-7DC9F714BC74}" presName="vert1" presStyleCnt="0"/>
      <dgm:spPr/>
    </dgm:pt>
    <dgm:pt modelId="{49890929-0B27-40B1-B728-2482CF7676EF}" type="pres">
      <dgm:prSet presAssocID="{E38A64CA-B407-4BE3-8C1C-F60E20F9E63A}" presName="thickLine" presStyleLbl="alignNode1" presStyleIdx="3" presStyleCnt="4"/>
      <dgm:spPr/>
    </dgm:pt>
    <dgm:pt modelId="{E5BFFB1E-D89E-485F-84CD-B404FF3DD535}" type="pres">
      <dgm:prSet presAssocID="{E38A64CA-B407-4BE3-8C1C-F60E20F9E63A}" presName="horz1" presStyleCnt="0"/>
      <dgm:spPr/>
    </dgm:pt>
    <dgm:pt modelId="{0009447D-311E-4452-ACA4-19141B9B68A6}" type="pres">
      <dgm:prSet presAssocID="{E38A64CA-B407-4BE3-8C1C-F60E20F9E63A}" presName="tx1" presStyleLbl="revTx" presStyleIdx="3" presStyleCnt="4"/>
      <dgm:spPr/>
    </dgm:pt>
    <dgm:pt modelId="{9B2660EF-4BAD-4DBF-850F-99EEE7FA3130}" type="pres">
      <dgm:prSet presAssocID="{E38A64CA-B407-4BE3-8C1C-F60E20F9E63A}" presName="vert1" presStyleCnt="0"/>
      <dgm:spPr/>
    </dgm:pt>
  </dgm:ptLst>
  <dgm:cxnLst>
    <dgm:cxn modelId="{5BB5BA18-3BEE-436E-AF02-4A333F55CEC5}" srcId="{023CADE3-B603-4F3B-AE66-E62C1E8AF71F}" destId="{1951B03E-A349-481E-803F-7DC9F714BC74}" srcOrd="2" destOrd="0" parTransId="{8B3023F3-9D8E-4CE5-85E3-8DBDF7BD4F8A}" sibTransId="{F88F2D54-4199-4517-AB82-1CC07EDA662A}"/>
    <dgm:cxn modelId="{169DE427-5D88-43C9-8032-BD8E80344728}" type="presOf" srcId="{913A08FF-14A3-4388-A030-7F0BB3545C6C}" destId="{F31693BC-1E0A-4A0D-859E-F744D561B543}" srcOrd="0" destOrd="0" presId="urn:microsoft.com/office/officeart/2008/layout/LinedList"/>
    <dgm:cxn modelId="{A8C3FF2D-2A98-44BE-8940-580FF3606B08}" srcId="{023CADE3-B603-4F3B-AE66-E62C1E8AF71F}" destId="{E38A64CA-B407-4BE3-8C1C-F60E20F9E63A}" srcOrd="3" destOrd="0" parTransId="{5761C1F1-5FC5-4A39-9856-9B0A4CA683CD}" sibTransId="{F4163EAA-F8A7-4D83-BE58-E1E8A4FE1BB7}"/>
    <dgm:cxn modelId="{B4D2E931-6B29-412C-BA82-5E1321DAE799}" srcId="{023CADE3-B603-4F3B-AE66-E62C1E8AF71F}" destId="{913A08FF-14A3-4388-A030-7F0BB3545C6C}" srcOrd="0" destOrd="0" parTransId="{2AE24ACE-7ABA-4366-BEFF-A47456AED642}" sibTransId="{CCC7108B-B0F6-4D3D-A176-4852661B3715}"/>
    <dgm:cxn modelId="{BAA3AE61-193B-4636-BE22-DB58F31CF2B3}" type="presOf" srcId="{023CADE3-B603-4F3B-AE66-E62C1E8AF71F}" destId="{888BD9ED-701C-46FB-B36E-1572810E36CB}" srcOrd="0" destOrd="0" presId="urn:microsoft.com/office/officeart/2008/layout/LinedList"/>
    <dgm:cxn modelId="{8183AF5A-F345-4269-9960-E362483C7A2B}" srcId="{023CADE3-B603-4F3B-AE66-E62C1E8AF71F}" destId="{541267C1-73BD-41CD-AD48-766AB6343E46}" srcOrd="1" destOrd="0" parTransId="{EFE94497-0FBD-44F3-80E6-1520599F20B9}" sibTransId="{1E2F6954-8B85-4DA1-8C18-45D6B05C08A8}"/>
    <dgm:cxn modelId="{46A396C4-1FD6-4E92-A9A3-650D16A73AC9}" type="presOf" srcId="{E38A64CA-B407-4BE3-8C1C-F60E20F9E63A}" destId="{0009447D-311E-4452-ACA4-19141B9B68A6}" srcOrd="0" destOrd="0" presId="urn:microsoft.com/office/officeart/2008/layout/LinedList"/>
    <dgm:cxn modelId="{318FD2E1-48E3-47AC-B423-6F50B3918E04}" type="presOf" srcId="{1951B03E-A349-481E-803F-7DC9F714BC74}" destId="{782B5AC0-7661-43D2-812A-BA13FA232251}" srcOrd="0" destOrd="0" presId="urn:microsoft.com/office/officeart/2008/layout/LinedList"/>
    <dgm:cxn modelId="{DF1923F7-CBA8-45DD-9846-0BF4F8CCD475}" type="presOf" srcId="{541267C1-73BD-41CD-AD48-766AB6343E46}" destId="{265B1AB0-2D48-47EC-9676-B1AEE8C405C4}" srcOrd="0" destOrd="0" presId="urn:microsoft.com/office/officeart/2008/layout/LinedList"/>
    <dgm:cxn modelId="{2129AF24-41E0-4F8D-B28A-4778CC5FC219}" type="presParOf" srcId="{888BD9ED-701C-46FB-B36E-1572810E36CB}" destId="{201C267E-A0DB-46E5-A606-AEC6906DA38C}" srcOrd="0" destOrd="0" presId="urn:microsoft.com/office/officeart/2008/layout/LinedList"/>
    <dgm:cxn modelId="{E6E24E8A-27F9-41F6-AE52-9FFA7231DC27}" type="presParOf" srcId="{888BD9ED-701C-46FB-B36E-1572810E36CB}" destId="{B7FA020D-73ED-4A15-AE65-4AADA6AD50B5}" srcOrd="1" destOrd="0" presId="urn:microsoft.com/office/officeart/2008/layout/LinedList"/>
    <dgm:cxn modelId="{EADC5978-BFCE-44DA-9E0C-43F86B3EDF82}" type="presParOf" srcId="{B7FA020D-73ED-4A15-AE65-4AADA6AD50B5}" destId="{F31693BC-1E0A-4A0D-859E-F744D561B543}" srcOrd="0" destOrd="0" presId="urn:microsoft.com/office/officeart/2008/layout/LinedList"/>
    <dgm:cxn modelId="{9D215BBE-A276-4A30-9C51-C8AC2CA67AA7}" type="presParOf" srcId="{B7FA020D-73ED-4A15-AE65-4AADA6AD50B5}" destId="{C36AF41A-F640-465B-BB02-6058A99184DA}" srcOrd="1" destOrd="0" presId="urn:microsoft.com/office/officeart/2008/layout/LinedList"/>
    <dgm:cxn modelId="{70084DCA-37F7-48C4-A1C5-0FEB42EC462E}" type="presParOf" srcId="{888BD9ED-701C-46FB-B36E-1572810E36CB}" destId="{AD2B6B68-8738-46E8-8238-5E4BBAEFB448}" srcOrd="2" destOrd="0" presId="urn:microsoft.com/office/officeart/2008/layout/LinedList"/>
    <dgm:cxn modelId="{5D3EAA32-AD09-4AF3-A2BF-30CE86C19736}" type="presParOf" srcId="{888BD9ED-701C-46FB-B36E-1572810E36CB}" destId="{F7344FB4-30C4-4653-ADBD-3195A9A072B9}" srcOrd="3" destOrd="0" presId="urn:microsoft.com/office/officeart/2008/layout/LinedList"/>
    <dgm:cxn modelId="{C30EF53B-4F6B-404F-B7EE-2266DA94EF3B}" type="presParOf" srcId="{F7344FB4-30C4-4653-ADBD-3195A9A072B9}" destId="{265B1AB0-2D48-47EC-9676-B1AEE8C405C4}" srcOrd="0" destOrd="0" presId="urn:microsoft.com/office/officeart/2008/layout/LinedList"/>
    <dgm:cxn modelId="{0C1C3DEA-8381-4F7C-992D-6BCD17A19816}" type="presParOf" srcId="{F7344FB4-30C4-4653-ADBD-3195A9A072B9}" destId="{9D899EBC-A6BE-4B9D-9ABB-E5ADC2108311}" srcOrd="1" destOrd="0" presId="urn:microsoft.com/office/officeart/2008/layout/LinedList"/>
    <dgm:cxn modelId="{1FAC92BF-AD8D-451B-B238-CE8E0A0EBEF3}" type="presParOf" srcId="{888BD9ED-701C-46FB-B36E-1572810E36CB}" destId="{D53DEED9-FF76-43EE-AE99-7385D9B99D79}" srcOrd="4" destOrd="0" presId="urn:microsoft.com/office/officeart/2008/layout/LinedList"/>
    <dgm:cxn modelId="{58E1375C-FDB2-46FD-B600-90543550FCC4}" type="presParOf" srcId="{888BD9ED-701C-46FB-B36E-1572810E36CB}" destId="{769BCAD9-1A8D-4F37-B823-B09B0D6C63A3}" srcOrd="5" destOrd="0" presId="urn:microsoft.com/office/officeart/2008/layout/LinedList"/>
    <dgm:cxn modelId="{2057463E-F332-4072-BEEE-5C01A7B65D38}" type="presParOf" srcId="{769BCAD9-1A8D-4F37-B823-B09B0D6C63A3}" destId="{782B5AC0-7661-43D2-812A-BA13FA232251}" srcOrd="0" destOrd="0" presId="urn:microsoft.com/office/officeart/2008/layout/LinedList"/>
    <dgm:cxn modelId="{4D01FAD8-4057-457E-B67A-9A24AB18CD38}" type="presParOf" srcId="{769BCAD9-1A8D-4F37-B823-B09B0D6C63A3}" destId="{0B8B5FBC-021D-4CEB-BFE2-882FA673767F}" srcOrd="1" destOrd="0" presId="urn:microsoft.com/office/officeart/2008/layout/LinedList"/>
    <dgm:cxn modelId="{86A8C826-006A-4288-A8CE-40E77592ADB3}" type="presParOf" srcId="{888BD9ED-701C-46FB-B36E-1572810E36CB}" destId="{49890929-0B27-40B1-B728-2482CF7676EF}" srcOrd="6" destOrd="0" presId="urn:microsoft.com/office/officeart/2008/layout/LinedList"/>
    <dgm:cxn modelId="{C80D0BCB-5777-4EA8-B377-DC03A4E4E669}" type="presParOf" srcId="{888BD9ED-701C-46FB-B36E-1572810E36CB}" destId="{E5BFFB1E-D89E-485F-84CD-B404FF3DD535}" srcOrd="7" destOrd="0" presId="urn:microsoft.com/office/officeart/2008/layout/LinedList"/>
    <dgm:cxn modelId="{0D967CC5-E1CD-4ABB-AA3A-8509F93763F0}" type="presParOf" srcId="{E5BFFB1E-D89E-485F-84CD-B404FF3DD535}" destId="{0009447D-311E-4452-ACA4-19141B9B68A6}" srcOrd="0" destOrd="0" presId="urn:microsoft.com/office/officeart/2008/layout/LinedList"/>
    <dgm:cxn modelId="{37B94AFD-B6BF-4DE6-9AD3-4BD1BB843A6B}" type="presParOf" srcId="{E5BFFB1E-D89E-485F-84CD-B404FF3DD535}" destId="{9B2660EF-4BAD-4DBF-850F-99EEE7FA31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06823E-9C23-4734-89DF-55937BDC45B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9F7B24-F4C1-41D3-96F0-7E9EF0991D3C}">
      <dgm:prSet/>
      <dgm:spPr/>
      <dgm:t>
        <a:bodyPr/>
        <a:lstStyle/>
        <a:p>
          <a:r>
            <a:rPr lang="en-US" b="0" i="0" baseline="0"/>
            <a:t>How can we make cultural events accessible to everyone?</a:t>
          </a:r>
          <a:endParaRPr lang="en-US"/>
        </a:p>
      </dgm:t>
    </dgm:pt>
    <dgm:pt modelId="{F28B3775-825F-4603-9374-95BC88DFED7E}" type="parTrans" cxnId="{F34FD644-395A-44B6-8BCF-85C8E6B7B422}">
      <dgm:prSet/>
      <dgm:spPr/>
      <dgm:t>
        <a:bodyPr/>
        <a:lstStyle/>
        <a:p>
          <a:endParaRPr lang="en-US"/>
        </a:p>
      </dgm:t>
    </dgm:pt>
    <dgm:pt modelId="{A73DFA74-B30F-4179-BF95-EF51B49ACAB7}" type="sibTrans" cxnId="{F34FD644-395A-44B6-8BCF-85C8E6B7B422}">
      <dgm:prSet/>
      <dgm:spPr/>
      <dgm:t>
        <a:bodyPr/>
        <a:lstStyle/>
        <a:p>
          <a:endParaRPr lang="en-US"/>
        </a:p>
      </dgm:t>
    </dgm:pt>
    <dgm:pt modelId="{D7A25296-A326-42A7-8511-8FACD4A41E09}">
      <dgm:prSet/>
      <dgm:spPr/>
      <dgm:t>
        <a:bodyPr/>
        <a:lstStyle/>
        <a:p>
          <a:r>
            <a:rPr lang="en-US" b="0" i="0" baseline="0"/>
            <a:t>Do you think art should be everywhere in a city? Why or why not?</a:t>
          </a:r>
          <a:endParaRPr lang="en-US"/>
        </a:p>
      </dgm:t>
    </dgm:pt>
    <dgm:pt modelId="{F1439B2F-BD5B-4A92-B72B-A1EC961508F0}" type="parTrans" cxnId="{851898E0-364C-488A-91A6-3E92C6017352}">
      <dgm:prSet/>
      <dgm:spPr/>
      <dgm:t>
        <a:bodyPr/>
        <a:lstStyle/>
        <a:p>
          <a:endParaRPr lang="en-US"/>
        </a:p>
      </dgm:t>
    </dgm:pt>
    <dgm:pt modelId="{B9EBE5C1-2674-4114-A7AD-48379E62FFF5}" type="sibTrans" cxnId="{851898E0-364C-488A-91A6-3E92C6017352}">
      <dgm:prSet/>
      <dgm:spPr/>
      <dgm:t>
        <a:bodyPr/>
        <a:lstStyle/>
        <a:p>
          <a:endParaRPr lang="en-US"/>
        </a:p>
      </dgm:t>
    </dgm:pt>
    <dgm:pt modelId="{FC9DC8A3-4668-44E7-89CD-5AE550E568B1}">
      <dgm:prSet/>
      <dgm:spPr/>
      <dgm:t>
        <a:bodyPr/>
        <a:lstStyle/>
        <a:p>
          <a:r>
            <a:rPr lang="en-US" b="0" i="0" baseline="0"/>
            <a:t>Is it important for everybody to have access to the arts?</a:t>
          </a:r>
          <a:endParaRPr lang="en-US"/>
        </a:p>
      </dgm:t>
    </dgm:pt>
    <dgm:pt modelId="{1570E26D-5EB6-4224-8C77-138E19C9DC49}" type="parTrans" cxnId="{5E1D02FE-C48A-4763-AB58-4B8121EA348F}">
      <dgm:prSet/>
      <dgm:spPr/>
      <dgm:t>
        <a:bodyPr/>
        <a:lstStyle/>
        <a:p>
          <a:endParaRPr lang="en-US"/>
        </a:p>
      </dgm:t>
    </dgm:pt>
    <dgm:pt modelId="{EEC0C931-FB1E-4954-8249-B54B461D5F19}" type="sibTrans" cxnId="{5E1D02FE-C48A-4763-AB58-4B8121EA348F}">
      <dgm:prSet/>
      <dgm:spPr/>
      <dgm:t>
        <a:bodyPr/>
        <a:lstStyle/>
        <a:p>
          <a:endParaRPr lang="en-US"/>
        </a:p>
      </dgm:t>
    </dgm:pt>
    <dgm:pt modelId="{72A0BFDA-C685-4127-B40D-D20375E67F66}">
      <dgm:prSet/>
      <dgm:spPr/>
      <dgm:t>
        <a:bodyPr/>
        <a:lstStyle/>
        <a:p>
          <a:r>
            <a:rPr lang="en-US" b="0" i="0" baseline="0"/>
            <a:t>What are some ways to encourage participation in cultural events?</a:t>
          </a:r>
          <a:endParaRPr lang="en-US"/>
        </a:p>
      </dgm:t>
    </dgm:pt>
    <dgm:pt modelId="{F8F23729-2882-4FC3-9B67-6A5D1D0B1709}" type="parTrans" cxnId="{A540C102-B71E-4A43-B488-399A437F76CB}">
      <dgm:prSet/>
      <dgm:spPr/>
      <dgm:t>
        <a:bodyPr/>
        <a:lstStyle/>
        <a:p>
          <a:endParaRPr lang="en-US"/>
        </a:p>
      </dgm:t>
    </dgm:pt>
    <dgm:pt modelId="{068BC1A7-16B6-420F-96C8-55CCBCB7402A}" type="sibTrans" cxnId="{A540C102-B71E-4A43-B488-399A437F76CB}">
      <dgm:prSet/>
      <dgm:spPr/>
      <dgm:t>
        <a:bodyPr/>
        <a:lstStyle/>
        <a:p>
          <a:endParaRPr lang="en-US"/>
        </a:p>
      </dgm:t>
    </dgm:pt>
    <dgm:pt modelId="{59856D12-C458-4AE1-AA73-C02E848F209C}">
      <dgm:prSet/>
      <dgm:spPr/>
      <dgm:t>
        <a:bodyPr/>
        <a:lstStyle/>
        <a:p>
          <a:r>
            <a:rPr lang="en-US" b="0" i="0" baseline="0"/>
            <a:t>How can we create an inclusive environment in cultural spaces? </a:t>
          </a:r>
          <a:endParaRPr lang="en-US"/>
        </a:p>
      </dgm:t>
    </dgm:pt>
    <dgm:pt modelId="{02AACDDB-4E0B-4055-8ADF-455606FFB4E6}" type="parTrans" cxnId="{6F43AD6C-E486-451B-BF36-9652492AF7DA}">
      <dgm:prSet/>
      <dgm:spPr/>
      <dgm:t>
        <a:bodyPr/>
        <a:lstStyle/>
        <a:p>
          <a:endParaRPr lang="en-US"/>
        </a:p>
      </dgm:t>
    </dgm:pt>
    <dgm:pt modelId="{F5990046-F517-4DCA-B25F-7C87DBB7C177}" type="sibTrans" cxnId="{6F43AD6C-E486-451B-BF36-9652492AF7DA}">
      <dgm:prSet/>
      <dgm:spPr/>
      <dgm:t>
        <a:bodyPr/>
        <a:lstStyle/>
        <a:p>
          <a:endParaRPr lang="en-US"/>
        </a:p>
      </dgm:t>
    </dgm:pt>
    <dgm:pt modelId="{DF957D60-9556-46B6-9154-B2A9EA6B08C0}" type="pres">
      <dgm:prSet presAssocID="{1606823E-9C23-4734-89DF-55937BDC45B7}" presName="linear" presStyleCnt="0">
        <dgm:presLayoutVars>
          <dgm:animLvl val="lvl"/>
          <dgm:resizeHandles val="exact"/>
        </dgm:presLayoutVars>
      </dgm:prSet>
      <dgm:spPr/>
    </dgm:pt>
    <dgm:pt modelId="{31CB310B-FD10-4971-8581-C512CBEDCD5E}" type="pres">
      <dgm:prSet presAssocID="{819F7B24-F4C1-41D3-96F0-7E9EF0991D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BACA7D-676B-4FEC-8587-A016443CE757}" type="pres">
      <dgm:prSet presAssocID="{A73DFA74-B30F-4179-BF95-EF51B49ACAB7}" presName="spacer" presStyleCnt="0"/>
      <dgm:spPr/>
    </dgm:pt>
    <dgm:pt modelId="{7AEF0BDC-C69E-4C0E-8009-B89B47E14859}" type="pres">
      <dgm:prSet presAssocID="{D7A25296-A326-42A7-8511-8FACD4A41E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9564074-3D69-451E-9AFA-9D8C218CC266}" type="pres">
      <dgm:prSet presAssocID="{B9EBE5C1-2674-4114-A7AD-48379E62FFF5}" presName="spacer" presStyleCnt="0"/>
      <dgm:spPr/>
    </dgm:pt>
    <dgm:pt modelId="{F8DF6B6A-A7E9-4AF8-A235-F18391B44875}" type="pres">
      <dgm:prSet presAssocID="{FC9DC8A3-4668-44E7-89CD-5AE550E568B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80346A9-AE3D-4779-B71C-2C93717E32E4}" type="pres">
      <dgm:prSet presAssocID="{EEC0C931-FB1E-4954-8249-B54B461D5F19}" presName="spacer" presStyleCnt="0"/>
      <dgm:spPr/>
    </dgm:pt>
    <dgm:pt modelId="{BFB3CD5D-A1B3-4104-8261-5323CA2126BC}" type="pres">
      <dgm:prSet presAssocID="{72A0BFDA-C685-4127-B40D-D20375E67F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91238F6-0A82-476F-B194-234C046ABC18}" type="pres">
      <dgm:prSet presAssocID="{068BC1A7-16B6-420F-96C8-55CCBCB7402A}" presName="spacer" presStyleCnt="0"/>
      <dgm:spPr/>
    </dgm:pt>
    <dgm:pt modelId="{C215ADAF-44EF-4207-A5FD-8AA4FFA71B47}" type="pres">
      <dgm:prSet presAssocID="{59856D12-C458-4AE1-AA73-C02E848F209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540C102-B71E-4A43-B488-399A437F76CB}" srcId="{1606823E-9C23-4734-89DF-55937BDC45B7}" destId="{72A0BFDA-C685-4127-B40D-D20375E67F66}" srcOrd="3" destOrd="0" parTransId="{F8F23729-2882-4FC3-9B67-6A5D1D0B1709}" sibTransId="{068BC1A7-16B6-420F-96C8-55CCBCB7402A}"/>
    <dgm:cxn modelId="{2CBC580B-CC67-43E6-8638-6B045AE4D77A}" type="presOf" srcId="{819F7B24-F4C1-41D3-96F0-7E9EF0991D3C}" destId="{31CB310B-FD10-4971-8581-C512CBEDCD5E}" srcOrd="0" destOrd="0" presId="urn:microsoft.com/office/officeart/2005/8/layout/vList2"/>
    <dgm:cxn modelId="{C3D9255C-340C-4762-9E40-C01C11F94C7E}" type="presOf" srcId="{72A0BFDA-C685-4127-B40D-D20375E67F66}" destId="{BFB3CD5D-A1B3-4104-8261-5323CA2126BC}" srcOrd="0" destOrd="0" presId="urn:microsoft.com/office/officeart/2005/8/layout/vList2"/>
    <dgm:cxn modelId="{F34FD644-395A-44B6-8BCF-85C8E6B7B422}" srcId="{1606823E-9C23-4734-89DF-55937BDC45B7}" destId="{819F7B24-F4C1-41D3-96F0-7E9EF0991D3C}" srcOrd="0" destOrd="0" parTransId="{F28B3775-825F-4603-9374-95BC88DFED7E}" sibTransId="{A73DFA74-B30F-4179-BF95-EF51B49ACAB7}"/>
    <dgm:cxn modelId="{6F43AD6C-E486-451B-BF36-9652492AF7DA}" srcId="{1606823E-9C23-4734-89DF-55937BDC45B7}" destId="{59856D12-C458-4AE1-AA73-C02E848F209C}" srcOrd="4" destOrd="0" parTransId="{02AACDDB-4E0B-4055-8ADF-455606FFB4E6}" sibTransId="{F5990046-F517-4DCA-B25F-7C87DBB7C177}"/>
    <dgm:cxn modelId="{3D48036F-6D89-4D1E-8BCC-EB2280C11782}" type="presOf" srcId="{FC9DC8A3-4668-44E7-89CD-5AE550E568B1}" destId="{F8DF6B6A-A7E9-4AF8-A235-F18391B44875}" srcOrd="0" destOrd="0" presId="urn:microsoft.com/office/officeart/2005/8/layout/vList2"/>
    <dgm:cxn modelId="{FEC36755-9159-4347-A059-272C4307D25E}" type="presOf" srcId="{D7A25296-A326-42A7-8511-8FACD4A41E09}" destId="{7AEF0BDC-C69E-4C0E-8009-B89B47E14859}" srcOrd="0" destOrd="0" presId="urn:microsoft.com/office/officeart/2005/8/layout/vList2"/>
    <dgm:cxn modelId="{DF56D575-41F7-432A-A5BD-4FEF8B9347E6}" type="presOf" srcId="{59856D12-C458-4AE1-AA73-C02E848F209C}" destId="{C215ADAF-44EF-4207-A5FD-8AA4FFA71B47}" srcOrd="0" destOrd="0" presId="urn:microsoft.com/office/officeart/2005/8/layout/vList2"/>
    <dgm:cxn modelId="{851898E0-364C-488A-91A6-3E92C6017352}" srcId="{1606823E-9C23-4734-89DF-55937BDC45B7}" destId="{D7A25296-A326-42A7-8511-8FACD4A41E09}" srcOrd="1" destOrd="0" parTransId="{F1439B2F-BD5B-4A92-B72B-A1EC961508F0}" sibTransId="{B9EBE5C1-2674-4114-A7AD-48379E62FFF5}"/>
    <dgm:cxn modelId="{22BC04F6-78F2-4643-88D8-877C607DA4FA}" type="presOf" srcId="{1606823E-9C23-4734-89DF-55937BDC45B7}" destId="{DF957D60-9556-46B6-9154-B2A9EA6B08C0}" srcOrd="0" destOrd="0" presId="urn:microsoft.com/office/officeart/2005/8/layout/vList2"/>
    <dgm:cxn modelId="{5E1D02FE-C48A-4763-AB58-4B8121EA348F}" srcId="{1606823E-9C23-4734-89DF-55937BDC45B7}" destId="{FC9DC8A3-4668-44E7-89CD-5AE550E568B1}" srcOrd="2" destOrd="0" parTransId="{1570E26D-5EB6-4224-8C77-138E19C9DC49}" sibTransId="{EEC0C931-FB1E-4954-8249-B54B461D5F19}"/>
    <dgm:cxn modelId="{290E934A-8BFD-4DF1-81BA-668B8847AA0C}" type="presParOf" srcId="{DF957D60-9556-46B6-9154-B2A9EA6B08C0}" destId="{31CB310B-FD10-4971-8581-C512CBEDCD5E}" srcOrd="0" destOrd="0" presId="urn:microsoft.com/office/officeart/2005/8/layout/vList2"/>
    <dgm:cxn modelId="{F6BCD72E-CCA5-4255-BE87-6B800FCF6800}" type="presParOf" srcId="{DF957D60-9556-46B6-9154-B2A9EA6B08C0}" destId="{33BACA7D-676B-4FEC-8587-A016443CE757}" srcOrd="1" destOrd="0" presId="urn:microsoft.com/office/officeart/2005/8/layout/vList2"/>
    <dgm:cxn modelId="{28301258-D6B5-4FEE-B60B-62B7EFBFBAEB}" type="presParOf" srcId="{DF957D60-9556-46B6-9154-B2A9EA6B08C0}" destId="{7AEF0BDC-C69E-4C0E-8009-B89B47E14859}" srcOrd="2" destOrd="0" presId="urn:microsoft.com/office/officeart/2005/8/layout/vList2"/>
    <dgm:cxn modelId="{C1D1A1AC-BE14-4BB3-B368-E8543E8BA553}" type="presParOf" srcId="{DF957D60-9556-46B6-9154-B2A9EA6B08C0}" destId="{79564074-3D69-451E-9AFA-9D8C218CC266}" srcOrd="3" destOrd="0" presId="urn:microsoft.com/office/officeart/2005/8/layout/vList2"/>
    <dgm:cxn modelId="{D186A11A-2F80-4CD5-99DD-68D59B47F837}" type="presParOf" srcId="{DF957D60-9556-46B6-9154-B2A9EA6B08C0}" destId="{F8DF6B6A-A7E9-4AF8-A235-F18391B44875}" srcOrd="4" destOrd="0" presId="urn:microsoft.com/office/officeart/2005/8/layout/vList2"/>
    <dgm:cxn modelId="{221E1996-9422-4A70-BD3C-1C71FC9C4D94}" type="presParOf" srcId="{DF957D60-9556-46B6-9154-B2A9EA6B08C0}" destId="{680346A9-AE3D-4779-B71C-2C93717E32E4}" srcOrd="5" destOrd="0" presId="urn:microsoft.com/office/officeart/2005/8/layout/vList2"/>
    <dgm:cxn modelId="{644BAB4C-2432-41D8-A75D-D8D21F0FADC1}" type="presParOf" srcId="{DF957D60-9556-46B6-9154-B2A9EA6B08C0}" destId="{BFB3CD5D-A1B3-4104-8261-5323CA2126BC}" srcOrd="6" destOrd="0" presId="urn:microsoft.com/office/officeart/2005/8/layout/vList2"/>
    <dgm:cxn modelId="{2B31EC4E-46C4-49A5-A308-773427268810}" type="presParOf" srcId="{DF957D60-9556-46B6-9154-B2A9EA6B08C0}" destId="{591238F6-0A82-476F-B194-234C046ABC18}" srcOrd="7" destOrd="0" presId="urn:microsoft.com/office/officeart/2005/8/layout/vList2"/>
    <dgm:cxn modelId="{272E66C9-2663-4844-9C04-1ED20C0C1626}" type="presParOf" srcId="{DF957D60-9556-46B6-9154-B2A9EA6B08C0}" destId="{C215ADAF-44EF-4207-A5FD-8AA4FFA71B4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DEC62-745F-45B8-BC80-06091BFF61C1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84196-34A7-46AB-AC72-8EC6251D8319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84301-4F84-40DF-A74F-13752F8A8850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 art gallery had ___ visitors last weekend. (Answer: </a:t>
          </a:r>
          <a:r>
            <a:rPr lang="en-US" sz="2200" b="1" i="0" kern="1200" baseline="0"/>
            <a:t>few</a:t>
          </a:r>
          <a:r>
            <a:rPr lang="en-US" sz="2200" b="0" i="0" kern="1200" baseline="0"/>
            <a:t>)</a:t>
          </a:r>
          <a:endParaRPr lang="en-US" sz="2200" kern="1200"/>
        </a:p>
      </dsp:txBody>
      <dsp:txXfrm>
        <a:off x="1357965" y="2319"/>
        <a:ext cx="4887299" cy="1175727"/>
      </dsp:txXfrm>
    </dsp:sp>
    <dsp:sp modelId="{5C3F79B6-08B4-4986-9A47-1BD44769893B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58A7B-0371-4CC5-A45D-DF06FCC400E1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E8045-6809-431C-9A6E-D7F6C70A9694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There are ___ art festivals in the city next month. (Answer: </a:t>
          </a:r>
          <a:r>
            <a:rPr lang="en-US" sz="2200" b="1" i="0" kern="1200" baseline="0"/>
            <a:t>a few</a:t>
          </a:r>
          <a:r>
            <a:rPr lang="en-US" sz="2200" b="0" i="0" kern="1200" baseline="0"/>
            <a:t>)</a:t>
          </a:r>
          <a:endParaRPr lang="en-US" sz="2200" kern="1200"/>
        </a:p>
      </dsp:txBody>
      <dsp:txXfrm>
        <a:off x="1357965" y="1471979"/>
        <a:ext cx="4887299" cy="1175727"/>
      </dsp:txXfrm>
    </dsp:sp>
    <dsp:sp modelId="{2C893BE1-DEFE-47FE-8D53-60A531704D7B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A581E-7AFD-47FA-B8E0-CA9FF2C72771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B7AD5-5622-409D-8E5E-5340CB4AB894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We have ___ time to enjoy the museum before it closes. (Answer: </a:t>
          </a:r>
          <a:r>
            <a:rPr lang="en-US" sz="2200" b="1" i="0" kern="1200" baseline="0"/>
            <a:t>a little</a:t>
          </a:r>
          <a:r>
            <a:rPr lang="en-US" sz="2200" b="0" i="0" kern="1200" baseline="0"/>
            <a:t>)</a:t>
          </a:r>
          <a:endParaRPr lang="en-US" sz="2200" kern="1200"/>
        </a:p>
      </dsp:txBody>
      <dsp:txXfrm>
        <a:off x="1357965" y="2941639"/>
        <a:ext cx="4887299" cy="1175727"/>
      </dsp:txXfrm>
    </dsp:sp>
    <dsp:sp modelId="{6ABD5E9C-8978-42A1-B540-E1C73D29573B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A6812-FEDB-4C7B-9D26-03EC53209B56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7B533-B224-4997-91B5-20AE0E860C57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 museum receives ___ government support, which makes it hard to maintain exhibitions. (Answer: </a:t>
          </a:r>
          <a:r>
            <a:rPr lang="en-US" sz="2200" b="1" i="0" kern="1200" baseline="0"/>
            <a:t>little</a:t>
          </a:r>
          <a:r>
            <a:rPr lang="en-US" sz="2200" b="0" i="0" kern="1200" baseline="0"/>
            <a:t>) 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FF357-0201-4171-896C-2A46C9ACA620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3537CC-8D71-4450-8E31-CB00A963F3F5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658A7-AD97-4F2E-8CC4-371B0388167C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____ wants to miss the opening night at the theater. (Answer: </a:t>
          </a:r>
          <a:r>
            <a:rPr lang="en-US" sz="2200" b="1" i="0" kern="1200" baseline="0"/>
            <a:t>Nobody</a:t>
          </a:r>
          <a:r>
            <a:rPr lang="en-US" sz="2200" b="0" i="0" kern="1200" baseline="0"/>
            <a:t>)</a:t>
          </a:r>
          <a:endParaRPr lang="en-US" sz="2200" kern="1200"/>
        </a:p>
      </dsp:txBody>
      <dsp:txXfrm>
        <a:off x="1357965" y="2319"/>
        <a:ext cx="4887299" cy="1175727"/>
      </dsp:txXfrm>
    </dsp:sp>
    <dsp:sp modelId="{A1289D37-DC82-4B2C-BA8A-A3E6D7848A0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93B14-AA7C-49E3-A13A-BB4E31616345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19B64-DC7E-4863-8D0C-D85FD37041DD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Art can be seen ____ around the world. (Answer: </a:t>
          </a:r>
          <a:r>
            <a:rPr lang="en-US" sz="2200" b="1" i="0" kern="1200" baseline="0"/>
            <a:t>everywhere</a:t>
          </a:r>
          <a:r>
            <a:rPr lang="en-US" sz="2200" b="0" i="0" kern="1200" baseline="0"/>
            <a:t>)</a:t>
          </a:r>
          <a:endParaRPr lang="en-US" sz="2200" kern="1200"/>
        </a:p>
      </dsp:txBody>
      <dsp:txXfrm>
        <a:off x="1357965" y="1471979"/>
        <a:ext cx="4887299" cy="1175727"/>
      </dsp:txXfrm>
    </dsp:sp>
    <dsp:sp modelId="{9EE08BF5-4240-46F8-A6B3-D885AEA516CA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98837-51CD-4D84-95CD-975A349998CD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C0932-904B-452B-879F-BBD761EDB89D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____ should feel excluded from public art events. (Answer: </a:t>
          </a:r>
          <a:r>
            <a:rPr lang="en-US" sz="2200" b="1" i="0" kern="1200" baseline="0"/>
            <a:t>Nobody</a:t>
          </a:r>
          <a:r>
            <a:rPr lang="en-US" sz="2200" b="0" i="0" kern="1200" baseline="0"/>
            <a:t>)</a:t>
          </a:r>
          <a:endParaRPr lang="en-US" sz="2200" kern="1200"/>
        </a:p>
      </dsp:txBody>
      <dsp:txXfrm>
        <a:off x="1357965" y="2941639"/>
        <a:ext cx="4887299" cy="1175727"/>
      </dsp:txXfrm>
    </dsp:sp>
    <dsp:sp modelId="{072A7713-4813-433C-9520-DBAB9D02A9C3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ABD6E-31DF-4A16-86F4-93EF212D7880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AF688-1B2C-4130-8AEF-B6DDA4FAA778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____ in the neighborhood knows about the festival. (Answer: </a:t>
          </a:r>
          <a:r>
            <a:rPr lang="en-US" sz="2200" b="1" i="0" kern="1200" baseline="0"/>
            <a:t>Everybody</a:t>
          </a:r>
          <a:r>
            <a:rPr lang="en-US" sz="2200" b="0" i="0" kern="1200" baseline="0"/>
            <a:t>) 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C267E-A0DB-46E5-A606-AEC6906DA38C}">
      <dsp:nvSpPr>
        <dsp:cNvPr id="0" name=""/>
        <dsp:cNvSpPr/>
      </dsp:nvSpPr>
      <dsp:spPr>
        <a:xfrm>
          <a:off x="0" y="0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693BC-1E0A-4A0D-859E-F744D561B543}">
      <dsp:nvSpPr>
        <dsp:cNvPr id="0" name=""/>
        <dsp:cNvSpPr/>
      </dsp:nvSpPr>
      <dsp:spPr>
        <a:xfrm>
          <a:off x="0" y="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There are only ___ seats left for the play. (Answer: </a:t>
          </a:r>
          <a:r>
            <a:rPr lang="en-US" sz="2800" b="1" i="0" kern="1200" baseline="0"/>
            <a:t>a few</a:t>
          </a:r>
          <a:r>
            <a:rPr lang="en-US" sz="2800" b="0" i="0" kern="1200" baseline="0"/>
            <a:t>)</a:t>
          </a:r>
          <a:endParaRPr lang="en-US" sz="2800" kern="1200"/>
        </a:p>
      </dsp:txBody>
      <dsp:txXfrm>
        <a:off x="0" y="0"/>
        <a:ext cx="6245265" cy="1397336"/>
      </dsp:txXfrm>
    </dsp:sp>
    <dsp:sp modelId="{AD2B6B68-8738-46E8-8238-5E4BBAEFB448}">
      <dsp:nvSpPr>
        <dsp:cNvPr id="0" name=""/>
        <dsp:cNvSpPr/>
      </dsp:nvSpPr>
      <dsp:spPr>
        <a:xfrm>
          <a:off x="0" y="1397336"/>
          <a:ext cx="6245265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1AB0-2D48-47EC-9676-B1AEE8C405C4}">
      <dsp:nvSpPr>
        <dsp:cNvPr id="0" name=""/>
        <dsp:cNvSpPr/>
      </dsp:nvSpPr>
      <dsp:spPr>
        <a:xfrm>
          <a:off x="0" y="1397336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____ is invited to join the art workshop. (Answer: </a:t>
          </a:r>
          <a:r>
            <a:rPr lang="en-US" sz="2800" b="1" i="0" kern="1200" baseline="0"/>
            <a:t>Everybody</a:t>
          </a:r>
          <a:r>
            <a:rPr lang="en-US" sz="2800" b="0" i="0" kern="1200" baseline="0"/>
            <a:t>)</a:t>
          </a:r>
          <a:endParaRPr lang="en-US" sz="2800" kern="1200"/>
        </a:p>
      </dsp:txBody>
      <dsp:txXfrm>
        <a:off x="0" y="1397336"/>
        <a:ext cx="6245265" cy="1397336"/>
      </dsp:txXfrm>
    </dsp:sp>
    <dsp:sp modelId="{D53DEED9-FF76-43EE-AE99-7385D9B99D79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B5AC0-7661-43D2-812A-BA13FA232251}">
      <dsp:nvSpPr>
        <dsp:cNvPr id="0" name=""/>
        <dsp:cNvSpPr/>
      </dsp:nvSpPr>
      <dsp:spPr>
        <a:xfrm>
          <a:off x="0" y="2794673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The museum has ___ items from that period. (Answer: </a:t>
          </a:r>
          <a:r>
            <a:rPr lang="en-US" sz="2800" b="1" i="0" kern="1200" baseline="0"/>
            <a:t>few</a:t>
          </a:r>
          <a:r>
            <a:rPr lang="en-US" sz="2800" b="0" i="0" kern="1200" baseline="0"/>
            <a:t>)</a:t>
          </a:r>
          <a:endParaRPr lang="en-US" sz="2800" kern="1200"/>
        </a:p>
      </dsp:txBody>
      <dsp:txXfrm>
        <a:off x="0" y="2794673"/>
        <a:ext cx="6245265" cy="1397336"/>
      </dsp:txXfrm>
    </dsp:sp>
    <dsp:sp modelId="{49890929-0B27-40B1-B728-2482CF7676EF}">
      <dsp:nvSpPr>
        <dsp:cNvPr id="0" name=""/>
        <dsp:cNvSpPr/>
      </dsp:nvSpPr>
      <dsp:spPr>
        <a:xfrm>
          <a:off x="0" y="4192010"/>
          <a:ext cx="624526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9447D-311E-4452-ACA4-19141B9B68A6}">
      <dsp:nvSpPr>
        <dsp:cNvPr id="0" name=""/>
        <dsp:cNvSpPr/>
      </dsp:nvSpPr>
      <dsp:spPr>
        <a:xfrm>
          <a:off x="0" y="419201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You will see street art ____ in the downtown area. (Answer: </a:t>
          </a:r>
          <a:r>
            <a:rPr lang="en-US" sz="2800" b="1" i="0" kern="1200" baseline="0"/>
            <a:t>everywhere</a:t>
          </a:r>
          <a:r>
            <a:rPr lang="en-US" sz="2800" b="0" i="0" kern="1200" baseline="0"/>
            <a:t>) </a:t>
          </a:r>
          <a:endParaRPr lang="en-US" sz="2800" kern="1200"/>
        </a:p>
      </dsp:txBody>
      <dsp:txXfrm>
        <a:off x="0" y="4192010"/>
        <a:ext cx="6245265" cy="13973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B310B-FD10-4971-8581-C512CBEDCD5E}">
      <dsp:nvSpPr>
        <dsp:cNvPr id="0" name=""/>
        <dsp:cNvSpPr/>
      </dsp:nvSpPr>
      <dsp:spPr>
        <a:xfrm>
          <a:off x="0" y="21455"/>
          <a:ext cx="636422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How can we make cultural events accessible to everyone?</a:t>
          </a:r>
          <a:endParaRPr lang="en-US" sz="2600" kern="1200"/>
        </a:p>
      </dsp:txBody>
      <dsp:txXfrm>
        <a:off x="50489" y="71944"/>
        <a:ext cx="6263246" cy="933302"/>
      </dsp:txXfrm>
    </dsp:sp>
    <dsp:sp modelId="{7AEF0BDC-C69E-4C0E-8009-B89B47E14859}">
      <dsp:nvSpPr>
        <dsp:cNvPr id="0" name=""/>
        <dsp:cNvSpPr/>
      </dsp:nvSpPr>
      <dsp:spPr>
        <a:xfrm>
          <a:off x="0" y="1130615"/>
          <a:ext cx="6364224" cy="103428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Do you think art should be everywhere in a city? Why or why not?</a:t>
          </a:r>
          <a:endParaRPr lang="en-US" sz="2600" kern="1200"/>
        </a:p>
      </dsp:txBody>
      <dsp:txXfrm>
        <a:off x="50489" y="1181104"/>
        <a:ext cx="6263246" cy="933302"/>
      </dsp:txXfrm>
    </dsp:sp>
    <dsp:sp modelId="{F8DF6B6A-A7E9-4AF8-A235-F18391B44875}">
      <dsp:nvSpPr>
        <dsp:cNvPr id="0" name=""/>
        <dsp:cNvSpPr/>
      </dsp:nvSpPr>
      <dsp:spPr>
        <a:xfrm>
          <a:off x="0" y="2239775"/>
          <a:ext cx="6364224" cy="10342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Is it important for everybody to have access to the arts?</a:t>
          </a:r>
          <a:endParaRPr lang="en-US" sz="2600" kern="1200"/>
        </a:p>
      </dsp:txBody>
      <dsp:txXfrm>
        <a:off x="50489" y="2290264"/>
        <a:ext cx="6263246" cy="933302"/>
      </dsp:txXfrm>
    </dsp:sp>
    <dsp:sp modelId="{BFB3CD5D-A1B3-4104-8261-5323CA2126BC}">
      <dsp:nvSpPr>
        <dsp:cNvPr id="0" name=""/>
        <dsp:cNvSpPr/>
      </dsp:nvSpPr>
      <dsp:spPr>
        <a:xfrm>
          <a:off x="0" y="3348936"/>
          <a:ext cx="6364224" cy="103428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What are some ways to encourage participation in cultural events?</a:t>
          </a:r>
          <a:endParaRPr lang="en-US" sz="2600" kern="1200"/>
        </a:p>
      </dsp:txBody>
      <dsp:txXfrm>
        <a:off x="50489" y="3399425"/>
        <a:ext cx="6263246" cy="933302"/>
      </dsp:txXfrm>
    </dsp:sp>
    <dsp:sp modelId="{C215ADAF-44EF-4207-A5FD-8AA4FFA71B47}">
      <dsp:nvSpPr>
        <dsp:cNvPr id="0" name=""/>
        <dsp:cNvSpPr/>
      </dsp:nvSpPr>
      <dsp:spPr>
        <a:xfrm>
          <a:off x="0" y="4458096"/>
          <a:ext cx="6364224" cy="10342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How can we create an inclusive environment in cultural spaces? </a:t>
          </a:r>
          <a:endParaRPr lang="en-US" sz="2600" kern="1200"/>
        </a:p>
      </dsp:txBody>
      <dsp:txXfrm>
        <a:off x="50489" y="4508585"/>
        <a:ext cx="6263246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28/10/2024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Art and culture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B1.2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rowd of people">
            <a:extLst>
              <a:ext uri="{FF2B5EF4-FFF2-40B4-BE49-F238E27FC236}">
                <a16:creationId xmlns:a16="http://schemas.microsoft.com/office/drawing/2014/main" id="{994BAB54-831E-AEC9-4A6D-29B318FE6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9" r="1" b="1"/>
          <a:stretch/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5" name="Picture 4" descr="Film reel and slate">
            <a:extLst>
              <a:ext uri="{FF2B5EF4-FFF2-40B4-BE49-F238E27FC236}">
                <a16:creationId xmlns:a16="http://schemas.microsoft.com/office/drawing/2014/main" id="{69E15E35-5DCC-3318-5F7C-E56E51F85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06"/>
          <a:stretch/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9" name="Picture 8" descr="Microphone in a bar">
            <a:extLst>
              <a:ext uri="{FF2B5EF4-FFF2-40B4-BE49-F238E27FC236}">
                <a16:creationId xmlns:a16="http://schemas.microsoft.com/office/drawing/2014/main" id="{A09A7915-393A-08C5-7C7D-0D3A196BC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6"/>
          <a:stretch/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D7ECB-4590-FCA3-0B5E-3A05D5FC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en-GB" sz="2800"/>
              <a:t>Warm up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95A7E-9DE6-D3F6-DF99-0CC7B468A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568"/>
            <a:ext cx="2807208" cy="3922776"/>
          </a:xfrm>
        </p:spPr>
        <p:txBody>
          <a:bodyPr>
            <a:normAutofit/>
          </a:bodyPr>
          <a:lstStyle/>
          <a:p>
            <a:r>
              <a:rPr lang="en-GB" sz="1700"/>
              <a:t>What type of performances do you enjoy?</a:t>
            </a:r>
          </a:p>
          <a:p>
            <a:endParaRPr lang="en-GB" sz="1700"/>
          </a:p>
          <a:p>
            <a:r>
              <a:rPr lang="en-GB" sz="1700"/>
              <a:t>Vocabulary hints:</a:t>
            </a:r>
          </a:p>
          <a:p>
            <a:r>
              <a:rPr lang="en-GB" sz="1700"/>
              <a:t>Exhibit</a:t>
            </a:r>
          </a:p>
          <a:p>
            <a:r>
              <a:rPr lang="en-GB" sz="1700"/>
              <a:t>Performance</a:t>
            </a:r>
          </a:p>
          <a:p>
            <a:r>
              <a:rPr lang="en-GB" sz="1700"/>
              <a:t>Audience</a:t>
            </a:r>
          </a:p>
          <a:p>
            <a:r>
              <a:rPr lang="en-GB" sz="1700"/>
              <a:t>Director</a:t>
            </a:r>
          </a:p>
          <a:p>
            <a:r>
              <a:rPr lang="en-GB" sz="1700"/>
              <a:t>Actor</a:t>
            </a:r>
          </a:p>
          <a:p>
            <a:r>
              <a:rPr lang="en-GB" sz="1700"/>
              <a:t>Screening</a:t>
            </a:r>
          </a:p>
        </p:txBody>
      </p:sp>
      <p:pic>
        <p:nvPicPr>
          <p:cNvPr id="11" name="Picture 10" descr="Woman and child at museum">
            <a:extLst>
              <a:ext uri="{FF2B5EF4-FFF2-40B4-BE49-F238E27FC236}">
                <a16:creationId xmlns:a16="http://schemas.microsoft.com/office/drawing/2014/main" id="{FA6CFE70-1D7A-8E8D-A841-4CD7B02C97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1" r="1" b="1"/>
          <a:stretch/>
        </p:blipFill>
        <p:spPr>
          <a:xfrm>
            <a:off x="7404372" y="10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888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03F3-C671-288D-9B12-C2A1E2AF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 Forms &amp; Roles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D83CD3-84F0-FAE7-9CDB-DFA78E5AC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5631"/>
            <a:ext cx="1056366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Exhibit: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public display of art or cultural items in a gallery or museum.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Curator: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person responsible for managing and organizing exhibits in a museum or gallery.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Playwright: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person who writes plays or scripts for theater productions.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person who oversees and guides the creative aspects of a film, play, or performance.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Actor/Actress: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person who performs a role in a play, film, or television show.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group of people who watch or listen to a performance, concert, or show.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showing of a film, usually at a theater or festival. </a:t>
            </a:r>
          </a:p>
        </p:txBody>
      </p:sp>
    </p:spTree>
    <p:extLst>
      <p:ext uri="{BB962C8B-B14F-4D97-AF65-F5344CB8AC3E}">
        <p14:creationId xmlns:p14="http://schemas.microsoft.com/office/powerpoint/2010/main" val="387166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05A3-87E8-10CB-E480-426D7D7B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Vocabulary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32C65D-A466-D503-C87F-5AC6700DD5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1263974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Art &amp; Performance Settings: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Gallery: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place where art, such as paintings or sculptures, is displayed for the public.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Theater: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venue where plays, performances, or other cultural events are staged.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Festival: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 organized series of performances, exhibitions, or shows focused on a specific theme (e.g., music, film, theater).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area in a theater where actors perform.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Artistic Elements &amp; Media: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category or style, especially in art, music, or literature (e.g., comedy, tragedy, drama).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Installation: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type of art that is installed in a space, often interactive or immersive for viewers.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Canvas: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material on which a painting is done, often stretched on a frame.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Sculpture: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three-dimensional work of art made by carving, modeling, or constructing materials.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1508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938B-E05F-442D-1626-BB7B1498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Vocabulary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0AE6CA-8CB5-C88B-3405-AF760B821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1055333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Descriptive Terms: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Abstract: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style of art that doesn’t attempt to represent reality, focusing on shapes, colors, and forms.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Contemporary: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Refers to art and culture that is current or modern.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Refers to art forms and styles that are historical or passed down through generations.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Realism: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style of art or literature that aims to represent subject matter truthfully and accurately.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Cultural Engagement &amp; Access: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Inclusive: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Ensuring access and participation for all, regardless of background.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Refers to art or performances that are available for the general public.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Commission: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request or payment for a specific piece of art or performance to be created.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Patron: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person who supports or funds artists or cultural institutions.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4198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035F2-44AE-2CD0-CCFD-5EFA00DD7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Few/Little vs. A Few/A Little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8DC6-10C2-3F94-095C-F0D041D26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Few</a:t>
            </a:r>
            <a:r>
              <a:rPr lang="en-GB" sz="1400" dirty="0"/>
              <a:t> and </a:t>
            </a:r>
            <a:r>
              <a:rPr lang="en-GB" sz="1400" b="1" dirty="0"/>
              <a:t>little</a:t>
            </a:r>
            <a:r>
              <a:rPr lang="en-GB" sz="1400" dirty="0"/>
              <a:t> are used with countable and uncountable nouns respectively and imply that there is not enough.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>A few</a:t>
            </a:r>
            <a:r>
              <a:rPr lang="en-GB" sz="1400" dirty="0"/>
              <a:t> and </a:t>
            </a:r>
            <a:r>
              <a:rPr lang="en-GB" sz="1400" b="1" dirty="0"/>
              <a:t>a little</a:t>
            </a:r>
            <a:r>
              <a:rPr lang="en-GB" sz="1400" dirty="0"/>
              <a:t> are used similarly but imply that there is some, albeit a limited amount.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400" dirty="0"/>
          </a:p>
          <a:p>
            <a:r>
              <a:rPr lang="en-GB" sz="1400" b="1" dirty="0"/>
              <a:t>Examples:</a:t>
            </a:r>
            <a:endParaRPr lang="en-GB" sz="1400" dirty="0"/>
          </a:p>
          <a:p>
            <a:r>
              <a:rPr lang="en-GB" sz="1400" b="1" dirty="0"/>
              <a:t>Few</a:t>
            </a:r>
            <a:r>
              <a:rPr lang="en-GB" sz="1400" dirty="0"/>
              <a:t>: Few people attended the theatre performance last night (implying it was not well attended).</a:t>
            </a:r>
          </a:p>
          <a:p>
            <a:r>
              <a:rPr lang="en-GB" sz="1400" b="1" dirty="0"/>
              <a:t>Little</a:t>
            </a:r>
            <a:r>
              <a:rPr lang="en-GB" sz="1400" dirty="0"/>
              <a:t>: There’s little interest in that old art style these days.</a:t>
            </a:r>
          </a:p>
          <a:p>
            <a:r>
              <a:rPr lang="en-GB" sz="1400" b="1" dirty="0"/>
              <a:t>A Few</a:t>
            </a:r>
            <a:r>
              <a:rPr lang="en-GB" sz="1400" dirty="0"/>
              <a:t>: A few tickets are still available for the concert (implying there are some but limited).</a:t>
            </a:r>
          </a:p>
          <a:p>
            <a:r>
              <a:rPr lang="en-GB" sz="1400" b="1" dirty="0"/>
              <a:t>A Little</a:t>
            </a:r>
            <a:r>
              <a:rPr lang="en-GB" sz="1400" dirty="0"/>
              <a:t>: There’s a little time left to see the exhibition (implying enough time to still attend).</a:t>
            </a:r>
          </a:p>
          <a:p>
            <a:endParaRPr lang="en-GB" sz="1400" dirty="0"/>
          </a:p>
        </p:txBody>
      </p:sp>
      <p:pic>
        <p:nvPicPr>
          <p:cNvPr id="5" name="Picture 4" descr="Empty seats in a film theater">
            <a:extLst>
              <a:ext uri="{FF2B5EF4-FFF2-40B4-BE49-F238E27FC236}">
                <a16:creationId xmlns:a16="http://schemas.microsoft.com/office/drawing/2014/main" id="{46E686E8-C5D5-F839-BD5B-131E6130F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16" r="22347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5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648962-C820-67BB-2F8D-74847AA8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GB" sz="4000"/>
              <a:t>Practice	</a:t>
            </a:r>
          </a:p>
        </p:txBody>
      </p:sp>
      <p:pic>
        <p:nvPicPr>
          <p:cNvPr id="8" name="Graphic 7" descr="Easel">
            <a:extLst>
              <a:ext uri="{FF2B5EF4-FFF2-40B4-BE49-F238E27FC236}">
                <a16:creationId xmlns:a16="http://schemas.microsoft.com/office/drawing/2014/main" id="{7E308FAE-C610-38A5-3543-33E3198C00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8A9CB87-2F78-B215-15F6-8A8D621625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7364" y="4072044"/>
            <a:ext cx="5801917" cy="20570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The art gallery had ___ visitors last weekend.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There are ___ art festivals in the city next month.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We have ___ time to enjoy the museum before it closes.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The museum receives ___ government support, which makes it hard to maintain exhibitions. </a:t>
            </a:r>
          </a:p>
        </p:txBody>
      </p:sp>
      <p:pic>
        <p:nvPicPr>
          <p:cNvPr id="10" name="Graphic 9" descr="Easel">
            <a:extLst>
              <a:ext uri="{FF2B5EF4-FFF2-40B4-BE49-F238E27FC236}">
                <a16:creationId xmlns:a16="http://schemas.microsoft.com/office/drawing/2014/main" id="{49845458-7715-43F7-A2BF-165AA5C65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1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6AED2-3F7F-D2B0-27A0-093F26C73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8000"/>
              <a:t>Answers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40D181-B8EB-E1F4-7D57-785C0426E4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28929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80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511AB-E4E6-07E1-63E9-EA944FF2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No- and Every- Compounds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53854-5D5B-A527-A839-18DB7F137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1300" dirty="0"/>
              <a:t>No- and every- compounds help us talk about inclusivity, location, and accessibility in cultural settings.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No-</a:t>
            </a:r>
            <a:r>
              <a:rPr lang="en-GB" sz="1300" dirty="0"/>
              <a:t> compounds like </a:t>
            </a:r>
            <a:r>
              <a:rPr lang="en-GB" sz="1300" b="1" dirty="0"/>
              <a:t>nobody</a:t>
            </a:r>
            <a:r>
              <a:rPr lang="en-GB" sz="1300" dirty="0"/>
              <a:t>, </a:t>
            </a:r>
            <a:r>
              <a:rPr lang="en-GB" sz="1300" b="1" dirty="0"/>
              <a:t>nowhere</a:t>
            </a:r>
            <a:r>
              <a:rPr lang="en-GB" sz="1300" dirty="0"/>
              <a:t>, and </a:t>
            </a:r>
            <a:r>
              <a:rPr lang="en-GB" sz="1300" b="1" dirty="0"/>
              <a:t>nothing</a:t>
            </a:r>
            <a:r>
              <a:rPr lang="en-GB" sz="1300" dirty="0"/>
              <a:t> indicate a complete absence.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b="1" dirty="0"/>
              <a:t>Every-</a:t>
            </a:r>
            <a:r>
              <a:rPr lang="en-GB" sz="1300" dirty="0"/>
              <a:t> compounds like </a:t>
            </a:r>
            <a:r>
              <a:rPr lang="en-GB" sz="1300" b="1" dirty="0"/>
              <a:t>everybody</a:t>
            </a:r>
            <a:r>
              <a:rPr lang="en-GB" sz="1300" dirty="0"/>
              <a:t>, </a:t>
            </a:r>
            <a:r>
              <a:rPr lang="en-GB" sz="1300" b="1" dirty="0"/>
              <a:t>everywhere</a:t>
            </a:r>
            <a:r>
              <a:rPr lang="en-GB" sz="1300" dirty="0"/>
              <a:t>, and </a:t>
            </a:r>
            <a:r>
              <a:rPr lang="en-GB" sz="1300" b="1" dirty="0"/>
              <a:t>everything</a:t>
            </a:r>
            <a:r>
              <a:rPr lang="en-GB" sz="1300" dirty="0"/>
              <a:t> refer to inclusivity or a complete presence in a location or experience.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300" dirty="0"/>
          </a:p>
          <a:p>
            <a:r>
              <a:rPr lang="en-GB" sz="1300" b="1" dirty="0"/>
              <a:t>Examples:</a:t>
            </a:r>
            <a:endParaRPr lang="en-GB" sz="1300" dirty="0"/>
          </a:p>
          <a:p>
            <a:r>
              <a:rPr lang="en-GB" sz="1300" dirty="0"/>
              <a:t>Nobody should feel excluded from visiting the museum.</a:t>
            </a:r>
          </a:p>
          <a:p>
            <a:r>
              <a:rPr lang="en-GB" sz="1300" dirty="0"/>
              <a:t>Art is everywhere in this neighbourhood.</a:t>
            </a:r>
          </a:p>
          <a:p>
            <a:r>
              <a:rPr lang="en-GB" sz="1300" dirty="0"/>
              <a:t>Everybody has a right to appreciate different art forms.</a:t>
            </a:r>
          </a:p>
          <a:p>
            <a:r>
              <a:rPr lang="en-GB" sz="1300" dirty="0"/>
              <a:t>You’ll find something interesting everywhere you go in the art district.</a:t>
            </a:r>
          </a:p>
          <a:p>
            <a:endParaRPr lang="en-GB" sz="1300" dirty="0"/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8743EAD2-6C7D-4DA9-0E38-A0BD1B0A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51" r="22217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1463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1EB92B-BCB7-3531-8D43-59F16CD3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35" r="16246" b="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040F2-A28B-4622-2680-2F442DF7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 dirty="0"/>
              <a:t>Practice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86C430-D1B4-ABA3-47DC-5BEAA575EC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____ wants to miss the opening night at the theater.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Art can be seen ____ around the world.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____ should feel excluded from public art events.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____ in the neighborhood knows about the festival. </a:t>
            </a:r>
          </a:p>
        </p:txBody>
      </p:sp>
    </p:spTree>
    <p:extLst>
      <p:ext uri="{BB962C8B-B14F-4D97-AF65-F5344CB8AC3E}">
        <p14:creationId xmlns:p14="http://schemas.microsoft.com/office/powerpoint/2010/main" val="170498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9E528-FA4F-3C56-F38F-466810B2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8000"/>
              <a:t>Answers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332791-C02A-6A54-A7A2-B6C101259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52769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9814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mpty street surrounded with buildings">
            <a:extLst>
              <a:ext uri="{FF2B5EF4-FFF2-40B4-BE49-F238E27FC236}">
                <a16:creationId xmlns:a16="http://schemas.microsoft.com/office/drawing/2014/main" id="{E96347D4-C4B3-E318-7CE0-1517C40D1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25" r="11909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3105E-3CF0-335B-5E15-FC3A1580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GB" sz="4000"/>
              <a:t>Practice together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D38EF7-0727-2A94-4811-815DF0E71F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1" y="2884929"/>
            <a:ext cx="4659756" cy="3374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There are only ___ seats left for the play.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____ is invited to join the art workshop.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The museum has ___ items from that period. </a:t>
            </a:r>
            <a:endParaRPr lang="en-US" altLang="en-US" sz="200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You will see street art ____ in the downtown area. </a:t>
            </a:r>
          </a:p>
        </p:txBody>
      </p:sp>
    </p:spTree>
    <p:extLst>
      <p:ext uri="{BB962C8B-B14F-4D97-AF65-F5344CB8AC3E}">
        <p14:creationId xmlns:p14="http://schemas.microsoft.com/office/powerpoint/2010/main" val="1622716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C0049-8385-7A64-A3A2-754DA86C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8000"/>
              <a:t>Answers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01D57B66-A0F8-586D-A520-D6A51D50A3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20812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9454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EF34E-7A58-0256-C651-D562F336E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/>
              <a:t>Discussion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F9F3268-4AB0-4753-C076-ED6CC3E63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21136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0840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2544</TotalTime>
  <Words>1066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Art and culture 2</vt:lpstr>
      <vt:lpstr>Warm up</vt:lpstr>
      <vt:lpstr>Art Forms &amp; Roles</vt:lpstr>
      <vt:lpstr>Vocabulary</vt:lpstr>
      <vt:lpstr>Vocabulary</vt:lpstr>
      <vt:lpstr>Few/Little vs. A Few/A Little</vt:lpstr>
      <vt:lpstr>Practice </vt:lpstr>
      <vt:lpstr>Answers</vt:lpstr>
      <vt:lpstr>No- and Every- Compounds</vt:lpstr>
      <vt:lpstr>Practice</vt:lpstr>
      <vt:lpstr>Answers</vt:lpstr>
      <vt:lpstr>Practice together</vt:lpstr>
      <vt:lpstr>Answers</vt:lpstr>
      <vt:lpstr>Discussion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Clarke, Theodore James Dalgliesh</cp:lastModifiedBy>
  <cp:revision>55</cp:revision>
  <dcterms:created xsi:type="dcterms:W3CDTF">2024-05-27T11:38:08Z</dcterms:created>
  <dcterms:modified xsi:type="dcterms:W3CDTF">2024-10-28T12:13:49Z</dcterms:modified>
</cp:coreProperties>
</file>