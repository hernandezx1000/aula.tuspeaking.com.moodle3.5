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69" r:id="rId5"/>
    <p:sldId id="270" r:id="rId6"/>
    <p:sldId id="271" r:id="rId7"/>
    <p:sldId id="272" r:id="rId8"/>
    <p:sldId id="273" r:id="rId9"/>
    <p:sldId id="275" r:id="rId10"/>
    <p:sldId id="274" r:id="rId11"/>
    <p:sldId id="276" r:id="rId12"/>
    <p:sldId id="277"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3" d="100"/>
          <a:sy n="103" d="100"/>
        </p:scale>
        <p:origin x="126"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051B5B-167E-4CF0-9C91-BB28CEC224F1}"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990BE2B4-FB66-466C-8A3C-D4691C34639E}">
      <dgm:prSet/>
      <dgm:spPr/>
      <dgm:t>
        <a:bodyPr/>
        <a:lstStyle/>
        <a:p>
          <a:r>
            <a:rPr lang="en-GB" b="1"/>
            <a:t>Theme:</a:t>
          </a:r>
          <a:r>
            <a:rPr lang="en-GB"/>
            <a:t> The central topic or idea explored in a text.</a:t>
          </a:r>
          <a:endParaRPr lang="en-US"/>
        </a:p>
      </dgm:t>
    </dgm:pt>
    <dgm:pt modelId="{E7583A23-788B-4C2C-B548-D2791461D048}" type="parTrans" cxnId="{E5478B4F-8287-445F-BFD4-37BDF4B27183}">
      <dgm:prSet/>
      <dgm:spPr/>
      <dgm:t>
        <a:bodyPr/>
        <a:lstStyle/>
        <a:p>
          <a:endParaRPr lang="en-US"/>
        </a:p>
      </dgm:t>
    </dgm:pt>
    <dgm:pt modelId="{3AE436C6-81D5-48A2-B5E6-F5609F1BBFEC}" type="sibTrans" cxnId="{E5478B4F-8287-445F-BFD4-37BDF4B27183}">
      <dgm:prSet/>
      <dgm:spPr/>
      <dgm:t>
        <a:bodyPr/>
        <a:lstStyle/>
        <a:p>
          <a:endParaRPr lang="en-US"/>
        </a:p>
      </dgm:t>
    </dgm:pt>
    <dgm:pt modelId="{74ABC65B-F2A9-4B53-A778-5722062DB930}">
      <dgm:prSet/>
      <dgm:spPr/>
      <dgm:t>
        <a:bodyPr/>
        <a:lstStyle/>
        <a:p>
          <a:r>
            <a:rPr lang="en-GB" b="1"/>
            <a:t>Character:</a:t>
          </a:r>
          <a:r>
            <a:rPr lang="en-GB"/>
            <a:t> A person or being in a narrative, drama, or poem.</a:t>
          </a:r>
          <a:endParaRPr lang="en-US"/>
        </a:p>
      </dgm:t>
    </dgm:pt>
    <dgm:pt modelId="{DC4F87A7-0C7C-4278-8F8A-99012D233AD1}" type="parTrans" cxnId="{C73224BC-8A9C-43D9-A3C3-F369E58D0188}">
      <dgm:prSet/>
      <dgm:spPr/>
      <dgm:t>
        <a:bodyPr/>
        <a:lstStyle/>
        <a:p>
          <a:endParaRPr lang="en-US"/>
        </a:p>
      </dgm:t>
    </dgm:pt>
    <dgm:pt modelId="{1B804DBD-353B-4E9F-BB62-959B09DA34F7}" type="sibTrans" cxnId="{C73224BC-8A9C-43D9-A3C3-F369E58D0188}">
      <dgm:prSet/>
      <dgm:spPr/>
      <dgm:t>
        <a:bodyPr/>
        <a:lstStyle/>
        <a:p>
          <a:endParaRPr lang="en-US"/>
        </a:p>
      </dgm:t>
    </dgm:pt>
    <dgm:pt modelId="{77DAF82B-0F39-4ADD-89EB-585E933E75A3}">
      <dgm:prSet/>
      <dgm:spPr/>
      <dgm:t>
        <a:bodyPr/>
        <a:lstStyle/>
        <a:p>
          <a:r>
            <a:rPr lang="en-GB" b="1"/>
            <a:t>Plot:</a:t>
          </a:r>
          <a:r>
            <a:rPr lang="en-GB"/>
            <a:t> The sequence of events in a story.</a:t>
          </a:r>
          <a:endParaRPr lang="en-US"/>
        </a:p>
      </dgm:t>
    </dgm:pt>
    <dgm:pt modelId="{F2810146-8614-43A1-8EB9-3AA4165A1B72}" type="parTrans" cxnId="{06C53956-CE93-40C7-8597-5DE0C4F20523}">
      <dgm:prSet/>
      <dgm:spPr/>
      <dgm:t>
        <a:bodyPr/>
        <a:lstStyle/>
        <a:p>
          <a:endParaRPr lang="en-US"/>
        </a:p>
      </dgm:t>
    </dgm:pt>
    <dgm:pt modelId="{75ADC235-A294-41AA-8C73-2ED0246EC382}" type="sibTrans" cxnId="{06C53956-CE93-40C7-8597-5DE0C4F20523}">
      <dgm:prSet/>
      <dgm:spPr/>
      <dgm:t>
        <a:bodyPr/>
        <a:lstStyle/>
        <a:p>
          <a:endParaRPr lang="en-US"/>
        </a:p>
      </dgm:t>
    </dgm:pt>
    <dgm:pt modelId="{9FB9C023-A5A5-4B64-BC15-0B6162E74A33}">
      <dgm:prSet/>
      <dgm:spPr/>
      <dgm:t>
        <a:bodyPr/>
        <a:lstStyle/>
        <a:p>
          <a:r>
            <a:rPr lang="en-GB" b="1"/>
            <a:t>Setting:</a:t>
          </a:r>
          <a:r>
            <a:rPr lang="en-GB"/>
            <a:t> The time and place in which a story takes place.</a:t>
          </a:r>
          <a:endParaRPr lang="en-US"/>
        </a:p>
      </dgm:t>
    </dgm:pt>
    <dgm:pt modelId="{8932AD1D-3543-4BF8-A270-B06E5728FAC4}" type="parTrans" cxnId="{D7010E92-ADC6-4C2E-8A65-6B7CFC0DA526}">
      <dgm:prSet/>
      <dgm:spPr/>
      <dgm:t>
        <a:bodyPr/>
        <a:lstStyle/>
        <a:p>
          <a:endParaRPr lang="en-US"/>
        </a:p>
      </dgm:t>
    </dgm:pt>
    <dgm:pt modelId="{A247FA4C-C89D-4910-8F0A-2488559D5D34}" type="sibTrans" cxnId="{D7010E92-ADC6-4C2E-8A65-6B7CFC0DA526}">
      <dgm:prSet/>
      <dgm:spPr/>
      <dgm:t>
        <a:bodyPr/>
        <a:lstStyle/>
        <a:p>
          <a:endParaRPr lang="en-US"/>
        </a:p>
      </dgm:t>
    </dgm:pt>
    <dgm:pt modelId="{1A44326A-4B00-4C5B-85DC-5897055702E8}">
      <dgm:prSet/>
      <dgm:spPr/>
      <dgm:t>
        <a:bodyPr/>
        <a:lstStyle/>
        <a:p>
          <a:r>
            <a:rPr lang="en-GB" b="1"/>
            <a:t>Tone:</a:t>
          </a:r>
          <a:r>
            <a:rPr lang="en-GB"/>
            <a:t> The author's attitude toward the subject.</a:t>
          </a:r>
          <a:endParaRPr lang="en-US"/>
        </a:p>
      </dgm:t>
    </dgm:pt>
    <dgm:pt modelId="{7D56D81A-BCC1-4A17-91CC-F93146611DB1}" type="parTrans" cxnId="{6B887199-233B-4F4C-8D2A-BAFF4372387D}">
      <dgm:prSet/>
      <dgm:spPr/>
      <dgm:t>
        <a:bodyPr/>
        <a:lstStyle/>
        <a:p>
          <a:endParaRPr lang="en-US"/>
        </a:p>
      </dgm:t>
    </dgm:pt>
    <dgm:pt modelId="{C3D9BAF0-0BFB-4EC8-8E24-D549E3507393}" type="sibTrans" cxnId="{6B887199-233B-4F4C-8D2A-BAFF4372387D}">
      <dgm:prSet/>
      <dgm:spPr/>
      <dgm:t>
        <a:bodyPr/>
        <a:lstStyle/>
        <a:p>
          <a:endParaRPr lang="en-US"/>
        </a:p>
      </dgm:t>
    </dgm:pt>
    <dgm:pt modelId="{192F1ED1-0FD2-4B71-B551-E33B4617AB5C}">
      <dgm:prSet/>
      <dgm:spPr/>
      <dgm:t>
        <a:bodyPr/>
        <a:lstStyle/>
        <a:p>
          <a:r>
            <a:rPr lang="en-GB" b="1"/>
            <a:t>Point of View:</a:t>
          </a:r>
          <a:r>
            <a:rPr lang="en-GB"/>
            <a:t> The perspective from which a story is told.</a:t>
          </a:r>
          <a:endParaRPr lang="en-US"/>
        </a:p>
      </dgm:t>
    </dgm:pt>
    <dgm:pt modelId="{148C92B9-AC21-4D80-B629-B609D38BCFEF}" type="parTrans" cxnId="{6CDFBA33-8FA0-40A1-8B7F-B77A144EAEC6}">
      <dgm:prSet/>
      <dgm:spPr/>
      <dgm:t>
        <a:bodyPr/>
        <a:lstStyle/>
        <a:p>
          <a:endParaRPr lang="en-US"/>
        </a:p>
      </dgm:t>
    </dgm:pt>
    <dgm:pt modelId="{CD3A160A-2981-41BD-9607-63FCC697CB1A}" type="sibTrans" cxnId="{6CDFBA33-8FA0-40A1-8B7F-B77A144EAEC6}">
      <dgm:prSet/>
      <dgm:spPr/>
      <dgm:t>
        <a:bodyPr/>
        <a:lstStyle/>
        <a:p>
          <a:endParaRPr lang="en-US"/>
        </a:p>
      </dgm:t>
    </dgm:pt>
    <dgm:pt modelId="{5BC67A99-850D-4F8C-92D8-C0ED5678627C}" type="pres">
      <dgm:prSet presAssocID="{79051B5B-167E-4CF0-9C91-BB28CEC224F1}" presName="root" presStyleCnt="0">
        <dgm:presLayoutVars>
          <dgm:dir/>
          <dgm:resizeHandles val="exact"/>
        </dgm:presLayoutVars>
      </dgm:prSet>
      <dgm:spPr/>
    </dgm:pt>
    <dgm:pt modelId="{729DC92B-91A8-4277-B485-761DC52E790A}" type="pres">
      <dgm:prSet presAssocID="{990BE2B4-FB66-466C-8A3C-D4691C34639E}" presName="compNode" presStyleCnt="0"/>
      <dgm:spPr/>
    </dgm:pt>
    <dgm:pt modelId="{CD412C71-4531-4EE0-9F5F-8E37693F0976}" type="pres">
      <dgm:prSet presAssocID="{990BE2B4-FB66-466C-8A3C-D4691C34639E}"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Quotation Mark"/>
        </a:ext>
      </dgm:extLst>
    </dgm:pt>
    <dgm:pt modelId="{294756D0-D3CB-4C1A-8842-1F013CA62218}" type="pres">
      <dgm:prSet presAssocID="{990BE2B4-FB66-466C-8A3C-D4691C34639E}" presName="spaceRect" presStyleCnt="0"/>
      <dgm:spPr/>
    </dgm:pt>
    <dgm:pt modelId="{09A83C1B-A046-474B-BAFF-8B82299016BD}" type="pres">
      <dgm:prSet presAssocID="{990BE2B4-FB66-466C-8A3C-D4691C34639E}" presName="textRect" presStyleLbl="revTx" presStyleIdx="0" presStyleCnt="6">
        <dgm:presLayoutVars>
          <dgm:chMax val="1"/>
          <dgm:chPref val="1"/>
        </dgm:presLayoutVars>
      </dgm:prSet>
      <dgm:spPr/>
    </dgm:pt>
    <dgm:pt modelId="{728DA400-21C0-44DB-B212-285731FF3651}" type="pres">
      <dgm:prSet presAssocID="{3AE436C6-81D5-48A2-B5E6-F5609F1BBFEC}" presName="sibTrans" presStyleCnt="0"/>
      <dgm:spPr/>
    </dgm:pt>
    <dgm:pt modelId="{1F05C8CE-4B40-4EC9-AB4E-AD6E0D95BA23}" type="pres">
      <dgm:prSet presAssocID="{74ABC65B-F2A9-4B53-A778-5722062DB930}" presName="compNode" presStyleCnt="0"/>
      <dgm:spPr/>
    </dgm:pt>
    <dgm:pt modelId="{FB5FC0C0-45F2-4439-AF55-784302521449}" type="pres">
      <dgm:prSet presAssocID="{74ABC65B-F2A9-4B53-A778-5722062DB93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ama"/>
        </a:ext>
      </dgm:extLst>
    </dgm:pt>
    <dgm:pt modelId="{37A6DFCA-027A-4EEE-BB3B-C929EC62D84F}" type="pres">
      <dgm:prSet presAssocID="{74ABC65B-F2A9-4B53-A778-5722062DB930}" presName="spaceRect" presStyleCnt="0"/>
      <dgm:spPr/>
    </dgm:pt>
    <dgm:pt modelId="{0D424559-601A-4121-81B3-397B03E304B4}" type="pres">
      <dgm:prSet presAssocID="{74ABC65B-F2A9-4B53-A778-5722062DB930}" presName="textRect" presStyleLbl="revTx" presStyleIdx="1" presStyleCnt="6">
        <dgm:presLayoutVars>
          <dgm:chMax val="1"/>
          <dgm:chPref val="1"/>
        </dgm:presLayoutVars>
      </dgm:prSet>
      <dgm:spPr/>
    </dgm:pt>
    <dgm:pt modelId="{CA1D5680-EC04-4EF0-BD72-1B4572208C2F}" type="pres">
      <dgm:prSet presAssocID="{1B804DBD-353B-4E9F-BB62-959B09DA34F7}" presName="sibTrans" presStyleCnt="0"/>
      <dgm:spPr/>
    </dgm:pt>
    <dgm:pt modelId="{C5C09589-E365-458E-B05D-34B6059E9CAA}" type="pres">
      <dgm:prSet presAssocID="{77DAF82B-0F39-4ADD-89EB-585E933E75A3}" presName="compNode" presStyleCnt="0"/>
      <dgm:spPr/>
    </dgm:pt>
    <dgm:pt modelId="{D39A8423-9155-443B-9E47-3D88E5A0B3FC}" type="pres">
      <dgm:prSet presAssocID="{77DAF82B-0F39-4ADD-89EB-585E933E75A3}"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work Diagram"/>
        </a:ext>
      </dgm:extLst>
    </dgm:pt>
    <dgm:pt modelId="{2E166E2B-7C75-463F-93D5-A76DEA42987F}" type="pres">
      <dgm:prSet presAssocID="{77DAF82B-0F39-4ADD-89EB-585E933E75A3}" presName="spaceRect" presStyleCnt="0"/>
      <dgm:spPr/>
    </dgm:pt>
    <dgm:pt modelId="{0EC95F44-2C5B-4E28-A25F-7A0102E871AC}" type="pres">
      <dgm:prSet presAssocID="{77DAF82B-0F39-4ADD-89EB-585E933E75A3}" presName="textRect" presStyleLbl="revTx" presStyleIdx="2" presStyleCnt="6">
        <dgm:presLayoutVars>
          <dgm:chMax val="1"/>
          <dgm:chPref val="1"/>
        </dgm:presLayoutVars>
      </dgm:prSet>
      <dgm:spPr/>
    </dgm:pt>
    <dgm:pt modelId="{6E929B1D-D363-45C1-93BA-2A614942A89D}" type="pres">
      <dgm:prSet presAssocID="{75ADC235-A294-41AA-8C73-2ED0246EC382}" presName="sibTrans" presStyleCnt="0"/>
      <dgm:spPr/>
    </dgm:pt>
    <dgm:pt modelId="{4CBB7DFE-89C2-4099-801B-B3A75677BBDF}" type="pres">
      <dgm:prSet presAssocID="{9FB9C023-A5A5-4B64-BC15-0B6162E74A33}" presName="compNode" presStyleCnt="0"/>
      <dgm:spPr/>
    </dgm:pt>
    <dgm:pt modelId="{79368733-A7D0-4F81-8691-EC3453221D02}" type="pres">
      <dgm:prSet presAssocID="{9FB9C023-A5A5-4B64-BC15-0B6162E74A33}"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opwatch"/>
        </a:ext>
      </dgm:extLst>
    </dgm:pt>
    <dgm:pt modelId="{F255CD40-5761-4C4E-865F-B62D5A8AC139}" type="pres">
      <dgm:prSet presAssocID="{9FB9C023-A5A5-4B64-BC15-0B6162E74A33}" presName="spaceRect" presStyleCnt="0"/>
      <dgm:spPr/>
    </dgm:pt>
    <dgm:pt modelId="{C48D7DDB-677C-463D-A34D-E9531A63F173}" type="pres">
      <dgm:prSet presAssocID="{9FB9C023-A5A5-4B64-BC15-0B6162E74A33}" presName="textRect" presStyleLbl="revTx" presStyleIdx="3" presStyleCnt="6">
        <dgm:presLayoutVars>
          <dgm:chMax val="1"/>
          <dgm:chPref val="1"/>
        </dgm:presLayoutVars>
      </dgm:prSet>
      <dgm:spPr/>
    </dgm:pt>
    <dgm:pt modelId="{C52DEEC8-54FD-48BD-A296-C23D63EE4E9D}" type="pres">
      <dgm:prSet presAssocID="{A247FA4C-C89D-4910-8F0A-2488559D5D34}" presName="sibTrans" presStyleCnt="0"/>
      <dgm:spPr/>
    </dgm:pt>
    <dgm:pt modelId="{FA50D912-6E52-4140-B40D-AB252EF938F9}" type="pres">
      <dgm:prSet presAssocID="{1A44326A-4B00-4C5B-85DC-5897055702E8}" presName="compNode" presStyleCnt="0"/>
      <dgm:spPr/>
    </dgm:pt>
    <dgm:pt modelId="{243EBC3C-1D7F-4CA4-B1EA-C343B661C1CE}" type="pres">
      <dgm:prSet presAssocID="{1A44326A-4B00-4C5B-85DC-5897055702E8}"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Exclamation Mark"/>
        </a:ext>
      </dgm:extLst>
    </dgm:pt>
    <dgm:pt modelId="{9EC6B437-4182-4BA5-BF20-10C996CE8744}" type="pres">
      <dgm:prSet presAssocID="{1A44326A-4B00-4C5B-85DC-5897055702E8}" presName="spaceRect" presStyleCnt="0"/>
      <dgm:spPr/>
    </dgm:pt>
    <dgm:pt modelId="{F05FB225-B02C-4618-B8FC-0FFA4E72E652}" type="pres">
      <dgm:prSet presAssocID="{1A44326A-4B00-4C5B-85DC-5897055702E8}" presName="textRect" presStyleLbl="revTx" presStyleIdx="4" presStyleCnt="6">
        <dgm:presLayoutVars>
          <dgm:chMax val="1"/>
          <dgm:chPref val="1"/>
        </dgm:presLayoutVars>
      </dgm:prSet>
      <dgm:spPr/>
    </dgm:pt>
    <dgm:pt modelId="{E842E5F6-62C7-4663-8E60-F00786D83A07}" type="pres">
      <dgm:prSet presAssocID="{C3D9BAF0-0BFB-4EC8-8E24-D549E3507393}" presName="sibTrans" presStyleCnt="0"/>
      <dgm:spPr/>
    </dgm:pt>
    <dgm:pt modelId="{6CC4C854-8D12-4F02-93BC-AA3C5CF495EA}" type="pres">
      <dgm:prSet presAssocID="{192F1ED1-0FD2-4B71-B551-E33B4617AB5C}" presName="compNode" presStyleCnt="0"/>
      <dgm:spPr/>
    </dgm:pt>
    <dgm:pt modelId="{B095DF0E-90DF-4FED-BAB7-E5FC949AE27F}" type="pres">
      <dgm:prSet presAssocID="{192F1ED1-0FD2-4B71-B551-E33B4617AB5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ursor"/>
        </a:ext>
      </dgm:extLst>
    </dgm:pt>
    <dgm:pt modelId="{66DD229F-48BF-4BD5-BA0E-F02B7226B1C1}" type="pres">
      <dgm:prSet presAssocID="{192F1ED1-0FD2-4B71-B551-E33B4617AB5C}" presName="spaceRect" presStyleCnt="0"/>
      <dgm:spPr/>
    </dgm:pt>
    <dgm:pt modelId="{218F8F8C-E768-4FCB-B083-6A0E0A74CEFC}" type="pres">
      <dgm:prSet presAssocID="{192F1ED1-0FD2-4B71-B551-E33B4617AB5C}" presName="textRect" presStyleLbl="revTx" presStyleIdx="5" presStyleCnt="6">
        <dgm:presLayoutVars>
          <dgm:chMax val="1"/>
          <dgm:chPref val="1"/>
        </dgm:presLayoutVars>
      </dgm:prSet>
      <dgm:spPr/>
    </dgm:pt>
  </dgm:ptLst>
  <dgm:cxnLst>
    <dgm:cxn modelId="{5FC2CC2F-DCBB-4470-9C4B-C7D47F1BADF7}" type="presOf" srcId="{1A44326A-4B00-4C5B-85DC-5897055702E8}" destId="{F05FB225-B02C-4618-B8FC-0FFA4E72E652}" srcOrd="0" destOrd="0" presId="urn:microsoft.com/office/officeart/2018/2/layout/IconLabelList"/>
    <dgm:cxn modelId="{6CDFBA33-8FA0-40A1-8B7F-B77A144EAEC6}" srcId="{79051B5B-167E-4CF0-9C91-BB28CEC224F1}" destId="{192F1ED1-0FD2-4B71-B551-E33B4617AB5C}" srcOrd="5" destOrd="0" parTransId="{148C92B9-AC21-4D80-B629-B609D38BCFEF}" sibTransId="{CD3A160A-2981-41BD-9607-63FCC697CB1A}"/>
    <dgm:cxn modelId="{0143183A-4F34-4FAB-B3FC-01CAF5BEE0D6}" type="presOf" srcId="{9FB9C023-A5A5-4B64-BC15-0B6162E74A33}" destId="{C48D7DDB-677C-463D-A34D-E9531A63F173}" srcOrd="0" destOrd="0" presId="urn:microsoft.com/office/officeart/2018/2/layout/IconLabelList"/>
    <dgm:cxn modelId="{306EC94C-8A58-4EF1-89F1-1DB38023E825}" type="presOf" srcId="{77DAF82B-0F39-4ADD-89EB-585E933E75A3}" destId="{0EC95F44-2C5B-4E28-A25F-7A0102E871AC}" srcOrd="0" destOrd="0" presId="urn:microsoft.com/office/officeart/2018/2/layout/IconLabelList"/>
    <dgm:cxn modelId="{E5478B4F-8287-445F-BFD4-37BDF4B27183}" srcId="{79051B5B-167E-4CF0-9C91-BB28CEC224F1}" destId="{990BE2B4-FB66-466C-8A3C-D4691C34639E}" srcOrd="0" destOrd="0" parTransId="{E7583A23-788B-4C2C-B548-D2791461D048}" sibTransId="{3AE436C6-81D5-48A2-B5E6-F5609F1BBFEC}"/>
    <dgm:cxn modelId="{06C53956-CE93-40C7-8597-5DE0C4F20523}" srcId="{79051B5B-167E-4CF0-9C91-BB28CEC224F1}" destId="{77DAF82B-0F39-4ADD-89EB-585E933E75A3}" srcOrd="2" destOrd="0" parTransId="{F2810146-8614-43A1-8EB9-3AA4165A1B72}" sibTransId="{75ADC235-A294-41AA-8C73-2ED0246EC382}"/>
    <dgm:cxn modelId="{D7010E92-ADC6-4C2E-8A65-6B7CFC0DA526}" srcId="{79051B5B-167E-4CF0-9C91-BB28CEC224F1}" destId="{9FB9C023-A5A5-4B64-BC15-0B6162E74A33}" srcOrd="3" destOrd="0" parTransId="{8932AD1D-3543-4BF8-A270-B06E5728FAC4}" sibTransId="{A247FA4C-C89D-4910-8F0A-2488559D5D34}"/>
    <dgm:cxn modelId="{6B887199-233B-4F4C-8D2A-BAFF4372387D}" srcId="{79051B5B-167E-4CF0-9C91-BB28CEC224F1}" destId="{1A44326A-4B00-4C5B-85DC-5897055702E8}" srcOrd="4" destOrd="0" parTransId="{7D56D81A-BCC1-4A17-91CC-F93146611DB1}" sibTransId="{C3D9BAF0-0BFB-4EC8-8E24-D549E3507393}"/>
    <dgm:cxn modelId="{6E7EC4A7-6CA4-4A2F-81FE-06070D7516C2}" type="presOf" srcId="{74ABC65B-F2A9-4B53-A778-5722062DB930}" destId="{0D424559-601A-4121-81B3-397B03E304B4}" srcOrd="0" destOrd="0" presId="urn:microsoft.com/office/officeart/2018/2/layout/IconLabelList"/>
    <dgm:cxn modelId="{1EDA96B5-F8AC-42FE-995C-32B0CA525837}" type="presOf" srcId="{192F1ED1-0FD2-4B71-B551-E33B4617AB5C}" destId="{218F8F8C-E768-4FCB-B083-6A0E0A74CEFC}" srcOrd="0" destOrd="0" presId="urn:microsoft.com/office/officeart/2018/2/layout/IconLabelList"/>
    <dgm:cxn modelId="{850804BC-C005-41F4-AEF7-90A1080211F2}" type="presOf" srcId="{79051B5B-167E-4CF0-9C91-BB28CEC224F1}" destId="{5BC67A99-850D-4F8C-92D8-C0ED5678627C}" srcOrd="0" destOrd="0" presId="urn:microsoft.com/office/officeart/2018/2/layout/IconLabelList"/>
    <dgm:cxn modelId="{C73224BC-8A9C-43D9-A3C3-F369E58D0188}" srcId="{79051B5B-167E-4CF0-9C91-BB28CEC224F1}" destId="{74ABC65B-F2A9-4B53-A778-5722062DB930}" srcOrd="1" destOrd="0" parTransId="{DC4F87A7-0C7C-4278-8F8A-99012D233AD1}" sibTransId="{1B804DBD-353B-4E9F-BB62-959B09DA34F7}"/>
    <dgm:cxn modelId="{6910ADF2-8863-4B24-8308-CF385CDC26DA}" type="presOf" srcId="{990BE2B4-FB66-466C-8A3C-D4691C34639E}" destId="{09A83C1B-A046-474B-BAFF-8B82299016BD}" srcOrd="0" destOrd="0" presId="urn:microsoft.com/office/officeart/2018/2/layout/IconLabelList"/>
    <dgm:cxn modelId="{4B204F9C-A877-4C6C-B4C6-66D1676B5CA5}" type="presParOf" srcId="{5BC67A99-850D-4F8C-92D8-C0ED5678627C}" destId="{729DC92B-91A8-4277-B485-761DC52E790A}" srcOrd="0" destOrd="0" presId="urn:microsoft.com/office/officeart/2018/2/layout/IconLabelList"/>
    <dgm:cxn modelId="{305D81F4-F793-4F8B-9FED-F7185BCBE5D2}" type="presParOf" srcId="{729DC92B-91A8-4277-B485-761DC52E790A}" destId="{CD412C71-4531-4EE0-9F5F-8E37693F0976}" srcOrd="0" destOrd="0" presId="urn:microsoft.com/office/officeart/2018/2/layout/IconLabelList"/>
    <dgm:cxn modelId="{031A7DB4-1C10-4172-8EA0-2861C0FAE301}" type="presParOf" srcId="{729DC92B-91A8-4277-B485-761DC52E790A}" destId="{294756D0-D3CB-4C1A-8842-1F013CA62218}" srcOrd="1" destOrd="0" presId="urn:microsoft.com/office/officeart/2018/2/layout/IconLabelList"/>
    <dgm:cxn modelId="{025DA601-F8BC-46F6-987A-0CC60EDCC2F5}" type="presParOf" srcId="{729DC92B-91A8-4277-B485-761DC52E790A}" destId="{09A83C1B-A046-474B-BAFF-8B82299016BD}" srcOrd="2" destOrd="0" presId="urn:microsoft.com/office/officeart/2018/2/layout/IconLabelList"/>
    <dgm:cxn modelId="{9A4F59FA-7576-44D9-A39C-B094E3AF0CC3}" type="presParOf" srcId="{5BC67A99-850D-4F8C-92D8-C0ED5678627C}" destId="{728DA400-21C0-44DB-B212-285731FF3651}" srcOrd="1" destOrd="0" presId="urn:microsoft.com/office/officeart/2018/2/layout/IconLabelList"/>
    <dgm:cxn modelId="{78D45843-E0E8-4A9B-A449-AAD40017EA6A}" type="presParOf" srcId="{5BC67A99-850D-4F8C-92D8-C0ED5678627C}" destId="{1F05C8CE-4B40-4EC9-AB4E-AD6E0D95BA23}" srcOrd="2" destOrd="0" presId="urn:microsoft.com/office/officeart/2018/2/layout/IconLabelList"/>
    <dgm:cxn modelId="{30994BF4-6A6D-45BD-9E43-A2A15133DAB7}" type="presParOf" srcId="{1F05C8CE-4B40-4EC9-AB4E-AD6E0D95BA23}" destId="{FB5FC0C0-45F2-4439-AF55-784302521449}" srcOrd="0" destOrd="0" presId="urn:microsoft.com/office/officeart/2018/2/layout/IconLabelList"/>
    <dgm:cxn modelId="{DC3A887C-90B0-4D26-8DAB-E1CC58089245}" type="presParOf" srcId="{1F05C8CE-4B40-4EC9-AB4E-AD6E0D95BA23}" destId="{37A6DFCA-027A-4EEE-BB3B-C929EC62D84F}" srcOrd="1" destOrd="0" presId="urn:microsoft.com/office/officeart/2018/2/layout/IconLabelList"/>
    <dgm:cxn modelId="{C9D47B38-DF9E-4FBB-8187-EAEA650BAD9D}" type="presParOf" srcId="{1F05C8CE-4B40-4EC9-AB4E-AD6E0D95BA23}" destId="{0D424559-601A-4121-81B3-397B03E304B4}" srcOrd="2" destOrd="0" presId="urn:microsoft.com/office/officeart/2018/2/layout/IconLabelList"/>
    <dgm:cxn modelId="{6D3FC72F-2DA5-4103-BB88-76558B1270B8}" type="presParOf" srcId="{5BC67A99-850D-4F8C-92D8-C0ED5678627C}" destId="{CA1D5680-EC04-4EF0-BD72-1B4572208C2F}" srcOrd="3" destOrd="0" presId="urn:microsoft.com/office/officeart/2018/2/layout/IconLabelList"/>
    <dgm:cxn modelId="{F0DC7BAC-A076-4D3A-9726-6283FD8575E7}" type="presParOf" srcId="{5BC67A99-850D-4F8C-92D8-C0ED5678627C}" destId="{C5C09589-E365-458E-B05D-34B6059E9CAA}" srcOrd="4" destOrd="0" presId="urn:microsoft.com/office/officeart/2018/2/layout/IconLabelList"/>
    <dgm:cxn modelId="{6CC3DF87-2DFF-4907-9A01-D0F9E841115D}" type="presParOf" srcId="{C5C09589-E365-458E-B05D-34B6059E9CAA}" destId="{D39A8423-9155-443B-9E47-3D88E5A0B3FC}" srcOrd="0" destOrd="0" presId="urn:microsoft.com/office/officeart/2018/2/layout/IconLabelList"/>
    <dgm:cxn modelId="{34B7C7E9-2E4B-45AD-8D4A-B29E008B6095}" type="presParOf" srcId="{C5C09589-E365-458E-B05D-34B6059E9CAA}" destId="{2E166E2B-7C75-463F-93D5-A76DEA42987F}" srcOrd="1" destOrd="0" presId="urn:microsoft.com/office/officeart/2018/2/layout/IconLabelList"/>
    <dgm:cxn modelId="{3BAF3309-CE72-42CE-BFC6-F38BBA1B1D32}" type="presParOf" srcId="{C5C09589-E365-458E-B05D-34B6059E9CAA}" destId="{0EC95F44-2C5B-4E28-A25F-7A0102E871AC}" srcOrd="2" destOrd="0" presId="urn:microsoft.com/office/officeart/2018/2/layout/IconLabelList"/>
    <dgm:cxn modelId="{D423BC52-15E5-4F94-B001-3DCCF871F8D8}" type="presParOf" srcId="{5BC67A99-850D-4F8C-92D8-C0ED5678627C}" destId="{6E929B1D-D363-45C1-93BA-2A614942A89D}" srcOrd="5" destOrd="0" presId="urn:microsoft.com/office/officeart/2018/2/layout/IconLabelList"/>
    <dgm:cxn modelId="{57FCDF09-0675-4C1B-978C-A0986567C1F0}" type="presParOf" srcId="{5BC67A99-850D-4F8C-92D8-C0ED5678627C}" destId="{4CBB7DFE-89C2-4099-801B-B3A75677BBDF}" srcOrd="6" destOrd="0" presId="urn:microsoft.com/office/officeart/2018/2/layout/IconLabelList"/>
    <dgm:cxn modelId="{CDF15A0A-1980-450D-8F3D-4C4A5C8C8265}" type="presParOf" srcId="{4CBB7DFE-89C2-4099-801B-B3A75677BBDF}" destId="{79368733-A7D0-4F81-8691-EC3453221D02}" srcOrd="0" destOrd="0" presId="urn:microsoft.com/office/officeart/2018/2/layout/IconLabelList"/>
    <dgm:cxn modelId="{227C112A-56C1-4861-B4A2-2B40976EA70B}" type="presParOf" srcId="{4CBB7DFE-89C2-4099-801B-B3A75677BBDF}" destId="{F255CD40-5761-4C4E-865F-B62D5A8AC139}" srcOrd="1" destOrd="0" presId="urn:microsoft.com/office/officeart/2018/2/layout/IconLabelList"/>
    <dgm:cxn modelId="{7D33D0F7-32FD-4443-86A3-8A15633E57A4}" type="presParOf" srcId="{4CBB7DFE-89C2-4099-801B-B3A75677BBDF}" destId="{C48D7DDB-677C-463D-A34D-E9531A63F173}" srcOrd="2" destOrd="0" presId="urn:microsoft.com/office/officeart/2018/2/layout/IconLabelList"/>
    <dgm:cxn modelId="{F8F1A8F8-9928-4D58-BABD-15CC0275ECB5}" type="presParOf" srcId="{5BC67A99-850D-4F8C-92D8-C0ED5678627C}" destId="{C52DEEC8-54FD-48BD-A296-C23D63EE4E9D}" srcOrd="7" destOrd="0" presId="urn:microsoft.com/office/officeart/2018/2/layout/IconLabelList"/>
    <dgm:cxn modelId="{38A6FB4F-9D22-491B-A567-32DBBEB50162}" type="presParOf" srcId="{5BC67A99-850D-4F8C-92D8-C0ED5678627C}" destId="{FA50D912-6E52-4140-B40D-AB252EF938F9}" srcOrd="8" destOrd="0" presId="urn:microsoft.com/office/officeart/2018/2/layout/IconLabelList"/>
    <dgm:cxn modelId="{A1B02AF5-0501-4645-8737-F78465519B4F}" type="presParOf" srcId="{FA50D912-6E52-4140-B40D-AB252EF938F9}" destId="{243EBC3C-1D7F-4CA4-B1EA-C343B661C1CE}" srcOrd="0" destOrd="0" presId="urn:microsoft.com/office/officeart/2018/2/layout/IconLabelList"/>
    <dgm:cxn modelId="{B206E35F-9E0F-4524-B594-2AA3004C7321}" type="presParOf" srcId="{FA50D912-6E52-4140-B40D-AB252EF938F9}" destId="{9EC6B437-4182-4BA5-BF20-10C996CE8744}" srcOrd="1" destOrd="0" presId="urn:microsoft.com/office/officeart/2018/2/layout/IconLabelList"/>
    <dgm:cxn modelId="{1EC24741-3FCA-4C88-8278-928EE5ED2881}" type="presParOf" srcId="{FA50D912-6E52-4140-B40D-AB252EF938F9}" destId="{F05FB225-B02C-4618-B8FC-0FFA4E72E652}" srcOrd="2" destOrd="0" presId="urn:microsoft.com/office/officeart/2018/2/layout/IconLabelList"/>
    <dgm:cxn modelId="{1EF9E850-8C1F-4E6F-8F3F-D379AD262267}" type="presParOf" srcId="{5BC67A99-850D-4F8C-92D8-C0ED5678627C}" destId="{E842E5F6-62C7-4663-8E60-F00786D83A07}" srcOrd="9" destOrd="0" presId="urn:microsoft.com/office/officeart/2018/2/layout/IconLabelList"/>
    <dgm:cxn modelId="{6F87EAB2-F71D-4B85-B187-253F3938D3BB}" type="presParOf" srcId="{5BC67A99-850D-4F8C-92D8-C0ED5678627C}" destId="{6CC4C854-8D12-4F02-93BC-AA3C5CF495EA}" srcOrd="10" destOrd="0" presId="urn:microsoft.com/office/officeart/2018/2/layout/IconLabelList"/>
    <dgm:cxn modelId="{802DAD3C-1915-456C-B8A8-B9E61E216897}" type="presParOf" srcId="{6CC4C854-8D12-4F02-93BC-AA3C5CF495EA}" destId="{B095DF0E-90DF-4FED-BAB7-E5FC949AE27F}" srcOrd="0" destOrd="0" presId="urn:microsoft.com/office/officeart/2018/2/layout/IconLabelList"/>
    <dgm:cxn modelId="{FECF4462-02F1-4CE8-889B-1C9DCDDAD8E5}" type="presParOf" srcId="{6CC4C854-8D12-4F02-93BC-AA3C5CF495EA}" destId="{66DD229F-48BF-4BD5-BA0E-F02B7226B1C1}" srcOrd="1" destOrd="0" presId="urn:microsoft.com/office/officeart/2018/2/layout/IconLabelList"/>
    <dgm:cxn modelId="{4D0D01E8-C178-4382-A80D-F7BCBE43A20D}" type="presParOf" srcId="{6CC4C854-8D12-4F02-93BC-AA3C5CF495EA}" destId="{218F8F8C-E768-4FCB-B083-6A0E0A74CEF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0ADF00-1151-48F7-876D-048707AEC0BB}" type="doc">
      <dgm:prSet loTypeId="urn:microsoft.com/office/officeart/2005/8/layout/default" loCatId="list" qsTypeId="urn:microsoft.com/office/officeart/2005/8/quickstyle/simple4" qsCatId="simple" csTypeId="urn:microsoft.com/office/officeart/2005/8/colors/colorful2" csCatId="colorful"/>
      <dgm:spPr/>
      <dgm:t>
        <a:bodyPr/>
        <a:lstStyle/>
        <a:p>
          <a:endParaRPr lang="en-US"/>
        </a:p>
      </dgm:t>
    </dgm:pt>
    <dgm:pt modelId="{96135488-E088-44B2-8A68-DBC022C1BFAE}">
      <dgm:prSet/>
      <dgm:spPr/>
      <dgm:t>
        <a:bodyPr/>
        <a:lstStyle/>
        <a:p>
          <a:r>
            <a:rPr lang="en-US" b="1" i="0" baseline="0"/>
            <a:t>Theme:</a:t>
          </a:r>
          <a:r>
            <a:rPr lang="en-US" b="0" i="0" baseline="0"/>
            <a:t> The theme of 'To Kill a Mockingbird' is racial injustice.</a:t>
          </a:r>
          <a:endParaRPr lang="en-US"/>
        </a:p>
      </dgm:t>
    </dgm:pt>
    <dgm:pt modelId="{329BA726-B43C-4DBD-ABEC-1487292D61E8}" type="parTrans" cxnId="{1A574F48-32A6-4107-B117-3878F18D1535}">
      <dgm:prSet/>
      <dgm:spPr/>
      <dgm:t>
        <a:bodyPr/>
        <a:lstStyle/>
        <a:p>
          <a:endParaRPr lang="en-US"/>
        </a:p>
      </dgm:t>
    </dgm:pt>
    <dgm:pt modelId="{234D394B-F8CB-48DF-A854-5F0B50FB3D84}" type="sibTrans" cxnId="{1A574F48-32A6-4107-B117-3878F18D1535}">
      <dgm:prSet/>
      <dgm:spPr/>
      <dgm:t>
        <a:bodyPr/>
        <a:lstStyle/>
        <a:p>
          <a:endParaRPr lang="en-US"/>
        </a:p>
      </dgm:t>
    </dgm:pt>
    <dgm:pt modelId="{7B035CF1-6046-4121-BE1C-F144543223B1}">
      <dgm:prSet/>
      <dgm:spPr/>
      <dgm:t>
        <a:bodyPr/>
        <a:lstStyle/>
        <a:p>
          <a:r>
            <a:rPr lang="en-US" b="1" i="0" baseline="0"/>
            <a:t>Character:</a:t>
          </a:r>
          <a:r>
            <a:rPr lang="en-US" b="0" i="0" baseline="0"/>
            <a:t> Harry Potter is a character in J.K. Rowling's series.</a:t>
          </a:r>
          <a:endParaRPr lang="en-US"/>
        </a:p>
      </dgm:t>
    </dgm:pt>
    <dgm:pt modelId="{12E218B7-6B03-4B8F-ABEA-D656E91FFA7E}" type="parTrans" cxnId="{A24842DF-2F61-4580-BBA4-831E25DECF76}">
      <dgm:prSet/>
      <dgm:spPr/>
      <dgm:t>
        <a:bodyPr/>
        <a:lstStyle/>
        <a:p>
          <a:endParaRPr lang="en-US"/>
        </a:p>
      </dgm:t>
    </dgm:pt>
    <dgm:pt modelId="{C9C94E18-20AD-4F07-954E-11F007312545}" type="sibTrans" cxnId="{A24842DF-2F61-4580-BBA4-831E25DECF76}">
      <dgm:prSet/>
      <dgm:spPr/>
      <dgm:t>
        <a:bodyPr/>
        <a:lstStyle/>
        <a:p>
          <a:endParaRPr lang="en-US"/>
        </a:p>
      </dgm:t>
    </dgm:pt>
    <dgm:pt modelId="{7B4E8236-DFE9-46B6-BAEA-E2D48B49A47B}">
      <dgm:prSet/>
      <dgm:spPr/>
      <dgm:t>
        <a:bodyPr/>
        <a:lstStyle/>
        <a:p>
          <a:r>
            <a:rPr lang="en-US" b="1" i="0" baseline="0"/>
            <a:t>Plot:</a:t>
          </a:r>
          <a:r>
            <a:rPr lang="en-US" b="0" i="0" baseline="0"/>
            <a:t> The plot of 'The Great Gatsby' involves the rise and fall of Jay Gatsby.</a:t>
          </a:r>
          <a:endParaRPr lang="en-US"/>
        </a:p>
      </dgm:t>
    </dgm:pt>
    <dgm:pt modelId="{86849DB7-C9D5-4AEA-84EC-A9103EF486D4}" type="parTrans" cxnId="{A07E8F62-F689-4991-8F84-C908FCC7171A}">
      <dgm:prSet/>
      <dgm:spPr/>
      <dgm:t>
        <a:bodyPr/>
        <a:lstStyle/>
        <a:p>
          <a:endParaRPr lang="en-US"/>
        </a:p>
      </dgm:t>
    </dgm:pt>
    <dgm:pt modelId="{0E372AC4-3A20-4351-8669-E31BD80F2064}" type="sibTrans" cxnId="{A07E8F62-F689-4991-8F84-C908FCC7171A}">
      <dgm:prSet/>
      <dgm:spPr/>
      <dgm:t>
        <a:bodyPr/>
        <a:lstStyle/>
        <a:p>
          <a:endParaRPr lang="en-US"/>
        </a:p>
      </dgm:t>
    </dgm:pt>
    <dgm:pt modelId="{9CE95A17-2C9D-4758-8FA2-59EEC6E00807}">
      <dgm:prSet/>
      <dgm:spPr/>
      <dgm:t>
        <a:bodyPr/>
        <a:lstStyle/>
        <a:p>
          <a:r>
            <a:rPr lang="en-US" b="1" i="0" baseline="0"/>
            <a:t>Setting:</a:t>
          </a:r>
          <a:r>
            <a:rPr lang="en-US" b="0" i="0" baseline="0"/>
            <a:t> The setting of '1984' is a dystopian future.</a:t>
          </a:r>
          <a:endParaRPr lang="en-US"/>
        </a:p>
      </dgm:t>
    </dgm:pt>
    <dgm:pt modelId="{D804C27D-96C6-4C67-B84D-35F8BB40B516}" type="parTrans" cxnId="{F60F20BB-FF14-4263-9FB2-D6F26A39C0E8}">
      <dgm:prSet/>
      <dgm:spPr/>
      <dgm:t>
        <a:bodyPr/>
        <a:lstStyle/>
        <a:p>
          <a:endParaRPr lang="en-US"/>
        </a:p>
      </dgm:t>
    </dgm:pt>
    <dgm:pt modelId="{0662D6F5-A13B-4A38-89CF-692651B24A3F}" type="sibTrans" cxnId="{F60F20BB-FF14-4263-9FB2-D6F26A39C0E8}">
      <dgm:prSet/>
      <dgm:spPr/>
      <dgm:t>
        <a:bodyPr/>
        <a:lstStyle/>
        <a:p>
          <a:endParaRPr lang="en-US"/>
        </a:p>
      </dgm:t>
    </dgm:pt>
    <dgm:pt modelId="{F9DE561A-AB15-499A-9C8F-0F0445C8BA4B}">
      <dgm:prSet/>
      <dgm:spPr/>
      <dgm:t>
        <a:bodyPr/>
        <a:lstStyle/>
        <a:p>
          <a:r>
            <a:rPr lang="en-US" b="1" i="0" baseline="0"/>
            <a:t>Tone:</a:t>
          </a:r>
          <a:r>
            <a:rPr lang="en-US" b="0" i="0" baseline="0"/>
            <a:t> The tone of 'The Catcher in the Rye' is often cynical and sarcastic.</a:t>
          </a:r>
          <a:endParaRPr lang="en-US"/>
        </a:p>
      </dgm:t>
    </dgm:pt>
    <dgm:pt modelId="{387CC259-F199-4C67-B263-5A9A18F3CA19}" type="parTrans" cxnId="{98325AC8-242E-4575-9F43-225B8FECD204}">
      <dgm:prSet/>
      <dgm:spPr/>
      <dgm:t>
        <a:bodyPr/>
        <a:lstStyle/>
        <a:p>
          <a:endParaRPr lang="en-US"/>
        </a:p>
      </dgm:t>
    </dgm:pt>
    <dgm:pt modelId="{4CD92901-3834-48B3-8850-2BEA6C13D30B}" type="sibTrans" cxnId="{98325AC8-242E-4575-9F43-225B8FECD204}">
      <dgm:prSet/>
      <dgm:spPr/>
      <dgm:t>
        <a:bodyPr/>
        <a:lstStyle/>
        <a:p>
          <a:endParaRPr lang="en-US"/>
        </a:p>
      </dgm:t>
    </dgm:pt>
    <dgm:pt modelId="{E561D496-5864-4663-AB0B-E08169C3C501}">
      <dgm:prSet/>
      <dgm:spPr/>
      <dgm:t>
        <a:bodyPr/>
        <a:lstStyle/>
        <a:p>
          <a:r>
            <a:rPr lang="en-US" b="1" i="0" baseline="0"/>
            <a:t>Point of View:</a:t>
          </a:r>
          <a:r>
            <a:rPr lang="en-US" b="0" i="0" baseline="0"/>
            <a:t> The point of view in 'Moby Dick' is first-person, narrated by Ishmael. </a:t>
          </a:r>
          <a:endParaRPr lang="en-US"/>
        </a:p>
      </dgm:t>
    </dgm:pt>
    <dgm:pt modelId="{6AF6119D-07C6-4391-9C7D-FB264C2AB1E8}" type="parTrans" cxnId="{9191F093-6BDD-4E62-8ED0-9CDBA6CF0EC1}">
      <dgm:prSet/>
      <dgm:spPr/>
      <dgm:t>
        <a:bodyPr/>
        <a:lstStyle/>
        <a:p>
          <a:endParaRPr lang="en-US"/>
        </a:p>
      </dgm:t>
    </dgm:pt>
    <dgm:pt modelId="{2B003547-AF30-446D-A40B-9C94FB2A34C2}" type="sibTrans" cxnId="{9191F093-6BDD-4E62-8ED0-9CDBA6CF0EC1}">
      <dgm:prSet/>
      <dgm:spPr/>
      <dgm:t>
        <a:bodyPr/>
        <a:lstStyle/>
        <a:p>
          <a:endParaRPr lang="en-US"/>
        </a:p>
      </dgm:t>
    </dgm:pt>
    <dgm:pt modelId="{4522640E-5848-4AD5-929B-7EE3A37463CF}" type="pres">
      <dgm:prSet presAssocID="{C90ADF00-1151-48F7-876D-048707AEC0BB}" presName="diagram" presStyleCnt="0">
        <dgm:presLayoutVars>
          <dgm:dir/>
          <dgm:resizeHandles val="exact"/>
        </dgm:presLayoutVars>
      </dgm:prSet>
      <dgm:spPr/>
    </dgm:pt>
    <dgm:pt modelId="{590243DC-4616-4582-B0AD-00962B4ADB95}" type="pres">
      <dgm:prSet presAssocID="{96135488-E088-44B2-8A68-DBC022C1BFAE}" presName="node" presStyleLbl="node1" presStyleIdx="0" presStyleCnt="6">
        <dgm:presLayoutVars>
          <dgm:bulletEnabled val="1"/>
        </dgm:presLayoutVars>
      </dgm:prSet>
      <dgm:spPr/>
    </dgm:pt>
    <dgm:pt modelId="{4AC49CC6-2D2E-451A-BAEE-5F788C866053}" type="pres">
      <dgm:prSet presAssocID="{234D394B-F8CB-48DF-A854-5F0B50FB3D84}" presName="sibTrans" presStyleCnt="0"/>
      <dgm:spPr/>
    </dgm:pt>
    <dgm:pt modelId="{134F3B93-0FEA-48C4-857F-31680E102D70}" type="pres">
      <dgm:prSet presAssocID="{7B035CF1-6046-4121-BE1C-F144543223B1}" presName="node" presStyleLbl="node1" presStyleIdx="1" presStyleCnt="6">
        <dgm:presLayoutVars>
          <dgm:bulletEnabled val="1"/>
        </dgm:presLayoutVars>
      </dgm:prSet>
      <dgm:spPr/>
    </dgm:pt>
    <dgm:pt modelId="{EA174256-E553-4CF0-A77B-CA57A68D4602}" type="pres">
      <dgm:prSet presAssocID="{C9C94E18-20AD-4F07-954E-11F007312545}" presName="sibTrans" presStyleCnt="0"/>
      <dgm:spPr/>
    </dgm:pt>
    <dgm:pt modelId="{39EF682C-1635-4925-89A5-D6112B1E9C09}" type="pres">
      <dgm:prSet presAssocID="{7B4E8236-DFE9-46B6-BAEA-E2D48B49A47B}" presName="node" presStyleLbl="node1" presStyleIdx="2" presStyleCnt="6">
        <dgm:presLayoutVars>
          <dgm:bulletEnabled val="1"/>
        </dgm:presLayoutVars>
      </dgm:prSet>
      <dgm:spPr/>
    </dgm:pt>
    <dgm:pt modelId="{FF9DC80D-4126-4FD3-B1A9-B7287C917A48}" type="pres">
      <dgm:prSet presAssocID="{0E372AC4-3A20-4351-8669-E31BD80F2064}" presName="sibTrans" presStyleCnt="0"/>
      <dgm:spPr/>
    </dgm:pt>
    <dgm:pt modelId="{7343A495-C681-4243-8271-DFB46CE69D95}" type="pres">
      <dgm:prSet presAssocID="{9CE95A17-2C9D-4758-8FA2-59EEC6E00807}" presName="node" presStyleLbl="node1" presStyleIdx="3" presStyleCnt="6">
        <dgm:presLayoutVars>
          <dgm:bulletEnabled val="1"/>
        </dgm:presLayoutVars>
      </dgm:prSet>
      <dgm:spPr/>
    </dgm:pt>
    <dgm:pt modelId="{F31E626D-A857-493D-89C9-918B1D4B9AC2}" type="pres">
      <dgm:prSet presAssocID="{0662D6F5-A13B-4A38-89CF-692651B24A3F}" presName="sibTrans" presStyleCnt="0"/>
      <dgm:spPr/>
    </dgm:pt>
    <dgm:pt modelId="{1FD3A313-EAEC-43F7-8498-06AD21D71769}" type="pres">
      <dgm:prSet presAssocID="{F9DE561A-AB15-499A-9C8F-0F0445C8BA4B}" presName="node" presStyleLbl="node1" presStyleIdx="4" presStyleCnt="6">
        <dgm:presLayoutVars>
          <dgm:bulletEnabled val="1"/>
        </dgm:presLayoutVars>
      </dgm:prSet>
      <dgm:spPr/>
    </dgm:pt>
    <dgm:pt modelId="{98627B59-33F7-4F5D-B571-3340E16F5CCA}" type="pres">
      <dgm:prSet presAssocID="{4CD92901-3834-48B3-8850-2BEA6C13D30B}" presName="sibTrans" presStyleCnt="0"/>
      <dgm:spPr/>
    </dgm:pt>
    <dgm:pt modelId="{9E0A087D-1B41-457D-A4BE-4EDF516D8095}" type="pres">
      <dgm:prSet presAssocID="{E561D496-5864-4663-AB0B-E08169C3C501}" presName="node" presStyleLbl="node1" presStyleIdx="5" presStyleCnt="6">
        <dgm:presLayoutVars>
          <dgm:bulletEnabled val="1"/>
        </dgm:presLayoutVars>
      </dgm:prSet>
      <dgm:spPr/>
    </dgm:pt>
  </dgm:ptLst>
  <dgm:cxnLst>
    <dgm:cxn modelId="{8138D414-C6C9-4DB3-A0FF-FDD26284874C}" type="presOf" srcId="{9CE95A17-2C9D-4758-8FA2-59EEC6E00807}" destId="{7343A495-C681-4243-8271-DFB46CE69D95}" srcOrd="0" destOrd="0" presId="urn:microsoft.com/office/officeart/2005/8/layout/default"/>
    <dgm:cxn modelId="{4B964D36-1B8A-4374-B769-FB1A00AF73F6}" type="presOf" srcId="{7B035CF1-6046-4121-BE1C-F144543223B1}" destId="{134F3B93-0FEA-48C4-857F-31680E102D70}" srcOrd="0" destOrd="0" presId="urn:microsoft.com/office/officeart/2005/8/layout/default"/>
    <dgm:cxn modelId="{A07E8F62-F689-4991-8F84-C908FCC7171A}" srcId="{C90ADF00-1151-48F7-876D-048707AEC0BB}" destId="{7B4E8236-DFE9-46B6-BAEA-E2D48B49A47B}" srcOrd="2" destOrd="0" parTransId="{86849DB7-C9D5-4AEA-84EC-A9103EF486D4}" sibTransId="{0E372AC4-3A20-4351-8669-E31BD80F2064}"/>
    <dgm:cxn modelId="{1A574F48-32A6-4107-B117-3878F18D1535}" srcId="{C90ADF00-1151-48F7-876D-048707AEC0BB}" destId="{96135488-E088-44B2-8A68-DBC022C1BFAE}" srcOrd="0" destOrd="0" parTransId="{329BA726-B43C-4DBD-ABEC-1487292D61E8}" sibTransId="{234D394B-F8CB-48DF-A854-5F0B50FB3D84}"/>
    <dgm:cxn modelId="{ED00F186-0B42-4D9B-A71F-27B5E52BF2F3}" type="presOf" srcId="{C90ADF00-1151-48F7-876D-048707AEC0BB}" destId="{4522640E-5848-4AD5-929B-7EE3A37463CF}" srcOrd="0" destOrd="0" presId="urn:microsoft.com/office/officeart/2005/8/layout/default"/>
    <dgm:cxn modelId="{B88F4790-8725-49FA-B363-7F1B59228E95}" type="presOf" srcId="{E561D496-5864-4663-AB0B-E08169C3C501}" destId="{9E0A087D-1B41-457D-A4BE-4EDF516D8095}" srcOrd="0" destOrd="0" presId="urn:microsoft.com/office/officeart/2005/8/layout/default"/>
    <dgm:cxn modelId="{9191F093-6BDD-4E62-8ED0-9CDBA6CF0EC1}" srcId="{C90ADF00-1151-48F7-876D-048707AEC0BB}" destId="{E561D496-5864-4663-AB0B-E08169C3C501}" srcOrd="5" destOrd="0" parTransId="{6AF6119D-07C6-4391-9C7D-FB264C2AB1E8}" sibTransId="{2B003547-AF30-446D-A40B-9C94FB2A34C2}"/>
    <dgm:cxn modelId="{F164FAA3-1666-40FF-832F-57D95D4B02F1}" type="presOf" srcId="{F9DE561A-AB15-499A-9C8F-0F0445C8BA4B}" destId="{1FD3A313-EAEC-43F7-8498-06AD21D71769}" srcOrd="0" destOrd="0" presId="urn:microsoft.com/office/officeart/2005/8/layout/default"/>
    <dgm:cxn modelId="{F60F20BB-FF14-4263-9FB2-D6F26A39C0E8}" srcId="{C90ADF00-1151-48F7-876D-048707AEC0BB}" destId="{9CE95A17-2C9D-4758-8FA2-59EEC6E00807}" srcOrd="3" destOrd="0" parTransId="{D804C27D-96C6-4C67-B84D-35F8BB40B516}" sibTransId="{0662D6F5-A13B-4A38-89CF-692651B24A3F}"/>
    <dgm:cxn modelId="{98325AC8-242E-4575-9F43-225B8FECD204}" srcId="{C90ADF00-1151-48F7-876D-048707AEC0BB}" destId="{F9DE561A-AB15-499A-9C8F-0F0445C8BA4B}" srcOrd="4" destOrd="0" parTransId="{387CC259-F199-4C67-B263-5A9A18F3CA19}" sibTransId="{4CD92901-3834-48B3-8850-2BEA6C13D30B}"/>
    <dgm:cxn modelId="{C7E521CB-E6C2-468F-8F43-23C72DA3593F}" type="presOf" srcId="{96135488-E088-44B2-8A68-DBC022C1BFAE}" destId="{590243DC-4616-4582-B0AD-00962B4ADB95}" srcOrd="0" destOrd="0" presId="urn:microsoft.com/office/officeart/2005/8/layout/default"/>
    <dgm:cxn modelId="{A24842DF-2F61-4580-BBA4-831E25DECF76}" srcId="{C90ADF00-1151-48F7-876D-048707AEC0BB}" destId="{7B035CF1-6046-4121-BE1C-F144543223B1}" srcOrd="1" destOrd="0" parTransId="{12E218B7-6B03-4B8F-ABEA-D656E91FFA7E}" sibTransId="{C9C94E18-20AD-4F07-954E-11F007312545}"/>
    <dgm:cxn modelId="{D003C7FA-FDB2-44C6-AF70-479CA71449F4}" type="presOf" srcId="{7B4E8236-DFE9-46B6-BAEA-E2D48B49A47B}" destId="{39EF682C-1635-4925-89A5-D6112B1E9C09}" srcOrd="0" destOrd="0" presId="urn:microsoft.com/office/officeart/2005/8/layout/default"/>
    <dgm:cxn modelId="{8A50C12B-7596-4556-B03C-B41F1BF2AF94}" type="presParOf" srcId="{4522640E-5848-4AD5-929B-7EE3A37463CF}" destId="{590243DC-4616-4582-B0AD-00962B4ADB95}" srcOrd="0" destOrd="0" presId="urn:microsoft.com/office/officeart/2005/8/layout/default"/>
    <dgm:cxn modelId="{D13D0232-055F-4D64-94D0-854EBAA7C6DF}" type="presParOf" srcId="{4522640E-5848-4AD5-929B-7EE3A37463CF}" destId="{4AC49CC6-2D2E-451A-BAEE-5F788C866053}" srcOrd="1" destOrd="0" presId="urn:microsoft.com/office/officeart/2005/8/layout/default"/>
    <dgm:cxn modelId="{AF6F83D3-76EE-4CE9-9933-979167FEAA31}" type="presParOf" srcId="{4522640E-5848-4AD5-929B-7EE3A37463CF}" destId="{134F3B93-0FEA-48C4-857F-31680E102D70}" srcOrd="2" destOrd="0" presId="urn:microsoft.com/office/officeart/2005/8/layout/default"/>
    <dgm:cxn modelId="{1C978314-26FC-48EA-A590-D0B8DB393B81}" type="presParOf" srcId="{4522640E-5848-4AD5-929B-7EE3A37463CF}" destId="{EA174256-E553-4CF0-A77B-CA57A68D4602}" srcOrd="3" destOrd="0" presId="urn:microsoft.com/office/officeart/2005/8/layout/default"/>
    <dgm:cxn modelId="{ED3CC456-E4D1-4411-98E0-1E60A315E663}" type="presParOf" srcId="{4522640E-5848-4AD5-929B-7EE3A37463CF}" destId="{39EF682C-1635-4925-89A5-D6112B1E9C09}" srcOrd="4" destOrd="0" presId="urn:microsoft.com/office/officeart/2005/8/layout/default"/>
    <dgm:cxn modelId="{2A36F8B8-D067-4A60-9173-F393B0D0E2DB}" type="presParOf" srcId="{4522640E-5848-4AD5-929B-7EE3A37463CF}" destId="{FF9DC80D-4126-4FD3-B1A9-B7287C917A48}" srcOrd="5" destOrd="0" presId="urn:microsoft.com/office/officeart/2005/8/layout/default"/>
    <dgm:cxn modelId="{C942BB22-9443-4C3D-A7CB-A61E5B1ECA2E}" type="presParOf" srcId="{4522640E-5848-4AD5-929B-7EE3A37463CF}" destId="{7343A495-C681-4243-8271-DFB46CE69D95}" srcOrd="6" destOrd="0" presId="urn:microsoft.com/office/officeart/2005/8/layout/default"/>
    <dgm:cxn modelId="{25AD1120-1DB4-40C4-8926-AABB836146F7}" type="presParOf" srcId="{4522640E-5848-4AD5-929B-7EE3A37463CF}" destId="{F31E626D-A857-493D-89C9-918B1D4B9AC2}" srcOrd="7" destOrd="0" presId="urn:microsoft.com/office/officeart/2005/8/layout/default"/>
    <dgm:cxn modelId="{991CF33C-18C1-4DAB-ABD0-DA772A625857}" type="presParOf" srcId="{4522640E-5848-4AD5-929B-7EE3A37463CF}" destId="{1FD3A313-EAEC-43F7-8498-06AD21D71769}" srcOrd="8" destOrd="0" presId="urn:microsoft.com/office/officeart/2005/8/layout/default"/>
    <dgm:cxn modelId="{E4264999-30D9-44B3-856F-7683C5AD5D6C}" type="presParOf" srcId="{4522640E-5848-4AD5-929B-7EE3A37463CF}" destId="{98627B59-33F7-4F5D-B571-3340E16F5CCA}" srcOrd="9" destOrd="0" presId="urn:microsoft.com/office/officeart/2005/8/layout/default"/>
    <dgm:cxn modelId="{49B2AD0B-5E89-4044-85A2-918886429EC5}" type="presParOf" srcId="{4522640E-5848-4AD5-929B-7EE3A37463CF}" destId="{9E0A087D-1B41-457D-A4BE-4EDF516D8095}"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412C71-4531-4EE0-9F5F-8E37693F0976}">
      <dsp:nvSpPr>
        <dsp:cNvPr id="0" name=""/>
        <dsp:cNvSpPr/>
      </dsp:nvSpPr>
      <dsp:spPr>
        <a:xfrm>
          <a:off x="515468" y="281273"/>
          <a:ext cx="753837" cy="7538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A83C1B-A046-474B-BAFF-8B82299016BD}">
      <dsp:nvSpPr>
        <dsp:cNvPr id="0" name=""/>
        <dsp:cNvSpPr/>
      </dsp:nvSpPr>
      <dsp:spPr>
        <a:xfrm>
          <a:off x="54789" y="1296191"/>
          <a:ext cx="1675195" cy="670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GB" sz="1400" b="1" kern="1200"/>
            <a:t>Theme:</a:t>
          </a:r>
          <a:r>
            <a:rPr lang="en-GB" sz="1400" kern="1200"/>
            <a:t> The central topic or idea explored in a text.</a:t>
          </a:r>
          <a:endParaRPr lang="en-US" sz="1400" kern="1200"/>
        </a:p>
      </dsp:txBody>
      <dsp:txXfrm>
        <a:off x="54789" y="1296191"/>
        <a:ext cx="1675195" cy="670078"/>
      </dsp:txXfrm>
    </dsp:sp>
    <dsp:sp modelId="{FB5FC0C0-45F2-4439-AF55-784302521449}">
      <dsp:nvSpPr>
        <dsp:cNvPr id="0" name=""/>
        <dsp:cNvSpPr/>
      </dsp:nvSpPr>
      <dsp:spPr>
        <a:xfrm>
          <a:off x="2483823" y="281273"/>
          <a:ext cx="753837" cy="7538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424559-601A-4121-81B3-397B03E304B4}">
      <dsp:nvSpPr>
        <dsp:cNvPr id="0" name=""/>
        <dsp:cNvSpPr/>
      </dsp:nvSpPr>
      <dsp:spPr>
        <a:xfrm>
          <a:off x="2023144" y="1296191"/>
          <a:ext cx="1675195" cy="670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GB" sz="1400" b="1" kern="1200"/>
            <a:t>Character:</a:t>
          </a:r>
          <a:r>
            <a:rPr lang="en-GB" sz="1400" kern="1200"/>
            <a:t> A person or being in a narrative, drama, or poem.</a:t>
          </a:r>
          <a:endParaRPr lang="en-US" sz="1400" kern="1200"/>
        </a:p>
      </dsp:txBody>
      <dsp:txXfrm>
        <a:off x="2023144" y="1296191"/>
        <a:ext cx="1675195" cy="670078"/>
      </dsp:txXfrm>
    </dsp:sp>
    <dsp:sp modelId="{D39A8423-9155-443B-9E47-3D88E5A0B3FC}">
      <dsp:nvSpPr>
        <dsp:cNvPr id="0" name=""/>
        <dsp:cNvSpPr/>
      </dsp:nvSpPr>
      <dsp:spPr>
        <a:xfrm>
          <a:off x="4452177" y="281273"/>
          <a:ext cx="753837" cy="7538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C95F44-2C5B-4E28-A25F-7A0102E871AC}">
      <dsp:nvSpPr>
        <dsp:cNvPr id="0" name=""/>
        <dsp:cNvSpPr/>
      </dsp:nvSpPr>
      <dsp:spPr>
        <a:xfrm>
          <a:off x="3991498" y="1296191"/>
          <a:ext cx="1675195" cy="670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GB" sz="1400" b="1" kern="1200"/>
            <a:t>Plot:</a:t>
          </a:r>
          <a:r>
            <a:rPr lang="en-GB" sz="1400" kern="1200"/>
            <a:t> The sequence of events in a story.</a:t>
          </a:r>
          <a:endParaRPr lang="en-US" sz="1400" kern="1200"/>
        </a:p>
      </dsp:txBody>
      <dsp:txXfrm>
        <a:off x="3991498" y="1296191"/>
        <a:ext cx="1675195" cy="670078"/>
      </dsp:txXfrm>
    </dsp:sp>
    <dsp:sp modelId="{79368733-A7D0-4F81-8691-EC3453221D02}">
      <dsp:nvSpPr>
        <dsp:cNvPr id="0" name=""/>
        <dsp:cNvSpPr/>
      </dsp:nvSpPr>
      <dsp:spPr>
        <a:xfrm>
          <a:off x="515468" y="2385068"/>
          <a:ext cx="753837" cy="75383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8D7DDB-677C-463D-A34D-E9531A63F173}">
      <dsp:nvSpPr>
        <dsp:cNvPr id="0" name=""/>
        <dsp:cNvSpPr/>
      </dsp:nvSpPr>
      <dsp:spPr>
        <a:xfrm>
          <a:off x="54789" y="3399986"/>
          <a:ext cx="1675195" cy="670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GB" sz="1400" b="1" kern="1200"/>
            <a:t>Setting:</a:t>
          </a:r>
          <a:r>
            <a:rPr lang="en-GB" sz="1400" kern="1200"/>
            <a:t> The time and place in which a story takes place.</a:t>
          </a:r>
          <a:endParaRPr lang="en-US" sz="1400" kern="1200"/>
        </a:p>
      </dsp:txBody>
      <dsp:txXfrm>
        <a:off x="54789" y="3399986"/>
        <a:ext cx="1675195" cy="670078"/>
      </dsp:txXfrm>
    </dsp:sp>
    <dsp:sp modelId="{243EBC3C-1D7F-4CA4-B1EA-C343B661C1CE}">
      <dsp:nvSpPr>
        <dsp:cNvPr id="0" name=""/>
        <dsp:cNvSpPr/>
      </dsp:nvSpPr>
      <dsp:spPr>
        <a:xfrm>
          <a:off x="2483823" y="2385068"/>
          <a:ext cx="753837" cy="75383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5FB225-B02C-4618-B8FC-0FFA4E72E652}">
      <dsp:nvSpPr>
        <dsp:cNvPr id="0" name=""/>
        <dsp:cNvSpPr/>
      </dsp:nvSpPr>
      <dsp:spPr>
        <a:xfrm>
          <a:off x="2023144" y="3399986"/>
          <a:ext cx="1675195" cy="670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GB" sz="1400" b="1" kern="1200"/>
            <a:t>Tone:</a:t>
          </a:r>
          <a:r>
            <a:rPr lang="en-GB" sz="1400" kern="1200"/>
            <a:t> The author's attitude toward the subject.</a:t>
          </a:r>
          <a:endParaRPr lang="en-US" sz="1400" kern="1200"/>
        </a:p>
      </dsp:txBody>
      <dsp:txXfrm>
        <a:off x="2023144" y="3399986"/>
        <a:ext cx="1675195" cy="670078"/>
      </dsp:txXfrm>
    </dsp:sp>
    <dsp:sp modelId="{B095DF0E-90DF-4FED-BAB7-E5FC949AE27F}">
      <dsp:nvSpPr>
        <dsp:cNvPr id="0" name=""/>
        <dsp:cNvSpPr/>
      </dsp:nvSpPr>
      <dsp:spPr>
        <a:xfrm>
          <a:off x="4452177" y="2385068"/>
          <a:ext cx="753837" cy="75383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8F8F8C-E768-4FCB-B083-6A0E0A74CEFC}">
      <dsp:nvSpPr>
        <dsp:cNvPr id="0" name=""/>
        <dsp:cNvSpPr/>
      </dsp:nvSpPr>
      <dsp:spPr>
        <a:xfrm>
          <a:off x="3991498" y="3399986"/>
          <a:ext cx="1675195" cy="670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GB" sz="1400" b="1" kern="1200"/>
            <a:t>Point of View:</a:t>
          </a:r>
          <a:r>
            <a:rPr lang="en-GB" sz="1400" kern="1200"/>
            <a:t> The perspective from which a story is told.</a:t>
          </a:r>
          <a:endParaRPr lang="en-US" sz="1400" kern="1200"/>
        </a:p>
      </dsp:txBody>
      <dsp:txXfrm>
        <a:off x="3991498" y="3399986"/>
        <a:ext cx="1675195" cy="6700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0243DC-4616-4582-B0AD-00962B4ADB95}">
      <dsp:nvSpPr>
        <dsp:cNvPr id="0" name=""/>
        <dsp:cNvSpPr/>
      </dsp:nvSpPr>
      <dsp:spPr>
        <a:xfrm>
          <a:off x="0" y="39687"/>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baseline="0"/>
            <a:t>Theme:</a:t>
          </a:r>
          <a:r>
            <a:rPr lang="en-US" sz="2600" b="0" i="0" kern="1200" baseline="0"/>
            <a:t> The theme of 'To Kill a Mockingbird' is racial injustice.</a:t>
          </a:r>
          <a:endParaRPr lang="en-US" sz="2600" kern="1200"/>
        </a:p>
      </dsp:txBody>
      <dsp:txXfrm>
        <a:off x="0" y="39687"/>
        <a:ext cx="3286125" cy="1971675"/>
      </dsp:txXfrm>
    </dsp:sp>
    <dsp:sp modelId="{134F3B93-0FEA-48C4-857F-31680E102D70}">
      <dsp:nvSpPr>
        <dsp:cNvPr id="0" name=""/>
        <dsp:cNvSpPr/>
      </dsp:nvSpPr>
      <dsp:spPr>
        <a:xfrm>
          <a:off x="3614737" y="39687"/>
          <a:ext cx="3286125" cy="1971675"/>
        </a:xfrm>
        <a:prstGeom prst="rect">
          <a:avLst/>
        </a:prstGeom>
        <a:gradFill rotWithShape="0">
          <a:gsLst>
            <a:gs pos="0">
              <a:schemeClr val="accent2">
                <a:hueOff val="1288723"/>
                <a:satOff val="-3699"/>
                <a:lumOff val="-5922"/>
                <a:alphaOff val="0"/>
                <a:satMod val="103000"/>
                <a:lumMod val="102000"/>
                <a:tint val="94000"/>
              </a:schemeClr>
            </a:gs>
            <a:gs pos="50000">
              <a:schemeClr val="accent2">
                <a:hueOff val="1288723"/>
                <a:satOff val="-3699"/>
                <a:lumOff val="-5922"/>
                <a:alphaOff val="0"/>
                <a:satMod val="110000"/>
                <a:lumMod val="100000"/>
                <a:shade val="100000"/>
              </a:schemeClr>
            </a:gs>
            <a:gs pos="100000">
              <a:schemeClr val="accent2">
                <a:hueOff val="1288723"/>
                <a:satOff val="-3699"/>
                <a:lumOff val="-5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baseline="0"/>
            <a:t>Character:</a:t>
          </a:r>
          <a:r>
            <a:rPr lang="en-US" sz="2600" b="0" i="0" kern="1200" baseline="0"/>
            <a:t> Harry Potter is a character in J.K. Rowling's series.</a:t>
          </a:r>
          <a:endParaRPr lang="en-US" sz="2600" kern="1200"/>
        </a:p>
      </dsp:txBody>
      <dsp:txXfrm>
        <a:off x="3614737" y="39687"/>
        <a:ext cx="3286125" cy="1971675"/>
      </dsp:txXfrm>
    </dsp:sp>
    <dsp:sp modelId="{39EF682C-1635-4925-89A5-D6112B1E9C09}">
      <dsp:nvSpPr>
        <dsp:cNvPr id="0" name=""/>
        <dsp:cNvSpPr/>
      </dsp:nvSpPr>
      <dsp:spPr>
        <a:xfrm>
          <a:off x="7229475" y="39687"/>
          <a:ext cx="3286125" cy="1971675"/>
        </a:xfrm>
        <a:prstGeom prst="rect">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baseline="0"/>
            <a:t>Plot:</a:t>
          </a:r>
          <a:r>
            <a:rPr lang="en-US" sz="2600" b="0" i="0" kern="1200" baseline="0"/>
            <a:t> The plot of 'The Great Gatsby' involves the rise and fall of Jay Gatsby.</a:t>
          </a:r>
          <a:endParaRPr lang="en-US" sz="2600" kern="1200"/>
        </a:p>
      </dsp:txBody>
      <dsp:txXfrm>
        <a:off x="7229475" y="39687"/>
        <a:ext cx="3286125" cy="1971675"/>
      </dsp:txXfrm>
    </dsp:sp>
    <dsp:sp modelId="{7343A495-C681-4243-8271-DFB46CE69D95}">
      <dsp:nvSpPr>
        <dsp:cNvPr id="0" name=""/>
        <dsp:cNvSpPr/>
      </dsp:nvSpPr>
      <dsp:spPr>
        <a:xfrm>
          <a:off x="0" y="2339975"/>
          <a:ext cx="3286125" cy="1971675"/>
        </a:xfrm>
        <a:prstGeom prst="rect">
          <a:avLst/>
        </a:prstGeom>
        <a:gradFill rotWithShape="0">
          <a:gsLst>
            <a:gs pos="0">
              <a:schemeClr val="accent2">
                <a:hueOff val="3866169"/>
                <a:satOff val="-11096"/>
                <a:lumOff val="-17765"/>
                <a:alphaOff val="0"/>
                <a:satMod val="103000"/>
                <a:lumMod val="102000"/>
                <a:tint val="94000"/>
              </a:schemeClr>
            </a:gs>
            <a:gs pos="50000">
              <a:schemeClr val="accent2">
                <a:hueOff val="3866169"/>
                <a:satOff val="-11096"/>
                <a:lumOff val="-17765"/>
                <a:alphaOff val="0"/>
                <a:satMod val="110000"/>
                <a:lumMod val="100000"/>
                <a:shade val="100000"/>
              </a:schemeClr>
            </a:gs>
            <a:gs pos="100000">
              <a:schemeClr val="accent2">
                <a:hueOff val="3866169"/>
                <a:satOff val="-11096"/>
                <a:lumOff val="-1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baseline="0"/>
            <a:t>Setting:</a:t>
          </a:r>
          <a:r>
            <a:rPr lang="en-US" sz="2600" b="0" i="0" kern="1200" baseline="0"/>
            <a:t> The setting of '1984' is a dystopian future.</a:t>
          </a:r>
          <a:endParaRPr lang="en-US" sz="2600" kern="1200"/>
        </a:p>
      </dsp:txBody>
      <dsp:txXfrm>
        <a:off x="0" y="2339975"/>
        <a:ext cx="3286125" cy="1971675"/>
      </dsp:txXfrm>
    </dsp:sp>
    <dsp:sp modelId="{1FD3A313-EAEC-43F7-8498-06AD21D71769}">
      <dsp:nvSpPr>
        <dsp:cNvPr id="0" name=""/>
        <dsp:cNvSpPr/>
      </dsp:nvSpPr>
      <dsp:spPr>
        <a:xfrm>
          <a:off x="3614737" y="2339975"/>
          <a:ext cx="3286125" cy="1971675"/>
        </a:xfrm>
        <a:prstGeom prst="rect">
          <a:avLst/>
        </a:prstGeom>
        <a:gradFill rotWithShape="0">
          <a:gsLst>
            <a:gs pos="0">
              <a:schemeClr val="accent2">
                <a:hueOff val="5154891"/>
                <a:satOff val="-14794"/>
                <a:lumOff val="-23687"/>
                <a:alphaOff val="0"/>
                <a:satMod val="103000"/>
                <a:lumMod val="102000"/>
                <a:tint val="94000"/>
              </a:schemeClr>
            </a:gs>
            <a:gs pos="50000">
              <a:schemeClr val="accent2">
                <a:hueOff val="5154891"/>
                <a:satOff val="-14794"/>
                <a:lumOff val="-23687"/>
                <a:alphaOff val="0"/>
                <a:satMod val="110000"/>
                <a:lumMod val="100000"/>
                <a:shade val="100000"/>
              </a:schemeClr>
            </a:gs>
            <a:gs pos="100000">
              <a:schemeClr val="accent2">
                <a:hueOff val="5154891"/>
                <a:satOff val="-14794"/>
                <a:lumOff val="-23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baseline="0"/>
            <a:t>Tone:</a:t>
          </a:r>
          <a:r>
            <a:rPr lang="en-US" sz="2600" b="0" i="0" kern="1200" baseline="0"/>
            <a:t> The tone of 'The Catcher in the Rye' is often cynical and sarcastic.</a:t>
          </a:r>
          <a:endParaRPr lang="en-US" sz="2600" kern="1200"/>
        </a:p>
      </dsp:txBody>
      <dsp:txXfrm>
        <a:off x="3614737" y="2339975"/>
        <a:ext cx="3286125" cy="1971675"/>
      </dsp:txXfrm>
    </dsp:sp>
    <dsp:sp modelId="{9E0A087D-1B41-457D-A4BE-4EDF516D8095}">
      <dsp:nvSpPr>
        <dsp:cNvPr id="0" name=""/>
        <dsp:cNvSpPr/>
      </dsp:nvSpPr>
      <dsp:spPr>
        <a:xfrm>
          <a:off x="7229475" y="2339975"/>
          <a:ext cx="3286125" cy="1971675"/>
        </a:xfrm>
        <a:prstGeom prst="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baseline="0"/>
            <a:t>Point of View:</a:t>
          </a:r>
          <a:r>
            <a:rPr lang="en-US" sz="2600" b="0" i="0" kern="1200" baseline="0"/>
            <a:t> The point of view in 'Moby Dick' is first-person, narrated by Ishmael. </a:t>
          </a:r>
          <a:endParaRPr lang="en-US" sz="2600" kern="1200"/>
        </a:p>
      </dsp:txBody>
      <dsp:txXfrm>
        <a:off x="7229475" y="2339975"/>
        <a:ext cx="3286125" cy="197167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7DD37-D658-9AED-AD10-B33CD1837D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4295EE0-AE6B-D40C-9276-6705D688E9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0968830-4EBA-300B-20A8-E2ECC72AB217}"/>
              </a:ext>
            </a:extLst>
          </p:cNvPr>
          <p:cNvSpPr>
            <a:spLocks noGrp="1"/>
          </p:cNvSpPr>
          <p:nvPr>
            <p:ph type="dt" sz="half" idx="10"/>
          </p:nvPr>
        </p:nvSpPr>
        <p:spPr/>
        <p:txBody>
          <a:bodyPr/>
          <a:lstStyle/>
          <a:p>
            <a:fld id="{00041829-3D20-49A7-A921-3C0486746E51}" type="datetimeFigureOut">
              <a:rPr lang="en-GB" smtClean="0"/>
              <a:t>25/07/2024</a:t>
            </a:fld>
            <a:endParaRPr lang="en-GB" dirty="0"/>
          </a:p>
        </p:txBody>
      </p:sp>
      <p:sp>
        <p:nvSpPr>
          <p:cNvPr id="5" name="Footer Placeholder 4">
            <a:extLst>
              <a:ext uri="{FF2B5EF4-FFF2-40B4-BE49-F238E27FC236}">
                <a16:creationId xmlns:a16="http://schemas.microsoft.com/office/drawing/2014/main" id="{C0330D13-24A5-0787-F325-A56EB07110C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FED0737-604C-2433-950C-B24C9A82275A}"/>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257099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23177-8F66-B60D-EADA-1DD21E68424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D4EC1BB-7AA0-6729-C712-4BA9C8EE15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2CB058A-BC96-688D-0457-4F46CA316C25}"/>
              </a:ext>
            </a:extLst>
          </p:cNvPr>
          <p:cNvSpPr>
            <a:spLocks noGrp="1"/>
          </p:cNvSpPr>
          <p:nvPr>
            <p:ph type="dt" sz="half" idx="10"/>
          </p:nvPr>
        </p:nvSpPr>
        <p:spPr/>
        <p:txBody>
          <a:bodyPr/>
          <a:lstStyle/>
          <a:p>
            <a:fld id="{00041829-3D20-49A7-A921-3C0486746E51}" type="datetimeFigureOut">
              <a:rPr lang="en-GB" smtClean="0"/>
              <a:t>25/07/2024</a:t>
            </a:fld>
            <a:endParaRPr lang="en-GB" dirty="0"/>
          </a:p>
        </p:txBody>
      </p:sp>
      <p:sp>
        <p:nvSpPr>
          <p:cNvPr id="5" name="Footer Placeholder 4">
            <a:extLst>
              <a:ext uri="{FF2B5EF4-FFF2-40B4-BE49-F238E27FC236}">
                <a16:creationId xmlns:a16="http://schemas.microsoft.com/office/drawing/2014/main" id="{D4D488FA-1D96-01EB-E5B9-9BA9348E223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7F09AD4-3BC7-B19B-A3E9-C51DCB7B39E2}"/>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3880540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DE020-6FF0-39FE-6F6C-F3A99DBC7C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3D3FF36-74A9-B95B-632C-80318D1DD8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C87356-09D5-BE01-D10A-0E4D23C072EC}"/>
              </a:ext>
            </a:extLst>
          </p:cNvPr>
          <p:cNvSpPr>
            <a:spLocks noGrp="1"/>
          </p:cNvSpPr>
          <p:nvPr>
            <p:ph type="dt" sz="half" idx="10"/>
          </p:nvPr>
        </p:nvSpPr>
        <p:spPr/>
        <p:txBody>
          <a:bodyPr/>
          <a:lstStyle/>
          <a:p>
            <a:fld id="{00041829-3D20-49A7-A921-3C0486746E51}" type="datetimeFigureOut">
              <a:rPr lang="en-GB" smtClean="0"/>
              <a:t>25/07/2024</a:t>
            </a:fld>
            <a:endParaRPr lang="en-GB" dirty="0"/>
          </a:p>
        </p:txBody>
      </p:sp>
      <p:sp>
        <p:nvSpPr>
          <p:cNvPr id="5" name="Footer Placeholder 4">
            <a:extLst>
              <a:ext uri="{FF2B5EF4-FFF2-40B4-BE49-F238E27FC236}">
                <a16:creationId xmlns:a16="http://schemas.microsoft.com/office/drawing/2014/main" id="{2500E4E7-4FC6-4EA8-773B-94739DD98AB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4E40DE2-BABD-08A8-B839-0212E5077BD0}"/>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3208172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CD969-429F-F2B7-CF42-69CA43A9C57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D8358EE-A9E4-9E1F-44D7-AB7C3C16DE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EDE27AB-4B6F-0766-4270-CC9ECA729A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DF7388F-AC94-A975-0D56-623CAB8B1EB9}"/>
              </a:ext>
            </a:extLst>
          </p:cNvPr>
          <p:cNvSpPr>
            <a:spLocks noGrp="1"/>
          </p:cNvSpPr>
          <p:nvPr>
            <p:ph type="dt" sz="half" idx="10"/>
          </p:nvPr>
        </p:nvSpPr>
        <p:spPr/>
        <p:txBody>
          <a:bodyPr/>
          <a:lstStyle/>
          <a:p>
            <a:fld id="{00041829-3D20-49A7-A921-3C0486746E51}" type="datetimeFigureOut">
              <a:rPr lang="en-GB" smtClean="0"/>
              <a:t>25/07/2024</a:t>
            </a:fld>
            <a:endParaRPr lang="en-GB" dirty="0"/>
          </a:p>
        </p:txBody>
      </p:sp>
      <p:sp>
        <p:nvSpPr>
          <p:cNvPr id="6" name="Footer Placeholder 5">
            <a:extLst>
              <a:ext uri="{FF2B5EF4-FFF2-40B4-BE49-F238E27FC236}">
                <a16:creationId xmlns:a16="http://schemas.microsoft.com/office/drawing/2014/main" id="{387C2E32-DE9F-257C-29D3-FA309DC74C38}"/>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C9B39110-9137-5936-F74A-73A59E4A64E2}"/>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365581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91927-245F-330D-18EC-B24149027CF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0C0E279-9189-B715-2202-B568A79585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8E531A-BAA5-9A08-F2DD-7BFE55B8B4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9F8DEB2-D4CF-812F-82A4-81ADDB8CC2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8F2D72-707B-80CA-43B4-BEC361617A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BF65D42-9C67-99DE-65D6-60D890E853A0}"/>
              </a:ext>
            </a:extLst>
          </p:cNvPr>
          <p:cNvSpPr>
            <a:spLocks noGrp="1"/>
          </p:cNvSpPr>
          <p:nvPr>
            <p:ph type="dt" sz="half" idx="10"/>
          </p:nvPr>
        </p:nvSpPr>
        <p:spPr/>
        <p:txBody>
          <a:bodyPr/>
          <a:lstStyle/>
          <a:p>
            <a:fld id="{00041829-3D20-49A7-A921-3C0486746E51}" type="datetimeFigureOut">
              <a:rPr lang="en-GB" smtClean="0"/>
              <a:t>25/07/2024</a:t>
            </a:fld>
            <a:endParaRPr lang="en-GB" dirty="0"/>
          </a:p>
        </p:txBody>
      </p:sp>
      <p:sp>
        <p:nvSpPr>
          <p:cNvPr id="8" name="Footer Placeholder 7">
            <a:extLst>
              <a:ext uri="{FF2B5EF4-FFF2-40B4-BE49-F238E27FC236}">
                <a16:creationId xmlns:a16="http://schemas.microsoft.com/office/drawing/2014/main" id="{F5AE8439-6F41-C9F4-92EA-53DFEFA4B6F2}"/>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E44E7B33-9850-548B-6D94-69447D26DC3C}"/>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1380531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49C42-0B13-D4E2-F25C-0037689A679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1A922A5-0B85-0267-CC0C-53CC30AEE551}"/>
              </a:ext>
            </a:extLst>
          </p:cNvPr>
          <p:cNvSpPr>
            <a:spLocks noGrp="1"/>
          </p:cNvSpPr>
          <p:nvPr>
            <p:ph type="dt" sz="half" idx="10"/>
          </p:nvPr>
        </p:nvSpPr>
        <p:spPr/>
        <p:txBody>
          <a:bodyPr/>
          <a:lstStyle/>
          <a:p>
            <a:fld id="{00041829-3D20-49A7-A921-3C0486746E51}" type="datetimeFigureOut">
              <a:rPr lang="en-GB" smtClean="0"/>
              <a:t>25/07/2024</a:t>
            </a:fld>
            <a:endParaRPr lang="en-GB" dirty="0"/>
          </a:p>
        </p:txBody>
      </p:sp>
      <p:sp>
        <p:nvSpPr>
          <p:cNvPr id="4" name="Footer Placeholder 3">
            <a:extLst>
              <a:ext uri="{FF2B5EF4-FFF2-40B4-BE49-F238E27FC236}">
                <a16:creationId xmlns:a16="http://schemas.microsoft.com/office/drawing/2014/main" id="{642617DB-77FB-2C9A-B218-F928D3C241B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D4F443E-DA6B-BA3C-797A-C918E3023748}"/>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2911744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8BF082-5D7C-F747-D0C9-B88545A4F831}"/>
              </a:ext>
            </a:extLst>
          </p:cNvPr>
          <p:cNvSpPr>
            <a:spLocks noGrp="1"/>
          </p:cNvSpPr>
          <p:nvPr>
            <p:ph type="dt" sz="half" idx="10"/>
          </p:nvPr>
        </p:nvSpPr>
        <p:spPr/>
        <p:txBody>
          <a:bodyPr/>
          <a:lstStyle/>
          <a:p>
            <a:fld id="{00041829-3D20-49A7-A921-3C0486746E51}" type="datetimeFigureOut">
              <a:rPr lang="en-GB" smtClean="0"/>
              <a:t>25/07/2024</a:t>
            </a:fld>
            <a:endParaRPr lang="en-GB" dirty="0"/>
          </a:p>
        </p:txBody>
      </p:sp>
      <p:sp>
        <p:nvSpPr>
          <p:cNvPr id="3" name="Footer Placeholder 2">
            <a:extLst>
              <a:ext uri="{FF2B5EF4-FFF2-40B4-BE49-F238E27FC236}">
                <a16:creationId xmlns:a16="http://schemas.microsoft.com/office/drawing/2014/main" id="{270F0429-F7D0-EB93-F588-762E222C9923}"/>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69D469BE-63F0-F6DC-C941-CA1BA3706CB1}"/>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112308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E206-9E94-ED56-B06C-1AF2FD6C05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65CCB25-E331-F3C2-F569-92D4F21CEA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37EF3D0-B9C7-BC6F-4D57-A30D2467B8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740C33-F851-116F-ADF1-B841BF34A261}"/>
              </a:ext>
            </a:extLst>
          </p:cNvPr>
          <p:cNvSpPr>
            <a:spLocks noGrp="1"/>
          </p:cNvSpPr>
          <p:nvPr>
            <p:ph type="dt" sz="half" idx="10"/>
          </p:nvPr>
        </p:nvSpPr>
        <p:spPr/>
        <p:txBody>
          <a:bodyPr/>
          <a:lstStyle/>
          <a:p>
            <a:fld id="{00041829-3D20-49A7-A921-3C0486746E51}" type="datetimeFigureOut">
              <a:rPr lang="en-GB" smtClean="0"/>
              <a:t>25/07/2024</a:t>
            </a:fld>
            <a:endParaRPr lang="en-GB" dirty="0"/>
          </a:p>
        </p:txBody>
      </p:sp>
      <p:sp>
        <p:nvSpPr>
          <p:cNvPr id="6" name="Footer Placeholder 5">
            <a:extLst>
              <a:ext uri="{FF2B5EF4-FFF2-40B4-BE49-F238E27FC236}">
                <a16:creationId xmlns:a16="http://schemas.microsoft.com/office/drawing/2014/main" id="{DAF3BD38-FE43-0E35-0701-49ABC0B1BF2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39631BD6-DCF3-5978-E67F-18C841DB4931}"/>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4029452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1B05F-44F0-49E9-400A-72C7285A22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28C3A85-1C96-4CDE-9FDA-2FB487BB38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66F73FC8-0D07-1D8D-A888-6AC5C56B3C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741BEA-A23B-D314-89CC-B4B4B23BEF4F}"/>
              </a:ext>
            </a:extLst>
          </p:cNvPr>
          <p:cNvSpPr>
            <a:spLocks noGrp="1"/>
          </p:cNvSpPr>
          <p:nvPr>
            <p:ph type="dt" sz="half" idx="10"/>
          </p:nvPr>
        </p:nvSpPr>
        <p:spPr/>
        <p:txBody>
          <a:bodyPr/>
          <a:lstStyle/>
          <a:p>
            <a:fld id="{00041829-3D20-49A7-A921-3C0486746E51}" type="datetimeFigureOut">
              <a:rPr lang="en-GB" smtClean="0"/>
              <a:t>25/07/2024</a:t>
            </a:fld>
            <a:endParaRPr lang="en-GB" dirty="0"/>
          </a:p>
        </p:txBody>
      </p:sp>
      <p:sp>
        <p:nvSpPr>
          <p:cNvPr id="6" name="Footer Placeholder 5">
            <a:extLst>
              <a:ext uri="{FF2B5EF4-FFF2-40B4-BE49-F238E27FC236}">
                <a16:creationId xmlns:a16="http://schemas.microsoft.com/office/drawing/2014/main" id="{FF760A10-1ACD-DED4-6548-4332398AE13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9341396-3250-59E4-C1DC-4C7A658005A4}"/>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2251628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6E316-E484-6F2E-2F9C-437899F3FBA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82FADA6-5D43-72FF-C5C1-1FAAA79370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BE93AB-A99C-F9E7-DF72-143AD8315CE3}"/>
              </a:ext>
            </a:extLst>
          </p:cNvPr>
          <p:cNvSpPr>
            <a:spLocks noGrp="1"/>
          </p:cNvSpPr>
          <p:nvPr>
            <p:ph type="dt" sz="half" idx="10"/>
          </p:nvPr>
        </p:nvSpPr>
        <p:spPr/>
        <p:txBody>
          <a:bodyPr/>
          <a:lstStyle/>
          <a:p>
            <a:fld id="{00041829-3D20-49A7-A921-3C0486746E51}" type="datetimeFigureOut">
              <a:rPr lang="en-GB" smtClean="0"/>
              <a:t>25/07/2024</a:t>
            </a:fld>
            <a:endParaRPr lang="en-GB" dirty="0"/>
          </a:p>
        </p:txBody>
      </p:sp>
      <p:sp>
        <p:nvSpPr>
          <p:cNvPr id="5" name="Footer Placeholder 4">
            <a:extLst>
              <a:ext uri="{FF2B5EF4-FFF2-40B4-BE49-F238E27FC236}">
                <a16:creationId xmlns:a16="http://schemas.microsoft.com/office/drawing/2014/main" id="{FAAF8D5F-7649-4312-9A04-BA3F8DA5CA5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C8A3B27-86D2-F256-43F8-A84EDCBAAEC9}"/>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209204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EBC73-3D62-9FF3-50B1-2D15C713BC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C1B7351-1213-3777-82C5-82A628A712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5FF9DF-59C0-A01F-66F4-15203780E3FD}"/>
              </a:ext>
            </a:extLst>
          </p:cNvPr>
          <p:cNvSpPr>
            <a:spLocks noGrp="1"/>
          </p:cNvSpPr>
          <p:nvPr>
            <p:ph type="dt" sz="half" idx="10"/>
          </p:nvPr>
        </p:nvSpPr>
        <p:spPr/>
        <p:txBody>
          <a:bodyPr/>
          <a:lstStyle/>
          <a:p>
            <a:fld id="{00041829-3D20-49A7-A921-3C0486746E51}" type="datetimeFigureOut">
              <a:rPr lang="en-GB" smtClean="0"/>
              <a:t>25/07/2024</a:t>
            </a:fld>
            <a:endParaRPr lang="en-GB" dirty="0"/>
          </a:p>
        </p:txBody>
      </p:sp>
      <p:sp>
        <p:nvSpPr>
          <p:cNvPr id="5" name="Footer Placeholder 4">
            <a:extLst>
              <a:ext uri="{FF2B5EF4-FFF2-40B4-BE49-F238E27FC236}">
                <a16:creationId xmlns:a16="http://schemas.microsoft.com/office/drawing/2014/main" id="{96A58C8F-5BD5-1439-C275-74E43AA706D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E60A941-5E68-3824-0DD2-976156024140}"/>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3629070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652316-9F94-E619-917C-ABF9FF2C58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F3FF267-67D6-C335-05DD-A3ECB046D9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BADFFE-194A-026F-6F37-D0FB0382B2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041829-3D20-49A7-A921-3C0486746E51}" type="datetimeFigureOut">
              <a:rPr lang="en-GB" smtClean="0"/>
              <a:t>25/07/2024</a:t>
            </a:fld>
            <a:endParaRPr lang="en-GB" dirty="0"/>
          </a:p>
        </p:txBody>
      </p:sp>
      <p:sp>
        <p:nvSpPr>
          <p:cNvPr id="5" name="Footer Placeholder 4">
            <a:extLst>
              <a:ext uri="{FF2B5EF4-FFF2-40B4-BE49-F238E27FC236}">
                <a16:creationId xmlns:a16="http://schemas.microsoft.com/office/drawing/2014/main" id="{74302D5E-D9DC-CC35-8A44-8122FBE5EC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dirty="0"/>
          </a:p>
        </p:txBody>
      </p:sp>
      <p:sp>
        <p:nvSpPr>
          <p:cNvPr id="6" name="Slide Number Placeholder 5">
            <a:extLst>
              <a:ext uri="{FF2B5EF4-FFF2-40B4-BE49-F238E27FC236}">
                <a16:creationId xmlns:a16="http://schemas.microsoft.com/office/drawing/2014/main" id="{DF57D7BD-F65C-4F22-7ADC-02F4044E61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70E28E-9260-4321-B241-2827FE9778FA}" type="slidenum">
              <a:rPr lang="en-GB" smtClean="0"/>
              <a:t>‹#›</a:t>
            </a:fld>
            <a:endParaRPr lang="en-GB" dirty="0"/>
          </a:p>
        </p:txBody>
      </p:sp>
    </p:spTree>
    <p:extLst>
      <p:ext uri="{BB962C8B-B14F-4D97-AF65-F5344CB8AC3E}">
        <p14:creationId xmlns:p14="http://schemas.microsoft.com/office/powerpoint/2010/main" val="548657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D1C10-EF0E-D430-A224-9892BE1E6198}"/>
              </a:ext>
            </a:extLst>
          </p:cNvPr>
          <p:cNvSpPr>
            <a:spLocks noGrp="1"/>
          </p:cNvSpPr>
          <p:nvPr>
            <p:ph type="ctrTitle"/>
          </p:nvPr>
        </p:nvSpPr>
        <p:spPr/>
        <p:txBody>
          <a:bodyPr/>
          <a:lstStyle/>
          <a:p>
            <a:r>
              <a:rPr lang="en-GB" dirty="0"/>
              <a:t>Art and culture</a:t>
            </a:r>
          </a:p>
        </p:txBody>
      </p:sp>
      <p:sp>
        <p:nvSpPr>
          <p:cNvPr id="3" name="Subtitle 2">
            <a:extLst>
              <a:ext uri="{FF2B5EF4-FFF2-40B4-BE49-F238E27FC236}">
                <a16:creationId xmlns:a16="http://schemas.microsoft.com/office/drawing/2014/main" id="{B9C1BCCB-D479-5D19-A7A0-0F9706CCF25F}"/>
              </a:ext>
            </a:extLst>
          </p:cNvPr>
          <p:cNvSpPr>
            <a:spLocks noGrp="1"/>
          </p:cNvSpPr>
          <p:nvPr>
            <p:ph type="subTitle" idx="1"/>
          </p:nvPr>
        </p:nvSpPr>
        <p:spPr/>
        <p:txBody>
          <a:bodyPr/>
          <a:lstStyle/>
          <a:p>
            <a:r>
              <a:rPr lang="en-GB" dirty="0"/>
              <a:t>English B2</a:t>
            </a:r>
          </a:p>
        </p:txBody>
      </p:sp>
      <p:pic>
        <p:nvPicPr>
          <p:cNvPr id="4" name="Picture 3">
            <a:extLst>
              <a:ext uri="{FF2B5EF4-FFF2-40B4-BE49-F238E27FC236}">
                <a16:creationId xmlns:a16="http://schemas.microsoft.com/office/drawing/2014/main" id="{980C80E8-D186-E5E8-47CD-E2A3536D35F4}"/>
              </a:ext>
            </a:extLst>
          </p:cNvPr>
          <p:cNvPicPr>
            <a:picLocks noChangeAspect="1"/>
          </p:cNvPicPr>
          <p:nvPr/>
        </p:nvPicPr>
        <p:blipFill>
          <a:blip r:embed="rId2"/>
          <a:stretch>
            <a:fillRect/>
          </a:stretch>
        </p:blipFill>
        <p:spPr>
          <a:xfrm>
            <a:off x="10324711" y="127519"/>
            <a:ext cx="1638300" cy="762000"/>
          </a:xfrm>
          <a:prstGeom prst="rect">
            <a:avLst/>
          </a:prstGeom>
        </p:spPr>
      </p:pic>
      <p:sp>
        <p:nvSpPr>
          <p:cNvPr id="6" name="TextBox 5">
            <a:extLst>
              <a:ext uri="{FF2B5EF4-FFF2-40B4-BE49-F238E27FC236}">
                <a16:creationId xmlns:a16="http://schemas.microsoft.com/office/drawing/2014/main" id="{5191748F-A243-B9EF-7160-4C36E6E53D64}"/>
              </a:ext>
            </a:extLst>
          </p:cNvPr>
          <p:cNvSpPr txBox="1"/>
          <p:nvPr/>
        </p:nvSpPr>
        <p:spPr>
          <a:xfrm>
            <a:off x="167555" y="6280832"/>
            <a:ext cx="6097554" cy="369332"/>
          </a:xfrm>
          <a:prstGeom prst="rect">
            <a:avLst/>
          </a:prstGeom>
          <a:noFill/>
        </p:spPr>
        <p:txBody>
          <a:bodyPr wrap="square">
            <a:spAutoFit/>
          </a:bodyPr>
          <a:lstStyle/>
          <a:p>
            <a:pPr marL="0" marR="0" indent="0" algn="l" rtl="0" eaLnBrk="1" fontAlgn="auto" latinLnBrk="0" hangingPunct="1">
              <a:spcBef>
                <a:spcPts val="0"/>
              </a:spcBef>
              <a:spcAft>
                <a:spcPts val="0"/>
              </a:spcAft>
            </a:pPr>
            <a:r>
              <a:rPr lang="en-GB" err="1">
                <a:solidFill>
                  <a:srgbClr val="898989"/>
                </a:solidFill>
                <a:latin typeface="Calibri" panose="020F0502020204030204" pitchFamily="34" charset="0"/>
              </a:rPr>
              <a:t>t</a:t>
            </a:r>
            <a:r>
              <a:rPr lang="en-GB" sz="1800" b="0" i="0" kern="1200" spc="0" baseline="0" err="1">
                <a:ln>
                  <a:noFill/>
                </a:ln>
                <a:solidFill>
                  <a:srgbClr val="898989"/>
                </a:solidFill>
                <a:effectLst/>
                <a:latin typeface="Calibri" panose="020F0502020204030204" pitchFamily="34" charset="0"/>
                <a:ea typeface="+mn-ea"/>
                <a:cs typeface="+mn-cs"/>
              </a:rPr>
              <a:t>uSpeaking</a:t>
            </a:r>
            <a:r>
              <a:rPr lang="en-GB" sz="1800" b="0" i="0" kern="1200" spc="0" baseline="0">
                <a:ln>
                  <a:noFill/>
                </a:ln>
                <a:solidFill>
                  <a:srgbClr val="898989"/>
                </a:solidFill>
                <a:effectLst/>
                <a:latin typeface="Calibri" panose="020F0502020204030204" pitchFamily="34" charset="0"/>
                <a:ea typeface="+mn-ea"/>
                <a:cs typeface="+mn-cs"/>
              </a:rPr>
              <a:t> 2024,  </a:t>
            </a:r>
            <a:r>
              <a:rPr lang="en-GB" sz="1800" b="0" i="0" kern="1200" spc="0" baseline="0" dirty="0">
                <a:ln>
                  <a:noFill/>
                </a:ln>
                <a:solidFill>
                  <a:srgbClr val="898989"/>
                </a:solidFill>
                <a:effectLst/>
                <a:latin typeface="Calibri" panose="020F0502020204030204" pitchFamily="34" charset="0"/>
                <a:ea typeface="+mn-ea"/>
                <a:cs typeface="+mn-cs"/>
              </a:rPr>
              <a:t>All rights reserved</a:t>
            </a:r>
            <a:endParaRPr lang="en-GB" dirty="0">
              <a:effectLst/>
            </a:endParaRPr>
          </a:p>
        </p:txBody>
      </p:sp>
    </p:spTree>
    <p:extLst>
      <p:ext uri="{BB962C8B-B14F-4D97-AF65-F5344CB8AC3E}">
        <p14:creationId xmlns:p14="http://schemas.microsoft.com/office/powerpoint/2010/main" val="3975860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F296BD-5C70-937A-F491-99F22991AC77}"/>
              </a:ext>
            </a:extLst>
          </p:cNvPr>
          <p:cNvSpPr>
            <a:spLocks noGrp="1"/>
          </p:cNvSpPr>
          <p:nvPr>
            <p:ph type="title"/>
          </p:nvPr>
        </p:nvSpPr>
        <p:spPr>
          <a:xfrm>
            <a:off x="6513788" y="365125"/>
            <a:ext cx="4840010" cy="1807305"/>
          </a:xfrm>
        </p:spPr>
        <p:txBody>
          <a:bodyPr>
            <a:normAutofit/>
          </a:bodyPr>
          <a:lstStyle/>
          <a:p>
            <a:r>
              <a:rPr lang="en-GB" dirty="0"/>
              <a:t>Warm up – Can you identify the quotes?</a:t>
            </a:r>
          </a:p>
        </p:txBody>
      </p:sp>
      <p:pic>
        <p:nvPicPr>
          <p:cNvPr id="6" name="Picture 5" descr="Close up of heart shaped pages of a book">
            <a:extLst>
              <a:ext uri="{FF2B5EF4-FFF2-40B4-BE49-F238E27FC236}">
                <a16:creationId xmlns:a16="http://schemas.microsoft.com/office/drawing/2014/main" id="{975BAA9D-049A-C224-82E0-8A11923B3521}"/>
              </a:ext>
            </a:extLst>
          </p:cNvPr>
          <p:cNvPicPr>
            <a:picLocks noChangeAspect="1"/>
          </p:cNvPicPr>
          <p:nvPr/>
        </p:nvPicPr>
        <p:blipFill>
          <a:blip r:embed="rId2">
            <a:extLst>
              <a:ext uri="{28A0092B-C50C-407E-A947-70E740481C1C}">
                <a14:useLocalDpi xmlns:a14="http://schemas.microsoft.com/office/drawing/2010/main" val="0"/>
              </a:ext>
            </a:extLst>
          </a:blip>
          <a:srcRect l="19287" r="21179" b="-1"/>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4" name="Rectangle 1">
            <a:extLst>
              <a:ext uri="{FF2B5EF4-FFF2-40B4-BE49-F238E27FC236}">
                <a16:creationId xmlns:a16="http://schemas.microsoft.com/office/drawing/2014/main" id="{2EDC1E1D-A062-90D9-DE22-D536D2FEF9B4}"/>
              </a:ext>
            </a:extLst>
          </p:cNvPr>
          <p:cNvSpPr>
            <a:spLocks noGrp="1" noChangeArrowheads="1"/>
          </p:cNvSpPr>
          <p:nvPr>
            <p:ph idx="1"/>
          </p:nvPr>
        </p:nvSpPr>
        <p:spPr bwMode="auto">
          <a:xfrm>
            <a:off x="6018245" y="2333297"/>
            <a:ext cx="5990253" cy="415957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sz="1300" b="0" i="0" u="none" strike="noStrike" cap="none" normalizeH="0" baseline="0" dirty="0">
                <a:ln>
                  <a:noFill/>
                </a:ln>
                <a:effectLst/>
              </a:rPr>
              <a:t>Two roads diverged in a wood, and I— / I took the one less traveled by, / And that has made all the difference.</a:t>
            </a:r>
          </a:p>
          <a:p>
            <a:pPr eaLnBrk="0" fontAlgn="base" hangingPunct="0">
              <a:spcBef>
                <a:spcPct val="0"/>
              </a:spcBef>
              <a:spcAft>
                <a:spcPts val="600"/>
              </a:spcAft>
            </a:pPr>
            <a:endParaRPr kumimoji="0" lang="en-US" altLang="en-US" sz="1300" b="0" i="0" u="none" strike="noStrike" cap="none" normalizeH="0" baseline="0" dirty="0">
              <a:ln>
                <a:noFill/>
              </a:ln>
              <a:effectLst/>
            </a:endParaRPr>
          </a:p>
          <a:p>
            <a:pPr eaLnBrk="0" fontAlgn="base" hangingPunct="0">
              <a:spcBef>
                <a:spcPct val="0"/>
              </a:spcBef>
              <a:spcAft>
                <a:spcPts val="600"/>
              </a:spcAft>
            </a:pPr>
            <a:r>
              <a:rPr kumimoji="0" lang="en-US" altLang="en-US" sz="1300" b="0" i="0" u="none" strike="noStrike" cap="none" normalizeH="0" baseline="0" dirty="0">
                <a:ln>
                  <a:noFill/>
                </a:ln>
                <a:effectLst/>
              </a:rPr>
              <a:t>It is a truth universally acknowledged, that a single man in possession of a good fortune, must be in want of a wife.</a:t>
            </a:r>
          </a:p>
          <a:p>
            <a:pPr eaLnBrk="0" fontAlgn="base" hangingPunct="0">
              <a:spcBef>
                <a:spcPct val="0"/>
              </a:spcBef>
              <a:spcAft>
                <a:spcPts val="600"/>
              </a:spcAft>
            </a:pPr>
            <a:endParaRPr kumimoji="0" lang="en-US" altLang="en-US" sz="1300" b="0" i="0" u="none" strike="noStrike" cap="none" normalizeH="0" baseline="0" dirty="0">
              <a:ln>
                <a:noFill/>
              </a:ln>
              <a:effectLst/>
            </a:endParaRPr>
          </a:p>
          <a:p>
            <a:pPr eaLnBrk="0" fontAlgn="base" hangingPunct="0">
              <a:spcBef>
                <a:spcPct val="0"/>
              </a:spcBef>
              <a:spcAft>
                <a:spcPts val="600"/>
              </a:spcAft>
            </a:pPr>
            <a:r>
              <a:rPr kumimoji="0" lang="en-US" altLang="en-US" sz="1300" b="0" i="0" u="none" strike="noStrike" cap="none" normalizeH="0" baseline="0" dirty="0">
                <a:ln>
                  <a:noFill/>
                </a:ln>
                <a:effectLst/>
              </a:rPr>
              <a:t>All the world's a stage, / And all the men and women merely players; / They have their exits and their entrances; / And one man in his time plays many parts.</a:t>
            </a:r>
          </a:p>
          <a:p>
            <a:pPr eaLnBrk="0" fontAlgn="base" hangingPunct="0">
              <a:spcBef>
                <a:spcPct val="0"/>
              </a:spcBef>
              <a:spcAft>
                <a:spcPts val="600"/>
              </a:spcAft>
            </a:pPr>
            <a:endParaRPr kumimoji="0" lang="en-US" altLang="en-US" sz="1300" b="0" i="0" u="none" strike="noStrike" cap="none" normalizeH="0" baseline="0" dirty="0">
              <a:ln>
                <a:noFill/>
              </a:ln>
              <a:effectLst/>
            </a:endParaRPr>
          </a:p>
          <a:p>
            <a:pPr eaLnBrk="0" fontAlgn="base" hangingPunct="0">
              <a:spcBef>
                <a:spcPct val="0"/>
              </a:spcBef>
              <a:spcAft>
                <a:spcPts val="600"/>
              </a:spcAft>
            </a:pPr>
            <a:r>
              <a:rPr kumimoji="0" lang="en-US" altLang="en-US" sz="1300" b="0" i="0" u="none" strike="noStrike" cap="none" normalizeH="0" baseline="0" dirty="0">
                <a:ln>
                  <a:noFill/>
                </a:ln>
                <a:effectLst/>
              </a:rPr>
              <a:t>The only thing we have to fear is fear itself.</a:t>
            </a:r>
          </a:p>
          <a:p>
            <a:pPr eaLnBrk="0" fontAlgn="base" hangingPunct="0">
              <a:spcBef>
                <a:spcPct val="0"/>
              </a:spcBef>
              <a:spcAft>
                <a:spcPts val="600"/>
              </a:spcAft>
            </a:pPr>
            <a:endParaRPr kumimoji="0" lang="en-US" altLang="en-US" sz="1300" b="0" i="0" u="none" strike="noStrike" cap="none" normalizeH="0" baseline="0" dirty="0">
              <a:ln>
                <a:noFill/>
              </a:ln>
              <a:effectLst/>
            </a:endParaRPr>
          </a:p>
          <a:p>
            <a:pPr eaLnBrk="0" fontAlgn="base" hangingPunct="0">
              <a:spcBef>
                <a:spcPct val="0"/>
              </a:spcBef>
              <a:spcAft>
                <a:spcPts val="600"/>
              </a:spcAft>
            </a:pPr>
            <a:r>
              <a:rPr kumimoji="0" lang="en-US" altLang="en-US" sz="1300" b="0" i="0" u="none" strike="noStrike" cap="none" normalizeH="0" baseline="0" dirty="0">
                <a:ln>
                  <a:noFill/>
                </a:ln>
                <a:effectLst/>
              </a:rPr>
              <a:t>When life itself seems lunatic, who knows where madness lies? Perhaps to be too practical is madness. To surrender dreams, this may be madness. To seek treasure where there is only trash. Too much sanity may be madness — and maddest of all: to see life as it is, and not as it should be!</a:t>
            </a:r>
          </a:p>
          <a:p>
            <a:pPr marL="0" indent="0" eaLnBrk="0" fontAlgn="base" hangingPunct="0">
              <a:spcBef>
                <a:spcPct val="0"/>
              </a:spcBef>
              <a:spcAft>
                <a:spcPts val="600"/>
              </a:spcAft>
              <a:buNone/>
            </a:pPr>
            <a:endParaRPr kumimoji="0" lang="en-US" altLang="en-US" sz="1300" b="0" i="0" u="none" strike="noStrike" cap="none" normalizeH="0" baseline="0" dirty="0">
              <a:ln>
                <a:noFill/>
              </a:ln>
              <a:effectLst/>
            </a:endParaRPr>
          </a:p>
        </p:txBody>
      </p:sp>
    </p:spTree>
    <p:extLst>
      <p:ext uri="{BB962C8B-B14F-4D97-AF65-F5344CB8AC3E}">
        <p14:creationId xmlns:p14="http://schemas.microsoft.com/office/powerpoint/2010/main" val="1013904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C04B5E-CF61-8075-F733-88176396D183}"/>
              </a:ext>
            </a:extLst>
          </p:cNvPr>
          <p:cNvSpPr>
            <a:spLocks noGrp="1"/>
          </p:cNvSpPr>
          <p:nvPr>
            <p:ph type="title"/>
          </p:nvPr>
        </p:nvSpPr>
        <p:spPr>
          <a:xfrm>
            <a:off x="838201" y="365125"/>
            <a:ext cx="5251316" cy="1807305"/>
          </a:xfrm>
        </p:spPr>
        <p:txBody>
          <a:bodyPr>
            <a:normAutofit/>
          </a:bodyPr>
          <a:lstStyle/>
          <a:p>
            <a:r>
              <a:rPr lang="en-GB"/>
              <a:t>Answers</a:t>
            </a:r>
            <a:endParaRPr lang="en-GB" dirty="0"/>
          </a:p>
        </p:txBody>
      </p:sp>
      <p:sp>
        <p:nvSpPr>
          <p:cNvPr id="4" name="Rectangle 1">
            <a:extLst>
              <a:ext uri="{FF2B5EF4-FFF2-40B4-BE49-F238E27FC236}">
                <a16:creationId xmlns:a16="http://schemas.microsoft.com/office/drawing/2014/main" id="{6B04DF4E-9E01-3AFA-5513-3B422EBC2A62}"/>
              </a:ext>
            </a:extLst>
          </p:cNvPr>
          <p:cNvSpPr>
            <a:spLocks noGrp="1" noChangeArrowheads="1"/>
          </p:cNvSpPr>
          <p:nvPr>
            <p:ph idx="1"/>
          </p:nvPr>
        </p:nvSpPr>
        <p:spPr bwMode="auto">
          <a:xfrm>
            <a:off x="438015" y="1595535"/>
            <a:ext cx="5962785" cy="458142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85000" lnSpcReduction="20000"/>
          </a:bodyPr>
          <a:lstStyle/>
          <a:p>
            <a:pPr eaLnBrk="0" fontAlgn="base" hangingPunct="0">
              <a:spcBef>
                <a:spcPct val="0"/>
              </a:spcBef>
              <a:spcAft>
                <a:spcPts val="600"/>
              </a:spcAft>
            </a:pPr>
            <a:r>
              <a:rPr kumimoji="0" lang="en-US" altLang="en-US" sz="1500" b="1" i="0" u="none" strike="noStrike" cap="none" normalizeH="0" baseline="0" dirty="0">
                <a:ln>
                  <a:noFill/>
                </a:ln>
                <a:effectLst/>
              </a:rPr>
              <a:t>Poetry:</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Two roads diverged in a wood, and I— / I took the one less traveled by, / And that has made all the difference.</a:t>
            </a:r>
          </a:p>
          <a:p>
            <a:pPr lvl="1" eaLnBrk="0" fontAlgn="base" hangingPunct="0">
              <a:spcBef>
                <a:spcPct val="0"/>
              </a:spcBef>
              <a:spcAft>
                <a:spcPts val="600"/>
              </a:spcAft>
            </a:pPr>
            <a:r>
              <a:rPr kumimoji="0" lang="en-US" altLang="en-US" sz="1500" b="0" i="1" u="none" strike="noStrike" cap="none" normalizeH="0" baseline="0" dirty="0">
                <a:ln>
                  <a:noFill/>
                </a:ln>
                <a:effectLst/>
              </a:rPr>
              <a:t>The Road Not Taken</a:t>
            </a:r>
            <a:r>
              <a:rPr kumimoji="0" lang="en-US" altLang="en-US" sz="1500" b="0" i="0" u="none" strike="noStrike" cap="none" normalizeH="0" baseline="0" dirty="0">
                <a:ln>
                  <a:noFill/>
                </a:ln>
                <a:effectLst/>
              </a:rPr>
              <a:t> by Robert Frost</a:t>
            </a:r>
          </a:p>
          <a:p>
            <a:pPr eaLnBrk="0" fontAlgn="base" hangingPunct="0">
              <a:spcBef>
                <a:spcPct val="0"/>
              </a:spcBef>
              <a:spcAft>
                <a:spcPts val="600"/>
              </a:spcAft>
            </a:pPr>
            <a:r>
              <a:rPr kumimoji="0" lang="en-US" altLang="en-US" sz="1500" b="1" i="0" u="none" strike="noStrike" cap="none" normalizeH="0" baseline="0" dirty="0">
                <a:ln>
                  <a:noFill/>
                </a:ln>
                <a:effectLst/>
              </a:rPr>
              <a:t>Narrative (Novel):</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It is a truth universally acknowledged, that a single man in possession of a good fortune, must be in want of a wife.</a:t>
            </a:r>
          </a:p>
          <a:p>
            <a:pPr lvl="1" eaLnBrk="0" fontAlgn="base" hangingPunct="0">
              <a:spcBef>
                <a:spcPct val="0"/>
              </a:spcBef>
              <a:spcAft>
                <a:spcPts val="600"/>
              </a:spcAft>
            </a:pPr>
            <a:r>
              <a:rPr kumimoji="0" lang="en-US" altLang="en-US" sz="1500" b="0" i="1" u="none" strike="noStrike" cap="none" normalizeH="0" baseline="0" dirty="0">
                <a:ln>
                  <a:noFill/>
                </a:ln>
                <a:effectLst/>
              </a:rPr>
              <a:t>Pride and Prejudice</a:t>
            </a:r>
            <a:r>
              <a:rPr kumimoji="0" lang="en-US" altLang="en-US" sz="1500" b="0" i="0" u="none" strike="noStrike" cap="none" normalizeH="0" baseline="0" dirty="0">
                <a:ln>
                  <a:noFill/>
                </a:ln>
                <a:effectLst/>
              </a:rPr>
              <a:t> by Jane Austen</a:t>
            </a:r>
          </a:p>
          <a:p>
            <a:pPr eaLnBrk="0" fontAlgn="base" hangingPunct="0">
              <a:spcBef>
                <a:spcPct val="0"/>
              </a:spcBef>
              <a:spcAft>
                <a:spcPts val="600"/>
              </a:spcAft>
            </a:pPr>
            <a:r>
              <a:rPr kumimoji="0" lang="en-US" altLang="en-US" sz="1500" b="1" i="0" u="none" strike="noStrike" cap="none" normalizeH="0" baseline="0" dirty="0">
                <a:ln>
                  <a:noFill/>
                </a:ln>
                <a:effectLst/>
              </a:rPr>
              <a:t>Drama:</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All the world's a stage, / And all the men and women merely players; / They have their exits and their entrances; / And one man in his time plays many parts.</a:t>
            </a:r>
          </a:p>
          <a:p>
            <a:pPr lvl="1" eaLnBrk="0" fontAlgn="base" hangingPunct="0">
              <a:spcBef>
                <a:spcPct val="0"/>
              </a:spcBef>
              <a:spcAft>
                <a:spcPts val="600"/>
              </a:spcAft>
            </a:pPr>
            <a:r>
              <a:rPr kumimoji="0" lang="en-US" altLang="en-US" sz="1500" b="0" i="1" u="none" strike="noStrike" cap="none" normalizeH="0" baseline="0" dirty="0">
                <a:ln>
                  <a:noFill/>
                </a:ln>
                <a:effectLst/>
              </a:rPr>
              <a:t>As You Like It</a:t>
            </a:r>
            <a:r>
              <a:rPr kumimoji="0" lang="en-US" altLang="en-US" sz="1500" b="0" i="0" u="none" strike="noStrike" cap="none" normalizeH="0" baseline="0" dirty="0">
                <a:ln>
                  <a:noFill/>
                </a:ln>
                <a:effectLst/>
              </a:rPr>
              <a:t> by William Shakespeare</a:t>
            </a:r>
          </a:p>
          <a:p>
            <a:pPr eaLnBrk="0" fontAlgn="base" hangingPunct="0">
              <a:spcBef>
                <a:spcPct val="0"/>
              </a:spcBef>
              <a:spcAft>
                <a:spcPts val="600"/>
              </a:spcAft>
            </a:pPr>
            <a:r>
              <a:rPr kumimoji="0" lang="en-US" altLang="en-US" sz="1500" b="1" i="0" u="none" strike="noStrike" cap="none" normalizeH="0" baseline="0" dirty="0">
                <a:ln>
                  <a:noFill/>
                </a:ln>
                <a:effectLst/>
              </a:rPr>
              <a:t>Essay:</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The only thing we have to fear is fear itself.</a:t>
            </a:r>
          </a:p>
          <a:p>
            <a:pPr lvl="1" eaLnBrk="0" fontAlgn="base" hangingPunct="0">
              <a:spcBef>
                <a:spcPct val="0"/>
              </a:spcBef>
              <a:spcAft>
                <a:spcPts val="600"/>
              </a:spcAft>
            </a:pPr>
            <a:r>
              <a:rPr kumimoji="0" lang="en-US" altLang="en-US" sz="1500" b="0" i="1" u="none" strike="noStrike" cap="none" normalizeH="0" baseline="0" dirty="0">
                <a:ln>
                  <a:noFill/>
                </a:ln>
                <a:effectLst/>
              </a:rPr>
              <a:t>First Inaugural Address</a:t>
            </a:r>
            <a:r>
              <a:rPr kumimoji="0" lang="en-US" altLang="en-US" sz="1500" b="0" i="0" u="none" strike="noStrike" cap="none" normalizeH="0" baseline="0" dirty="0">
                <a:ln>
                  <a:noFill/>
                </a:ln>
                <a:effectLst/>
              </a:rPr>
              <a:t> by Franklin D. Roosevelt</a:t>
            </a:r>
          </a:p>
          <a:p>
            <a:pPr eaLnBrk="0" fontAlgn="base" hangingPunct="0">
              <a:spcBef>
                <a:spcPct val="0"/>
              </a:spcBef>
              <a:spcAft>
                <a:spcPts val="600"/>
              </a:spcAft>
            </a:pPr>
            <a:r>
              <a:rPr kumimoji="0" lang="en-US" altLang="en-US" sz="1500" b="1" i="0" u="none" strike="noStrike" cap="none" normalizeH="0" baseline="0" dirty="0">
                <a:ln>
                  <a:noFill/>
                </a:ln>
                <a:effectLst/>
              </a:rPr>
              <a:t>Narrative (Novel) - Cervantes:</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When life itself seems lunatic, who knows where madness lies? Perhaps to be too practical is madness. To surrender dreams, this may be madness. To seek treasure where there is only trash. Too much sanity may be madness — and maddest of all: to see life as it is, and not as it should be!</a:t>
            </a:r>
          </a:p>
          <a:p>
            <a:pPr lvl="1" eaLnBrk="0" fontAlgn="base" hangingPunct="0">
              <a:spcBef>
                <a:spcPct val="0"/>
              </a:spcBef>
              <a:spcAft>
                <a:spcPts val="600"/>
              </a:spcAft>
            </a:pPr>
            <a:r>
              <a:rPr kumimoji="0" lang="en-US" altLang="en-US" sz="1500" b="0" i="1" u="none" strike="noStrike" cap="none" normalizeH="0" baseline="0" dirty="0">
                <a:ln>
                  <a:noFill/>
                </a:ln>
                <a:effectLst/>
              </a:rPr>
              <a:t>Don Quixote</a:t>
            </a:r>
            <a:r>
              <a:rPr kumimoji="0" lang="en-US" altLang="en-US" sz="1500" b="0" i="0" u="none" strike="noStrike" cap="none" normalizeH="0" baseline="0" dirty="0">
                <a:ln>
                  <a:noFill/>
                </a:ln>
                <a:effectLst/>
              </a:rPr>
              <a:t> by Miguel de Cervantes</a:t>
            </a:r>
          </a:p>
          <a:p>
            <a:pPr marL="0" marR="0" lvl="0" indent="0" defTabSz="914400" rtl="0" eaLnBrk="0" fontAlgn="base" latinLnBrk="0" hangingPunct="0">
              <a:spcBef>
                <a:spcPct val="0"/>
              </a:spcBef>
              <a:spcAft>
                <a:spcPts val="600"/>
              </a:spcAft>
              <a:buClrTx/>
              <a:buSzTx/>
              <a:buFontTx/>
              <a:buNone/>
              <a:tabLst/>
            </a:pPr>
            <a:endParaRPr kumimoji="0" lang="en-US" altLang="en-US" sz="800" b="0" i="0" u="none" strike="noStrike" cap="none" normalizeH="0" baseline="0" dirty="0">
              <a:ln>
                <a:noFill/>
              </a:ln>
              <a:effectLst/>
              <a:latin typeface="Arial" panose="020B0604020202020204" pitchFamily="34" charset="0"/>
            </a:endParaRPr>
          </a:p>
        </p:txBody>
      </p:sp>
      <p:pic>
        <p:nvPicPr>
          <p:cNvPr id="6" name="Picture 5" descr="Pencil on notebook">
            <a:extLst>
              <a:ext uri="{FF2B5EF4-FFF2-40B4-BE49-F238E27FC236}">
                <a16:creationId xmlns:a16="http://schemas.microsoft.com/office/drawing/2014/main" id="{FA29BC2E-0F42-57E2-1B25-2B703E5709FA}"/>
              </a:ext>
            </a:extLst>
          </p:cNvPr>
          <p:cNvPicPr>
            <a:picLocks noChangeAspect="1"/>
          </p:cNvPicPr>
          <p:nvPr/>
        </p:nvPicPr>
        <p:blipFill>
          <a:blip r:embed="rId2">
            <a:extLst>
              <a:ext uri="{28A0092B-C50C-407E-A947-70E740481C1C}">
                <a14:useLocalDpi xmlns:a14="http://schemas.microsoft.com/office/drawing/2010/main" val="0"/>
              </a:ext>
            </a:extLst>
          </a:blip>
          <a:srcRect r="41962"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699965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bstract blurred public library with bookshelves">
            <a:extLst>
              <a:ext uri="{FF2B5EF4-FFF2-40B4-BE49-F238E27FC236}">
                <a16:creationId xmlns:a16="http://schemas.microsoft.com/office/drawing/2014/main" id="{DEE707B5-84C1-1CF1-1222-062C32CBAE70}"/>
              </a:ext>
            </a:extLst>
          </p:cNvPr>
          <p:cNvPicPr>
            <a:picLocks noChangeAspect="1"/>
          </p:cNvPicPr>
          <p:nvPr/>
        </p:nvPicPr>
        <p:blipFill>
          <a:blip r:embed="rId2"/>
          <a:srcRect l="12501" r="34840" b="-2"/>
          <a:stretch/>
        </p:blipFill>
        <p:spPr>
          <a:xfrm>
            <a:off x="-1" y="-2"/>
            <a:ext cx="5410198"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F6DAE2-BB85-493B-2D0F-15B3C8E177D5}"/>
              </a:ext>
            </a:extLst>
          </p:cNvPr>
          <p:cNvSpPr>
            <a:spLocks noGrp="1"/>
          </p:cNvSpPr>
          <p:nvPr>
            <p:ph type="title"/>
          </p:nvPr>
        </p:nvSpPr>
        <p:spPr>
          <a:xfrm>
            <a:off x="6115317" y="405685"/>
            <a:ext cx="5464968" cy="1559301"/>
          </a:xfrm>
        </p:spPr>
        <p:txBody>
          <a:bodyPr>
            <a:normAutofit/>
          </a:bodyPr>
          <a:lstStyle/>
          <a:p>
            <a:r>
              <a:rPr lang="en-GB" sz="4000"/>
              <a:t>Vocabulary</a:t>
            </a:r>
          </a:p>
        </p:txBody>
      </p:sp>
      <p:sp>
        <p:nvSpPr>
          <p:cNvPr id="4" name="Rectangle 1">
            <a:extLst>
              <a:ext uri="{FF2B5EF4-FFF2-40B4-BE49-F238E27FC236}">
                <a16:creationId xmlns:a16="http://schemas.microsoft.com/office/drawing/2014/main" id="{7B498C52-E747-574C-E707-E48687E313D3}"/>
              </a:ext>
            </a:extLst>
          </p:cNvPr>
          <p:cNvSpPr>
            <a:spLocks noGrp="1" noChangeArrowheads="1"/>
          </p:cNvSpPr>
          <p:nvPr>
            <p:ph idx="1"/>
          </p:nvPr>
        </p:nvSpPr>
        <p:spPr bwMode="auto">
          <a:xfrm>
            <a:off x="6115317" y="2743200"/>
            <a:ext cx="5247340" cy="349687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US" altLang="en-US" sz="1900" b="1" i="0" u="none" strike="noStrike" cap="none" normalizeH="0" baseline="0">
                <a:ln>
                  <a:noFill/>
                </a:ln>
                <a:effectLst/>
              </a:rPr>
              <a:t>Poetry:</a:t>
            </a:r>
            <a:r>
              <a:rPr kumimoji="0" lang="en-US" altLang="en-US" sz="1900" b="0" i="0" u="none" strike="noStrike" cap="none" normalizeH="0" baseline="0">
                <a:ln>
                  <a:noFill/>
                </a:ln>
                <a:effectLst/>
              </a:rPr>
              <a:t> Poetry often uses meter and rhyme. Example: 'The Road Not Taken' by Robert Frost.</a:t>
            </a:r>
          </a:p>
          <a:p>
            <a:pPr eaLnBrk="0" fontAlgn="base" hangingPunct="0">
              <a:spcBef>
                <a:spcPct val="0"/>
              </a:spcBef>
              <a:spcAft>
                <a:spcPts val="600"/>
              </a:spcAft>
            </a:pPr>
            <a:r>
              <a:rPr kumimoji="0" lang="en-US" altLang="en-US" sz="1900" b="1" i="0" u="none" strike="noStrike" cap="none" normalizeH="0" baseline="0">
                <a:ln>
                  <a:noFill/>
                </a:ln>
                <a:effectLst/>
              </a:rPr>
              <a:t>Narrative:</a:t>
            </a:r>
            <a:r>
              <a:rPr kumimoji="0" lang="en-US" altLang="en-US" sz="1900" b="0" i="0" u="none" strike="noStrike" cap="none" normalizeH="0" baseline="0">
                <a:ln>
                  <a:noFill/>
                </a:ln>
                <a:effectLst/>
              </a:rPr>
              <a:t> Narrative is a story with a beginning, middle, and end. Example: 'Pride and Prejudice' by Jane Austen.</a:t>
            </a:r>
          </a:p>
          <a:p>
            <a:pPr eaLnBrk="0" fontAlgn="base" hangingPunct="0">
              <a:spcBef>
                <a:spcPct val="0"/>
              </a:spcBef>
              <a:spcAft>
                <a:spcPts val="600"/>
              </a:spcAft>
            </a:pPr>
            <a:r>
              <a:rPr kumimoji="0" lang="en-US" altLang="en-US" sz="1900" b="1" i="0" u="none" strike="noStrike" cap="none" normalizeH="0" baseline="0">
                <a:ln>
                  <a:noFill/>
                </a:ln>
                <a:effectLst/>
              </a:rPr>
              <a:t>Drama:</a:t>
            </a:r>
            <a:r>
              <a:rPr kumimoji="0" lang="en-US" altLang="en-US" sz="1900" b="0" i="0" u="none" strike="noStrike" cap="none" normalizeH="0" baseline="0">
                <a:ln>
                  <a:noFill/>
                </a:ln>
                <a:effectLst/>
              </a:rPr>
              <a:t> Drama is written to be performed. Example: 'Romeo and Juliet' by William Shakespeare.</a:t>
            </a:r>
          </a:p>
          <a:p>
            <a:pPr eaLnBrk="0" fontAlgn="base" hangingPunct="0">
              <a:spcBef>
                <a:spcPct val="0"/>
              </a:spcBef>
              <a:spcAft>
                <a:spcPts val="600"/>
              </a:spcAft>
            </a:pPr>
            <a:r>
              <a:rPr kumimoji="0" lang="en-US" altLang="en-US" sz="1900" b="1" i="0" u="none" strike="noStrike" cap="none" normalizeH="0" baseline="0">
                <a:ln>
                  <a:noFill/>
                </a:ln>
                <a:effectLst/>
              </a:rPr>
              <a:t>Essay:</a:t>
            </a:r>
            <a:r>
              <a:rPr kumimoji="0" lang="en-US" altLang="en-US" sz="1900" b="0" i="0" u="none" strike="noStrike" cap="none" normalizeH="0" baseline="0">
                <a:ln>
                  <a:noFill/>
                </a:ln>
                <a:effectLst/>
              </a:rPr>
              <a:t> Essays explore ideas and arguments. Example: 'A Modest Proposal' by Jonathan Swift. </a:t>
            </a:r>
          </a:p>
        </p:txBody>
      </p:sp>
    </p:spTree>
    <p:extLst>
      <p:ext uri="{BB962C8B-B14F-4D97-AF65-F5344CB8AC3E}">
        <p14:creationId xmlns:p14="http://schemas.microsoft.com/office/powerpoint/2010/main" val="2937859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289E0D-6036-5D4A-0CA9-FCAE220655A8}"/>
              </a:ext>
            </a:extLst>
          </p:cNvPr>
          <p:cNvSpPr>
            <a:spLocks noGrp="1"/>
          </p:cNvSpPr>
          <p:nvPr>
            <p:ph type="title"/>
          </p:nvPr>
        </p:nvSpPr>
        <p:spPr>
          <a:xfrm>
            <a:off x="761800" y="762001"/>
            <a:ext cx="5334197" cy="1708242"/>
          </a:xfrm>
        </p:spPr>
        <p:txBody>
          <a:bodyPr anchor="ctr">
            <a:normAutofit/>
          </a:bodyPr>
          <a:lstStyle/>
          <a:p>
            <a:r>
              <a:rPr lang="en-GB" sz="4000" dirty="0"/>
              <a:t>Identify the forms</a:t>
            </a:r>
          </a:p>
        </p:txBody>
      </p:sp>
      <p:sp>
        <p:nvSpPr>
          <p:cNvPr id="4" name="Rectangle 1">
            <a:extLst>
              <a:ext uri="{FF2B5EF4-FFF2-40B4-BE49-F238E27FC236}">
                <a16:creationId xmlns:a16="http://schemas.microsoft.com/office/drawing/2014/main" id="{69AA9138-4FED-1709-7CD8-72C50417D727}"/>
              </a:ext>
            </a:extLst>
          </p:cNvPr>
          <p:cNvSpPr>
            <a:spLocks noGrp="1" noChangeArrowheads="1"/>
          </p:cNvSpPr>
          <p:nvPr>
            <p:ph idx="1"/>
          </p:nvPr>
        </p:nvSpPr>
        <p:spPr bwMode="auto">
          <a:xfrm>
            <a:off x="761800" y="2470244"/>
            <a:ext cx="5334197" cy="376983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US" altLang="en-US" sz="1600" b="0" i="0" u="none" strike="noStrike" cap="none" normalizeH="0" baseline="0" dirty="0">
                <a:ln>
                  <a:noFill/>
                </a:ln>
                <a:effectLst/>
              </a:rPr>
              <a:t>It was the best of times, it was the worst of times, it was the age of wisdom, it was the age of foolishness.</a:t>
            </a:r>
          </a:p>
          <a:p>
            <a:pPr eaLnBrk="0" fontAlgn="base" hangingPunct="0">
              <a:spcBef>
                <a:spcPct val="0"/>
              </a:spcBef>
              <a:spcAft>
                <a:spcPts val="600"/>
              </a:spcAft>
            </a:pPr>
            <a:r>
              <a:rPr lang="en-US" altLang="en-US" sz="1600" dirty="0"/>
              <a:t>There was a man who lived by a river, and he often said, 'God will save me!' A great flood came and the water began to rise, but the man remained confident.</a:t>
            </a:r>
          </a:p>
          <a:p>
            <a:pPr eaLnBrk="0" fontAlgn="base" hangingPunct="0">
              <a:spcBef>
                <a:spcPct val="0"/>
              </a:spcBef>
              <a:spcAft>
                <a:spcPts val="600"/>
              </a:spcAft>
            </a:pPr>
            <a:r>
              <a:rPr kumimoji="0" lang="en-US" altLang="en-US" sz="1600" b="0" i="0" u="none" strike="noStrike" cap="none" normalizeH="0" baseline="0" dirty="0">
                <a:ln>
                  <a:noFill/>
                </a:ln>
                <a:effectLst/>
              </a:rPr>
              <a:t>To be, or not to be: that is the question: / Whether 'tis nobler in the mind to suffer / The slings and arrows of outrageous fortune, / Or to take arms against a sea of troubles.</a:t>
            </a:r>
          </a:p>
          <a:p>
            <a:pPr eaLnBrk="0" fontAlgn="base" hangingPunct="0">
              <a:spcBef>
                <a:spcPct val="0"/>
              </a:spcBef>
              <a:spcAft>
                <a:spcPts val="600"/>
              </a:spcAft>
            </a:pPr>
            <a:r>
              <a:rPr kumimoji="0" lang="en-US" altLang="en-US" sz="1600" b="0" i="0" u="none" strike="noStrike" cap="none" normalizeH="0" baseline="0" dirty="0">
                <a:ln>
                  <a:noFill/>
                </a:ln>
                <a:effectLst/>
              </a:rPr>
              <a:t>A foolish consistency is the hobgoblin of little minds, adored by little statesmen and philosophers and divines.</a:t>
            </a:r>
          </a:p>
          <a:p>
            <a:pPr eaLnBrk="0" fontAlgn="base" hangingPunct="0">
              <a:spcBef>
                <a:spcPct val="0"/>
              </a:spcBef>
              <a:spcAft>
                <a:spcPts val="600"/>
              </a:spcAft>
            </a:pPr>
            <a:r>
              <a:rPr kumimoji="0" lang="en-US" altLang="en-US" sz="1600" b="0" i="0" u="none" strike="noStrike" cap="none" normalizeH="0" baseline="0" dirty="0">
                <a:ln>
                  <a:noFill/>
                </a:ln>
                <a:effectLst/>
              </a:rPr>
              <a:t>Hope is the thing with feathers / That perches in the soul, / And sings the tune without the words, / And never stops at all.</a:t>
            </a:r>
          </a:p>
          <a:p>
            <a:pPr eaLnBrk="0" fontAlgn="base" hangingPunct="0">
              <a:spcBef>
                <a:spcPct val="0"/>
              </a:spcBef>
              <a:spcAft>
                <a:spcPts val="600"/>
              </a:spcAft>
            </a:pPr>
            <a:endParaRPr kumimoji="0" lang="en-US" altLang="en-US" sz="1600" b="0" i="0" u="none" strike="noStrike" cap="none" normalizeH="0" baseline="0" dirty="0">
              <a:ln>
                <a:noFill/>
              </a:ln>
              <a:effectLst/>
            </a:endParaRPr>
          </a:p>
          <a:p>
            <a:pPr eaLnBrk="0" fontAlgn="base" hangingPunct="0">
              <a:spcBef>
                <a:spcPct val="0"/>
              </a:spcBef>
              <a:spcAft>
                <a:spcPts val="600"/>
              </a:spcAft>
            </a:pPr>
            <a:endParaRPr kumimoji="0" lang="en-US" altLang="en-US" sz="1600" b="0" i="0" u="none" strike="noStrike" cap="none" normalizeH="0" baseline="0" dirty="0">
              <a:ln>
                <a:noFill/>
              </a:ln>
              <a:effectLst/>
            </a:endParaRPr>
          </a:p>
        </p:txBody>
      </p:sp>
      <p:pic>
        <p:nvPicPr>
          <p:cNvPr id="6" name="Picture 5" descr="Rough stormy water in motion">
            <a:extLst>
              <a:ext uri="{FF2B5EF4-FFF2-40B4-BE49-F238E27FC236}">
                <a16:creationId xmlns:a16="http://schemas.microsoft.com/office/drawing/2014/main" id="{626A8B47-0872-BD49-FC2B-6317D5B28B8A}"/>
              </a:ext>
            </a:extLst>
          </p:cNvPr>
          <p:cNvPicPr>
            <a:picLocks noChangeAspect="1"/>
          </p:cNvPicPr>
          <p:nvPr/>
        </p:nvPicPr>
        <p:blipFill>
          <a:blip r:embed="rId2"/>
          <a:srcRect l="27029" r="21134"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217899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1C4DFD-977D-7820-9EB5-8FDE9D346A7E}"/>
              </a:ext>
            </a:extLst>
          </p:cNvPr>
          <p:cNvSpPr>
            <a:spLocks noGrp="1"/>
          </p:cNvSpPr>
          <p:nvPr>
            <p:ph type="title"/>
          </p:nvPr>
        </p:nvSpPr>
        <p:spPr>
          <a:xfrm>
            <a:off x="838201" y="365125"/>
            <a:ext cx="5251316" cy="1807305"/>
          </a:xfrm>
        </p:spPr>
        <p:txBody>
          <a:bodyPr>
            <a:normAutofit/>
          </a:bodyPr>
          <a:lstStyle/>
          <a:p>
            <a:r>
              <a:rPr lang="en-GB" dirty="0"/>
              <a:t>Answers</a:t>
            </a:r>
          </a:p>
        </p:txBody>
      </p:sp>
      <p:sp>
        <p:nvSpPr>
          <p:cNvPr id="4" name="Rectangle 1">
            <a:extLst>
              <a:ext uri="{FF2B5EF4-FFF2-40B4-BE49-F238E27FC236}">
                <a16:creationId xmlns:a16="http://schemas.microsoft.com/office/drawing/2014/main" id="{621AD411-CDBD-BF22-D968-54EA2D812A11}"/>
              </a:ext>
            </a:extLst>
          </p:cNvPr>
          <p:cNvSpPr>
            <a:spLocks noGrp="1" noChangeArrowheads="1"/>
          </p:cNvSpPr>
          <p:nvPr>
            <p:ph idx="1"/>
          </p:nvPr>
        </p:nvSpPr>
        <p:spPr bwMode="auto">
          <a:xfrm>
            <a:off x="270588" y="1726162"/>
            <a:ext cx="5692198" cy="483325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sz="1200" b="1" i="0" u="none" strike="noStrike" cap="none" normalizeH="0" baseline="0" dirty="0">
                <a:ln>
                  <a:noFill/>
                </a:ln>
                <a:effectLst/>
              </a:rPr>
              <a:t>Poetry:</a:t>
            </a:r>
            <a:endParaRPr kumimoji="0" lang="en-US" altLang="en-US" sz="1200" b="0" i="0" u="none" strike="noStrike" cap="none" normalizeH="0" baseline="0" dirty="0">
              <a:ln>
                <a:noFill/>
              </a:ln>
              <a:effectLst/>
            </a:endParaRPr>
          </a:p>
          <a:p>
            <a:pPr eaLnBrk="0" fontAlgn="base" hangingPunct="0">
              <a:spcBef>
                <a:spcPct val="0"/>
              </a:spcBef>
              <a:spcAft>
                <a:spcPts val="600"/>
              </a:spcAft>
            </a:pPr>
            <a:r>
              <a:rPr kumimoji="0" lang="en-US" altLang="en-US" sz="1200" b="0" i="0" u="none" strike="noStrike" cap="none" normalizeH="0" baseline="0" dirty="0">
                <a:ln>
                  <a:noFill/>
                </a:ln>
                <a:effectLst/>
              </a:rPr>
              <a:t>Hope is the thing with feathers / That perches in the soul, / And sings the tune without the words, / And never stops at all.</a:t>
            </a:r>
          </a:p>
          <a:p>
            <a:pPr lvl="1" eaLnBrk="0" fontAlgn="base" hangingPunct="0">
              <a:spcBef>
                <a:spcPct val="0"/>
              </a:spcBef>
              <a:spcAft>
                <a:spcPts val="600"/>
              </a:spcAft>
            </a:pPr>
            <a:r>
              <a:rPr kumimoji="0" lang="en-US" altLang="en-US" sz="1200" b="0" i="1" u="none" strike="noStrike" cap="none" normalizeH="0" baseline="0" dirty="0">
                <a:ln>
                  <a:noFill/>
                </a:ln>
                <a:effectLst/>
              </a:rPr>
              <a:t>Hope is the thing with feathers</a:t>
            </a:r>
            <a:r>
              <a:rPr kumimoji="0" lang="en-US" altLang="en-US" sz="1200" b="0" i="0" u="none" strike="noStrike" cap="none" normalizeH="0" baseline="0" dirty="0">
                <a:ln>
                  <a:noFill/>
                </a:ln>
                <a:effectLst/>
              </a:rPr>
              <a:t> by Emily Dickinson</a:t>
            </a:r>
          </a:p>
          <a:p>
            <a:pPr eaLnBrk="0" fontAlgn="base" hangingPunct="0">
              <a:spcBef>
                <a:spcPct val="0"/>
              </a:spcBef>
              <a:spcAft>
                <a:spcPts val="600"/>
              </a:spcAft>
            </a:pPr>
            <a:r>
              <a:rPr kumimoji="0" lang="en-US" altLang="en-US" sz="1200" b="1" i="0" u="none" strike="noStrike" cap="none" normalizeH="0" baseline="0" dirty="0">
                <a:ln>
                  <a:noFill/>
                </a:ln>
                <a:effectLst/>
              </a:rPr>
              <a:t>Narrative (Novel):</a:t>
            </a:r>
            <a:endParaRPr kumimoji="0" lang="en-US" altLang="en-US" sz="1200" b="0" i="0" u="none" strike="noStrike" cap="none" normalizeH="0" baseline="0" dirty="0">
              <a:ln>
                <a:noFill/>
              </a:ln>
              <a:effectLst/>
            </a:endParaRPr>
          </a:p>
          <a:p>
            <a:pPr eaLnBrk="0" fontAlgn="base" hangingPunct="0">
              <a:spcBef>
                <a:spcPct val="0"/>
              </a:spcBef>
              <a:spcAft>
                <a:spcPts val="600"/>
              </a:spcAft>
            </a:pPr>
            <a:r>
              <a:rPr kumimoji="0" lang="en-US" altLang="en-US" sz="1200" b="0" i="0" u="none" strike="noStrike" cap="none" normalizeH="0" baseline="0" dirty="0">
                <a:ln>
                  <a:noFill/>
                </a:ln>
                <a:effectLst/>
              </a:rPr>
              <a:t>It was the best of times, it was the worst of times, it was the age of wisdom, it was the age of foolishness.</a:t>
            </a:r>
          </a:p>
          <a:p>
            <a:pPr lvl="1" eaLnBrk="0" fontAlgn="base" hangingPunct="0">
              <a:spcBef>
                <a:spcPct val="0"/>
              </a:spcBef>
              <a:spcAft>
                <a:spcPts val="600"/>
              </a:spcAft>
            </a:pPr>
            <a:r>
              <a:rPr kumimoji="0" lang="en-US" altLang="en-US" sz="1200" b="0" i="1" u="none" strike="noStrike" cap="none" normalizeH="0" baseline="0" dirty="0">
                <a:ln>
                  <a:noFill/>
                </a:ln>
                <a:effectLst/>
              </a:rPr>
              <a:t>A Tale of Two Cities</a:t>
            </a:r>
            <a:r>
              <a:rPr kumimoji="0" lang="en-US" altLang="en-US" sz="1200" b="0" i="0" u="none" strike="noStrike" cap="none" normalizeH="0" baseline="0" dirty="0">
                <a:ln>
                  <a:noFill/>
                </a:ln>
                <a:effectLst/>
              </a:rPr>
              <a:t> by Charles Dickens</a:t>
            </a:r>
          </a:p>
          <a:p>
            <a:pPr eaLnBrk="0" fontAlgn="base" hangingPunct="0">
              <a:spcBef>
                <a:spcPct val="0"/>
              </a:spcBef>
              <a:spcAft>
                <a:spcPts val="600"/>
              </a:spcAft>
            </a:pPr>
            <a:r>
              <a:rPr kumimoji="0" lang="en-US" altLang="en-US" sz="1200" b="1" i="0" u="none" strike="noStrike" cap="none" normalizeH="0" baseline="0" dirty="0">
                <a:ln>
                  <a:noFill/>
                </a:ln>
                <a:effectLst/>
              </a:rPr>
              <a:t>Drama:</a:t>
            </a:r>
            <a:endParaRPr kumimoji="0" lang="en-US" altLang="en-US" sz="1200" b="0" i="0" u="none" strike="noStrike" cap="none" normalizeH="0" baseline="0" dirty="0">
              <a:ln>
                <a:noFill/>
              </a:ln>
              <a:effectLst/>
            </a:endParaRPr>
          </a:p>
          <a:p>
            <a:pPr eaLnBrk="0" fontAlgn="base" hangingPunct="0">
              <a:spcBef>
                <a:spcPct val="0"/>
              </a:spcBef>
              <a:spcAft>
                <a:spcPts val="600"/>
              </a:spcAft>
            </a:pPr>
            <a:r>
              <a:rPr kumimoji="0" lang="en-US" altLang="en-US" sz="1200" b="0" i="0" u="none" strike="noStrike" cap="none" normalizeH="0" baseline="0" dirty="0">
                <a:ln>
                  <a:noFill/>
                </a:ln>
                <a:effectLst/>
              </a:rPr>
              <a:t>To be, or not to be: that is the question: / Whether 'tis nobler in the mind to suffer / The slings and arrows of outrageous fortune, / Or to take arms against a sea of troubles.</a:t>
            </a:r>
          </a:p>
          <a:p>
            <a:pPr lvl="1" eaLnBrk="0" fontAlgn="base" hangingPunct="0">
              <a:spcBef>
                <a:spcPct val="0"/>
              </a:spcBef>
              <a:spcAft>
                <a:spcPts val="600"/>
              </a:spcAft>
            </a:pPr>
            <a:r>
              <a:rPr kumimoji="0" lang="en-US" altLang="en-US" sz="1200" b="0" i="1" u="none" strike="noStrike" cap="none" normalizeH="0" baseline="0" dirty="0">
                <a:ln>
                  <a:noFill/>
                </a:ln>
                <a:effectLst/>
              </a:rPr>
              <a:t>Hamlet</a:t>
            </a:r>
            <a:r>
              <a:rPr kumimoji="0" lang="en-US" altLang="en-US" sz="1200" b="0" i="0" u="none" strike="noStrike" cap="none" normalizeH="0" baseline="0" dirty="0">
                <a:ln>
                  <a:noFill/>
                </a:ln>
                <a:effectLst/>
              </a:rPr>
              <a:t> by William Shakespeare</a:t>
            </a:r>
          </a:p>
          <a:p>
            <a:pPr eaLnBrk="0" fontAlgn="base" hangingPunct="0">
              <a:spcBef>
                <a:spcPct val="0"/>
              </a:spcBef>
              <a:spcAft>
                <a:spcPts val="600"/>
              </a:spcAft>
            </a:pPr>
            <a:r>
              <a:rPr kumimoji="0" lang="en-US" altLang="en-US" sz="1200" b="1" i="0" u="none" strike="noStrike" cap="none" normalizeH="0" baseline="0" dirty="0">
                <a:ln>
                  <a:noFill/>
                </a:ln>
                <a:effectLst/>
              </a:rPr>
              <a:t>Essay:</a:t>
            </a:r>
            <a:endParaRPr kumimoji="0" lang="en-US" altLang="en-US" sz="1200" b="0" i="0" u="none" strike="noStrike" cap="none" normalizeH="0" baseline="0" dirty="0">
              <a:ln>
                <a:noFill/>
              </a:ln>
              <a:effectLst/>
            </a:endParaRPr>
          </a:p>
          <a:p>
            <a:pPr eaLnBrk="0" fontAlgn="base" hangingPunct="0">
              <a:spcBef>
                <a:spcPct val="0"/>
              </a:spcBef>
              <a:spcAft>
                <a:spcPts val="600"/>
              </a:spcAft>
            </a:pPr>
            <a:r>
              <a:rPr kumimoji="0" lang="en-US" altLang="en-US" sz="1200" b="0" i="0" u="none" strike="noStrike" cap="none" normalizeH="0" baseline="0" dirty="0">
                <a:ln>
                  <a:noFill/>
                </a:ln>
                <a:effectLst/>
              </a:rPr>
              <a:t>A foolish consistency is the hobgoblin of little minds, adored by little statesmen and philosophers and divines.</a:t>
            </a:r>
          </a:p>
          <a:p>
            <a:pPr lvl="1" eaLnBrk="0" fontAlgn="base" hangingPunct="0">
              <a:spcBef>
                <a:spcPct val="0"/>
              </a:spcBef>
              <a:spcAft>
                <a:spcPts val="600"/>
              </a:spcAft>
            </a:pPr>
            <a:r>
              <a:rPr kumimoji="0" lang="en-US" altLang="en-US" sz="1200" b="0" i="1" u="none" strike="noStrike" cap="none" normalizeH="0" baseline="0" dirty="0">
                <a:ln>
                  <a:noFill/>
                </a:ln>
                <a:effectLst/>
              </a:rPr>
              <a:t>Self-Reliance</a:t>
            </a:r>
            <a:r>
              <a:rPr kumimoji="0" lang="en-US" altLang="en-US" sz="1200" b="0" i="0" u="none" strike="noStrike" cap="none" normalizeH="0" baseline="0" dirty="0">
                <a:ln>
                  <a:noFill/>
                </a:ln>
                <a:effectLst/>
              </a:rPr>
              <a:t> by Ralph Waldo Emerson</a:t>
            </a:r>
          </a:p>
          <a:p>
            <a:pPr eaLnBrk="0" fontAlgn="base" hangingPunct="0">
              <a:spcBef>
                <a:spcPct val="0"/>
              </a:spcBef>
              <a:spcAft>
                <a:spcPts val="600"/>
              </a:spcAft>
            </a:pPr>
            <a:r>
              <a:rPr kumimoji="0" lang="en-US" altLang="en-US" sz="1200" b="1" i="0" u="none" strike="noStrike" cap="none" normalizeH="0" baseline="0" dirty="0">
                <a:ln>
                  <a:noFill/>
                </a:ln>
                <a:effectLst/>
              </a:rPr>
              <a:t>Short Story:</a:t>
            </a:r>
            <a:endParaRPr kumimoji="0" lang="en-US" altLang="en-US" sz="1200" b="0" i="0" u="none" strike="noStrike" cap="none" normalizeH="0" baseline="0" dirty="0">
              <a:ln>
                <a:noFill/>
              </a:ln>
              <a:effectLst/>
            </a:endParaRPr>
          </a:p>
          <a:p>
            <a:pPr eaLnBrk="0" fontAlgn="base" hangingPunct="0">
              <a:spcBef>
                <a:spcPct val="0"/>
              </a:spcBef>
              <a:spcAft>
                <a:spcPts val="600"/>
              </a:spcAft>
            </a:pPr>
            <a:r>
              <a:rPr kumimoji="0" lang="en-US" altLang="en-US" sz="1200" b="0" i="0" u="none" strike="noStrike" cap="none" normalizeH="0" baseline="0" dirty="0">
                <a:ln>
                  <a:noFill/>
                </a:ln>
                <a:effectLst/>
              </a:rPr>
              <a:t>There was a man who lived by a river, and he often said, 'God will save me!' A great flood came and the water began to rise, but the man remained confident.</a:t>
            </a:r>
          </a:p>
          <a:p>
            <a:pPr lvl="1" eaLnBrk="0" fontAlgn="base" hangingPunct="0">
              <a:spcBef>
                <a:spcPct val="0"/>
              </a:spcBef>
              <a:spcAft>
                <a:spcPts val="600"/>
              </a:spcAft>
            </a:pPr>
            <a:r>
              <a:rPr kumimoji="0" lang="en-US" altLang="en-US" sz="1200" b="0" i="1" u="none" strike="noStrike" cap="none" normalizeH="0" baseline="0" dirty="0">
                <a:ln>
                  <a:noFill/>
                </a:ln>
                <a:effectLst/>
              </a:rPr>
              <a:t>A Very Old Man with Enormous Wings</a:t>
            </a:r>
            <a:r>
              <a:rPr kumimoji="0" lang="en-US" altLang="en-US" sz="1200" b="0" i="0" u="none" strike="noStrike" cap="none" normalizeH="0" baseline="0" dirty="0">
                <a:ln>
                  <a:noFill/>
                </a:ln>
                <a:effectLst/>
              </a:rPr>
              <a:t> by Gabriel García Márquez</a:t>
            </a:r>
          </a:p>
          <a:p>
            <a:pPr eaLnBrk="0" fontAlgn="base" hangingPunct="0">
              <a:spcBef>
                <a:spcPct val="0"/>
              </a:spcBef>
              <a:spcAft>
                <a:spcPts val="600"/>
              </a:spcAft>
            </a:pPr>
            <a:endParaRPr kumimoji="0" lang="en-US" altLang="en-US" sz="800" b="0" i="0" u="none" strike="noStrike" cap="none" normalizeH="0" baseline="0" dirty="0">
              <a:ln>
                <a:noFill/>
              </a:ln>
              <a:effectLst/>
            </a:endParaRPr>
          </a:p>
        </p:txBody>
      </p:sp>
      <p:pic>
        <p:nvPicPr>
          <p:cNvPr id="6" name="Picture 5" descr="Pen and ink bottle">
            <a:extLst>
              <a:ext uri="{FF2B5EF4-FFF2-40B4-BE49-F238E27FC236}">
                <a16:creationId xmlns:a16="http://schemas.microsoft.com/office/drawing/2014/main" id="{F4D027B4-E9D6-219C-6BC1-ECDB2236F458}"/>
              </a:ext>
            </a:extLst>
          </p:cNvPr>
          <p:cNvPicPr>
            <a:picLocks noChangeAspect="1"/>
          </p:cNvPicPr>
          <p:nvPr/>
        </p:nvPicPr>
        <p:blipFill>
          <a:blip r:embed="rId2"/>
          <a:srcRect l="11509" r="1545"/>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912859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5635B95E-2FA2-F415-BB56-635BB8CF79DA}"/>
              </a:ext>
            </a:extLst>
          </p:cNvPr>
          <p:cNvPicPr>
            <a:picLocks noChangeAspect="1"/>
          </p:cNvPicPr>
          <p:nvPr/>
        </p:nvPicPr>
        <p:blipFill>
          <a:blip r:embed="rId2"/>
          <a:srcRect l="36296" r="16443" b="-1"/>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2"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2332CA5-AF9A-4871-CCD9-8F5B3FE84717}"/>
              </a:ext>
            </a:extLst>
          </p:cNvPr>
          <p:cNvSpPr>
            <a:spLocks noGrp="1"/>
          </p:cNvSpPr>
          <p:nvPr>
            <p:ph type="title"/>
          </p:nvPr>
        </p:nvSpPr>
        <p:spPr>
          <a:xfrm>
            <a:off x="5827048" y="407987"/>
            <a:ext cx="5721484" cy="1325563"/>
          </a:xfrm>
        </p:spPr>
        <p:txBody>
          <a:bodyPr>
            <a:normAutofit/>
          </a:bodyPr>
          <a:lstStyle/>
          <a:p>
            <a:r>
              <a:rPr lang="en-GB" dirty="0"/>
              <a:t>Understanding Key Literary Concepts</a:t>
            </a:r>
          </a:p>
        </p:txBody>
      </p:sp>
      <p:graphicFrame>
        <p:nvGraphicFramePr>
          <p:cNvPr id="5" name="Content Placeholder 2">
            <a:extLst>
              <a:ext uri="{FF2B5EF4-FFF2-40B4-BE49-F238E27FC236}">
                <a16:creationId xmlns:a16="http://schemas.microsoft.com/office/drawing/2014/main" id="{696CB2BC-6028-4567-D22A-D55167150C19}"/>
              </a:ext>
            </a:extLst>
          </p:cNvPr>
          <p:cNvGraphicFramePr>
            <a:graphicFrameLocks noGrp="1"/>
          </p:cNvGraphicFramePr>
          <p:nvPr>
            <p:ph idx="1"/>
            <p:extLst>
              <p:ext uri="{D42A27DB-BD31-4B8C-83A1-F6EECF244321}">
                <p14:modId xmlns:p14="http://schemas.microsoft.com/office/powerpoint/2010/main" val="2394790625"/>
              </p:ext>
            </p:extLst>
          </p:nvPr>
        </p:nvGraphicFramePr>
        <p:xfrm>
          <a:off x="5827048" y="1868487"/>
          <a:ext cx="5721484"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1162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BBC6ECB-6BED-53F5-DBD1-1A221F6716F8}"/>
              </a:ext>
            </a:extLst>
          </p:cNvPr>
          <p:cNvPicPr>
            <a:picLocks noChangeAspect="1"/>
          </p:cNvPicPr>
          <p:nvPr/>
        </p:nvPicPr>
        <p:blipFill>
          <a:blip r:embed="rId2">
            <a:alphaModFix amt="35000"/>
          </a:blip>
          <a:srcRect t="8537"/>
          <a:stretch/>
        </p:blipFill>
        <p:spPr>
          <a:xfrm>
            <a:off x="20" y="10"/>
            <a:ext cx="12191980" cy="6857990"/>
          </a:xfrm>
          <a:prstGeom prst="rect">
            <a:avLst/>
          </a:prstGeom>
        </p:spPr>
      </p:pic>
      <p:sp>
        <p:nvSpPr>
          <p:cNvPr id="2" name="Title 1">
            <a:extLst>
              <a:ext uri="{FF2B5EF4-FFF2-40B4-BE49-F238E27FC236}">
                <a16:creationId xmlns:a16="http://schemas.microsoft.com/office/drawing/2014/main" id="{7F9009B3-F8D4-4B7C-1244-40E72D3A635E}"/>
              </a:ext>
            </a:extLst>
          </p:cNvPr>
          <p:cNvSpPr>
            <a:spLocks noGrp="1"/>
          </p:cNvSpPr>
          <p:nvPr>
            <p:ph type="title"/>
          </p:nvPr>
        </p:nvSpPr>
        <p:spPr>
          <a:xfrm>
            <a:off x="838200" y="365125"/>
            <a:ext cx="10515600" cy="1325563"/>
          </a:xfrm>
        </p:spPr>
        <p:txBody>
          <a:bodyPr>
            <a:normAutofit/>
          </a:bodyPr>
          <a:lstStyle/>
          <a:p>
            <a:r>
              <a:rPr lang="en-GB">
                <a:solidFill>
                  <a:srgbClr val="FFFFFF"/>
                </a:solidFill>
              </a:rPr>
              <a:t>Examples</a:t>
            </a:r>
          </a:p>
        </p:txBody>
      </p:sp>
      <p:graphicFrame>
        <p:nvGraphicFramePr>
          <p:cNvPr id="6" name="Rectangle 1">
            <a:extLst>
              <a:ext uri="{FF2B5EF4-FFF2-40B4-BE49-F238E27FC236}">
                <a16:creationId xmlns:a16="http://schemas.microsoft.com/office/drawing/2014/main" id="{FA19A5EE-AAF2-DC98-7ED7-17E8DCCE98EA}"/>
              </a:ext>
            </a:extLst>
          </p:cNvPr>
          <p:cNvGraphicFramePr>
            <a:graphicFrameLocks noGrp="1"/>
          </p:cNvGraphicFramePr>
          <p:nvPr>
            <p:ph idx="1"/>
            <p:extLst>
              <p:ext uri="{D42A27DB-BD31-4B8C-83A1-F6EECF244321}">
                <p14:modId xmlns:p14="http://schemas.microsoft.com/office/powerpoint/2010/main" val="311990100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555736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C93B8A0-1694-776C-1515-92576712FA91}"/>
              </a:ext>
            </a:extLst>
          </p:cNvPr>
          <p:cNvPicPr>
            <a:picLocks noChangeAspect="1"/>
          </p:cNvPicPr>
          <p:nvPr/>
        </p:nvPicPr>
        <p:blipFill>
          <a:blip r:embed="rId2">
            <a:alphaModFix amt="35000"/>
          </a:blip>
          <a:srcRect t="11388" b="4342"/>
          <a:stretch/>
        </p:blipFill>
        <p:spPr>
          <a:xfrm>
            <a:off x="20" y="10"/>
            <a:ext cx="12191980" cy="6857990"/>
          </a:xfrm>
          <a:prstGeom prst="rect">
            <a:avLst/>
          </a:prstGeom>
        </p:spPr>
      </p:pic>
      <p:sp>
        <p:nvSpPr>
          <p:cNvPr id="2" name="Title 1">
            <a:extLst>
              <a:ext uri="{FF2B5EF4-FFF2-40B4-BE49-F238E27FC236}">
                <a16:creationId xmlns:a16="http://schemas.microsoft.com/office/drawing/2014/main" id="{5C54D728-03B1-8EF7-21B3-1992B613E672}"/>
              </a:ext>
            </a:extLst>
          </p:cNvPr>
          <p:cNvSpPr>
            <a:spLocks noGrp="1"/>
          </p:cNvSpPr>
          <p:nvPr>
            <p:ph type="title"/>
          </p:nvPr>
        </p:nvSpPr>
        <p:spPr>
          <a:xfrm>
            <a:off x="838200" y="365125"/>
            <a:ext cx="10515600" cy="1325563"/>
          </a:xfrm>
        </p:spPr>
        <p:txBody>
          <a:bodyPr>
            <a:normAutofit/>
          </a:bodyPr>
          <a:lstStyle/>
          <a:p>
            <a:r>
              <a:rPr lang="en-GB">
                <a:solidFill>
                  <a:srgbClr val="FFFFFF"/>
                </a:solidFill>
              </a:rPr>
              <a:t>Activity </a:t>
            </a:r>
          </a:p>
        </p:txBody>
      </p:sp>
      <p:sp>
        <p:nvSpPr>
          <p:cNvPr id="3" name="Content Placeholder 2">
            <a:extLst>
              <a:ext uri="{FF2B5EF4-FFF2-40B4-BE49-F238E27FC236}">
                <a16:creationId xmlns:a16="http://schemas.microsoft.com/office/drawing/2014/main" id="{DB7427B6-E28C-4990-F98A-D7A26D8B1DB6}"/>
              </a:ext>
            </a:extLst>
          </p:cNvPr>
          <p:cNvSpPr>
            <a:spLocks noGrp="1"/>
          </p:cNvSpPr>
          <p:nvPr>
            <p:ph idx="1"/>
          </p:nvPr>
        </p:nvSpPr>
        <p:spPr>
          <a:xfrm>
            <a:off x="838200" y="1825625"/>
            <a:ext cx="10515600" cy="4351338"/>
          </a:xfrm>
        </p:spPr>
        <p:txBody>
          <a:bodyPr>
            <a:normAutofit/>
          </a:bodyPr>
          <a:lstStyle/>
          <a:p>
            <a:r>
              <a:rPr lang="en-GB">
                <a:solidFill>
                  <a:srgbClr val="FFFFFF"/>
                </a:solidFill>
              </a:rPr>
              <a:t>Read the text on the following page and identify the:</a:t>
            </a:r>
          </a:p>
          <a:p>
            <a:endParaRPr lang="en-GB">
              <a:solidFill>
                <a:srgbClr val="FFFFFF"/>
              </a:solidFill>
            </a:endParaRPr>
          </a:p>
          <a:p>
            <a:pPr>
              <a:buFont typeface="Arial" panose="020B0604020202020204" pitchFamily="34" charset="0"/>
              <a:buChar char="•"/>
            </a:pPr>
            <a:r>
              <a:rPr lang="en-GB" b="1">
                <a:solidFill>
                  <a:srgbClr val="FFFFFF"/>
                </a:solidFill>
              </a:rPr>
              <a:t>Theme:</a:t>
            </a:r>
            <a:r>
              <a:rPr lang="en-GB">
                <a:solidFill>
                  <a:srgbClr val="FFFFFF"/>
                </a:solidFill>
              </a:rPr>
              <a:t> The central topic or idea explored in a text.</a:t>
            </a:r>
          </a:p>
          <a:p>
            <a:pPr>
              <a:buFont typeface="Arial" panose="020B0604020202020204" pitchFamily="34" charset="0"/>
              <a:buChar char="•"/>
            </a:pPr>
            <a:r>
              <a:rPr lang="en-GB" b="1">
                <a:solidFill>
                  <a:srgbClr val="FFFFFF"/>
                </a:solidFill>
              </a:rPr>
              <a:t>Character:</a:t>
            </a:r>
            <a:r>
              <a:rPr lang="en-GB">
                <a:solidFill>
                  <a:srgbClr val="FFFFFF"/>
                </a:solidFill>
              </a:rPr>
              <a:t> A person or being in a narrative, drama, or poem.</a:t>
            </a:r>
          </a:p>
          <a:p>
            <a:pPr>
              <a:buFont typeface="Arial" panose="020B0604020202020204" pitchFamily="34" charset="0"/>
              <a:buChar char="•"/>
            </a:pPr>
            <a:r>
              <a:rPr lang="en-GB" b="1">
                <a:solidFill>
                  <a:srgbClr val="FFFFFF"/>
                </a:solidFill>
              </a:rPr>
              <a:t>Plot:</a:t>
            </a:r>
            <a:r>
              <a:rPr lang="en-GB">
                <a:solidFill>
                  <a:srgbClr val="FFFFFF"/>
                </a:solidFill>
              </a:rPr>
              <a:t> The sequence of events in a story.</a:t>
            </a:r>
          </a:p>
          <a:p>
            <a:pPr>
              <a:buFont typeface="Arial" panose="020B0604020202020204" pitchFamily="34" charset="0"/>
              <a:buChar char="•"/>
            </a:pPr>
            <a:r>
              <a:rPr lang="en-GB" b="1">
                <a:solidFill>
                  <a:srgbClr val="FFFFFF"/>
                </a:solidFill>
              </a:rPr>
              <a:t>Setting:</a:t>
            </a:r>
            <a:r>
              <a:rPr lang="en-GB">
                <a:solidFill>
                  <a:srgbClr val="FFFFFF"/>
                </a:solidFill>
              </a:rPr>
              <a:t> The time and place in which a story takes place.</a:t>
            </a:r>
          </a:p>
          <a:p>
            <a:pPr>
              <a:buFont typeface="Arial" panose="020B0604020202020204" pitchFamily="34" charset="0"/>
              <a:buChar char="•"/>
            </a:pPr>
            <a:r>
              <a:rPr lang="en-GB" b="1">
                <a:solidFill>
                  <a:srgbClr val="FFFFFF"/>
                </a:solidFill>
              </a:rPr>
              <a:t>Tone:</a:t>
            </a:r>
            <a:r>
              <a:rPr lang="en-GB">
                <a:solidFill>
                  <a:srgbClr val="FFFFFF"/>
                </a:solidFill>
              </a:rPr>
              <a:t> The author's attitude toward the subject.</a:t>
            </a:r>
          </a:p>
          <a:p>
            <a:pPr>
              <a:buFont typeface="Arial" panose="020B0604020202020204" pitchFamily="34" charset="0"/>
              <a:buChar char="•"/>
            </a:pPr>
            <a:r>
              <a:rPr lang="en-GB" b="1">
                <a:solidFill>
                  <a:srgbClr val="FFFFFF"/>
                </a:solidFill>
              </a:rPr>
              <a:t>Point of View:</a:t>
            </a:r>
            <a:r>
              <a:rPr lang="en-GB">
                <a:solidFill>
                  <a:srgbClr val="FFFFFF"/>
                </a:solidFill>
              </a:rPr>
              <a:t> The perspective from which a story is told.</a:t>
            </a:r>
          </a:p>
          <a:p>
            <a:endParaRPr lang="en-GB">
              <a:solidFill>
                <a:srgbClr val="FFFFFF"/>
              </a:solidFill>
            </a:endParaRPr>
          </a:p>
        </p:txBody>
      </p:sp>
    </p:spTree>
    <p:extLst>
      <p:ext uri="{BB962C8B-B14F-4D97-AF65-F5344CB8AC3E}">
        <p14:creationId xmlns:p14="http://schemas.microsoft.com/office/powerpoint/2010/main" val="3631757394"/>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4999B-6E15-814F-8954-352C58D15D7A}"/>
              </a:ext>
            </a:extLst>
          </p:cNvPr>
          <p:cNvSpPr>
            <a:spLocks noGrp="1"/>
          </p:cNvSpPr>
          <p:nvPr>
            <p:ph type="title"/>
          </p:nvPr>
        </p:nvSpPr>
        <p:spPr>
          <a:xfrm>
            <a:off x="5297762" y="329184"/>
            <a:ext cx="6251110" cy="1783080"/>
          </a:xfrm>
        </p:spPr>
        <p:txBody>
          <a:bodyPr anchor="b">
            <a:normAutofit/>
          </a:bodyPr>
          <a:lstStyle/>
          <a:p>
            <a:r>
              <a:rPr lang="en-GB" sz="3000"/>
              <a:t>Excerpt from "The Yellow Wallpaper" by Charlotte Perkins Gilman:</a:t>
            </a:r>
            <a:br>
              <a:rPr lang="en-GB" sz="3000"/>
            </a:br>
            <a:endParaRPr lang="en-GB" sz="3000"/>
          </a:p>
        </p:txBody>
      </p:sp>
      <p:pic>
        <p:nvPicPr>
          <p:cNvPr id="5" name="Picture 4" descr="Magnifying glass on clear background">
            <a:extLst>
              <a:ext uri="{FF2B5EF4-FFF2-40B4-BE49-F238E27FC236}">
                <a16:creationId xmlns:a16="http://schemas.microsoft.com/office/drawing/2014/main" id="{6BE31BA0-0343-06C2-A942-73B2EF22BEEB}"/>
              </a:ext>
            </a:extLst>
          </p:cNvPr>
          <p:cNvPicPr>
            <a:picLocks noChangeAspect="1"/>
          </p:cNvPicPr>
          <p:nvPr/>
        </p:nvPicPr>
        <p:blipFill>
          <a:blip r:embed="rId2"/>
          <a:srcRect l="40474" r="14194"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9B788A7-D8B8-75BF-1E63-8F89B3520020}"/>
              </a:ext>
            </a:extLst>
          </p:cNvPr>
          <p:cNvSpPr>
            <a:spLocks noGrp="1"/>
          </p:cNvSpPr>
          <p:nvPr>
            <p:ph idx="1"/>
          </p:nvPr>
        </p:nvSpPr>
        <p:spPr>
          <a:xfrm>
            <a:off x="5297762" y="2706624"/>
            <a:ext cx="6251110" cy="3483864"/>
          </a:xfrm>
        </p:spPr>
        <p:txBody>
          <a:bodyPr>
            <a:normAutofit/>
          </a:bodyPr>
          <a:lstStyle/>
          <a:p>
            <a:r>
              <a:rPr lang="en-GB" sz="2000" dirty="0"/>
              <a:t>"I lie here on this great immovable bed—it is nailed down, I believe—and follow that pattern by the hour, and I determine for the thousandth time that I will follow that pointless pattern to some sort of a conclusion. I know that is impossible, but I know it is not. I find it so hard to believe that it can be so frustrating. And yet it is true. I find it hard to believe that it is the same pattern that is so disturbing and confusing. I am amazed at how much I am affected by it. It is as though it is a part of me, like a disease that I cannot escape."</a:t>
            </a:r>
          </a:p>
        </p:txBody>
      </p:sp>
    </p:spTree>
    <p:extLst>
      <p:ext uri="{BB962C8B-B14F-4D97-AF65-F5344CB8AC3E}">
        <p14:creationId xmlns:p14="http://schemas.microsoft.com/office/powerpoint/2010/main" val="1590539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020AB58-1481-B660-AB04-02954C1C1BBC}"/>
              </a:ext>
            </a:extLst>
          </p:cNvPr>
          <p:cNvPicPr>
            <a:picLocks noChangeAspect="1"/>
          </p:cNvPicPr>
          <p:nvPr/>
        </p:nvPicPr>
        <p:blipFill>
          <a:blip r:embed="rId2">
            <a:alphaModFix amt="35000"/>
          </a:blip>
          <a:srcRect t="39419" b="4331"/>
          <a:stretch/>
        </p:blipFill>
        <p:spPr>
          <a:xfrm>
            <a:off x="20" y="10"/>
            <a:ext cx="12191980" cy="6857990"/>
          </a:xfrm>
          <a:prstGeom prst="rect">
            <a:avLst/>
          </a:prstGeom>
        </p:spPr>
      </p:pic>
      <p:sp>
        <p:nvSpPr>
          <p:cNvPr id="2" name="Title 1">
            <a:extLst>
              <a:ext uri="{FF2B5EF4-FFF2-40B4-BE49-F238E27FC236}">
                <a16:creationId xmlns:a16="http://schemas.microsoft.com/office/drawing/2014/main" id="{7110E6E6-C742-8C03-890D-51B8A9D5B5CE}"/>
              </a:ext>
            </a:extLst>
          </p:cNvPr>
          <p:cNvSpPr>
            <a:spLocks noGrp="1"/>
          </p:cNvSpPr>
          <p:nvPr>
            <p:ph type="title"/>
          </p:nvPr>
        </p:nvSpPr>
        <p:spPr>
          <a:xfrm>
            <a:off x="838200" y="365125"/>
            <a:ext cx="10515600" cy="1325563"/>
          </a:xfrm>
        </p:spPr>
        <p:txBody>
          <a:bodyPr>
            <a:normAutofit/>
          </a:bodyPr>
          <a:lstStyle/>
          <a:p>
            <a:r>
              <a:rPr lang="en-GB">
                <a:solidFill>
                  <a:srgbClr val="FFFFFF"/>
                </a:solidFill>
              </a:rPr>
              <a:t>Literary Analysis of the Excerpt</a:t>
            </a:r>
          </a:p>
        </p:txBody>
      </p:sp>
      <p:sp>
        <p:nvSpPr>
          <p:cNvPr id="3" name="Content Placeholder 2">
            <a:extLst>
              <a:ext uri="{FF2B5EF4-FFF2-40B4-BE49-F238E27FC236}">
                <a16:creationId xmlns:a16="http://schemas.microsoft.com/office/drawing/2014/main" id="{98B29A4A-434A-4122-0D10-CB9857157CA1}"/>
              </a:ext>
            </a:extLst>
          </p:cNvPr>
          <p:cNvSpPr>
            <a:spLocks noGrp="1"/>
          </p:cNvSpPr>
          <p:nvPr>
            <p:ph idx="1"/>
          </p:nvPr>
        </p:nvSpPr>
        <p:spPr>
          <a:xfrm>
            <a:off x="838200" y="1825625"/>
            <a:ext cx="10515600" cy="4351338"/>
          </a:xfrm>
        </p:spPr>
        <p:txBody>
          <a:bodyPr>
            <a:normAutofit/>
          </a:bodyPr>
          <a:lstStyle/>
          <a:p>
            <a:pPr marL="0" indent="0">
              <a:buNone/>
            </a:pPr>
            <a:r>
              <a:rPr lang="en-GB" sz="1500" b="1">
                <a:solidFill>
                  <a:srgbClr val="FFFFFF"/>
                </a:solidFill>
              </a:rPr>
              <a:t>1. Theme:</a:t>
            </a:r>
            <a:endParaRPr lang="en-GB" sz="1500">
              <a:solidFill>
                <a:srgbClr val="FFFFFF"/>
              </a:solidFill>
            </a:endParaRPr>
          </a:p>
          <a:p>
            <a:r>
              <a:rPr lang="en-GB" sz="1500" b="1">
                <a:solidFill>
                  <a:srgbClr val="FFFFFF"/>
                </a:solidFill>
              </a:rPr>
              <a:t>Theme:</a:t>
            </a:r>
            <a:r>
              <a:rPr lang="en-GB" sz="1500">
                <a:solidFill>
                  <a:srgbClr val="FFFFFF"/>
                </a:solidFill>
              </a:rPr>
              <a:t> The central topic or idea explored in a text.</a:t>
            </a:r>
          </a:p>
          <a:p>
            <a:r>
              <a:rPr lang="en-GB" sz="1500" b="1">
                <a:solidFill>
                  <a:srgbClr val="FFFFFF"/>
                </a:solidFill>
              </a:rPr>
              <a:t>In the Excerpt:</a:t>
            </a:r>
            <a:r>
              <a:rPr lang="en-GB" sz="1500">
                <a:solidFill>
                  <a:srgbClr val="FFFFFF"/>
                </a:solidFill>
              </a:rPr>
              <a:t> The theme revolves around mental illness and the struggle for self-expression. The narrator's obsession with the wallpaper and the sense of frustration and confinement reflect the broader theme of the oppression faced by women and the lack of autonomy in their lives.</a:t>
            </a:r>
          </a:p>
          <a:p>
            <a:pPr marL="0" indent="0">
              <a:buNone/>
            </a:pPr>
            <a:r>
              <a:rPr lang="en-GB" sz="1500" b="1">
                <a:solidFill>
                  <a:srgbClr val="FFFFFF"/>
                </a:solidFill>
              </a:rPr>
              <a:t>2. Character:</a:t>
            </a:r>
            <a:endParaRPr lang="en-GB" sz="1500">
              <a:solidFill>
                <a:srgbClr val="FFFFFF"/>
              </a:solidFill>
            </a:endParaRPr>
          </a:p>
          <a:p>
            <a:r>
              <a:rPr lang="en-GB" sz="1500" b="1">
                <a:solidFill>
                  <a:srgbClr val="FFFFFF"/>
                </a:solidFill>
              </a:rPr>
              <a:t>Character:</a:t>
            </a:r>
            <a:r>
              <a:rPr lang="en-GB" sz="1500">
                <a:solidFill>
                  <a:srgbClr val="FFFFFF"/>
                </a:solidFill>
              </a:rPr>
              <a:t> A person or being in a narrative, drama, or poem.</a:t>
            </a:r>
          </a:p>
          <a:p>
            <a:r>
              <a:rPr lang="en-GB" sz="1500" b="1">
                <a:solidFill>
                  <a:srgbClr val="FFFFFF"/>
                </a:solidFill>
              </a:rPr>
              <a:t>In the Excerpt:</a:t>
            </a:r>
            <a:r>
              <a:rPr lang="en-GB" sz="1500">
                <a:solidFill>
                  <a:srgbClr val="FFFFFF"/>
                </a:solidFill>
              </a:rPr>
              <a:t> The narrator is the central character. Her psychological state is the focus of the text, and she is depicted as being trapped both physically in the room and mentally by her obsession with the wallpaper.</a:t>
            </a:r>
          </a:p>
          <a:p>
            <a:pPr marL="0" indent="0">
              <a:buNone/>
            </a:pPr>
            <a:r>
              <a:rPr lang="en-GB" sz="1500" b="1">
                <a:solidFill>
                  <a:srgbClr val="FFFFFF"/>
                </a:solidFill>
              </a:rPr>
              <a:t>3. Plot:</a:t>
            </a:r>
            <a:endParaRPr lang="en-GB" sz="1500">
              <a:solidFill>
                <a:srgbClr val="FFFFFF"/>
              </a:solidFill>
            </a:endParaRPr>
          </a:p>
          <a:p>
            <a:r>
              <a:rPr lang="en-GB" sz="1500" b="1">
                <a:solidFill>
                  <a:srgbClr val="FFFFFF"/>
                </a:solidFill>
              </a:rPr>
              <a:t>Plot:</a:t>
            </a:r>
            <a:r>
              <a:rPr lang="en-GB" sz="1500">
                <a:solidFill>
                  <a:srgbClr val="FFFFFF"/>
                </a:solidFill>
              </a:rPr>
              <a:t> The sequence of events in a story.</a:t>
            </a:r>
          </a:p>
          <a:p>
            <a:r>
              <a:rPr lang="en-GB" sz="1500" b="1">
                <a:solidFill>
                  <a:srgbClr val="FFFFFF"/>
                </a:solidFill>
              </a:rPr>
              <a:t>In the Excerpt:</a:t>
            </a:r>
            <a:r>
              <a:rPr lang="en-GB" sz="1500">
                <a:solidFill>
                  <a:srgbClr val="FFFFFF"/>
                </a:solidFill>
              </a:rPr>
              <a:t> The plot is not fully detailed in this excerpt, but it shows a moment in which the narrator reflects on her imprisonment in the room and her fixation on the wallpaper. The broader plot of the story involves her increasing mental deterioration and the confinement imposed by her husband as a treatment for her supposed nervous condition.</a:t>
            </a:r>
          </a:p>
          <a:p>
            <a:endParaRPr lang="en-GB" sz="1500">
              <a:solidFill>
                <a:srgbClr val="FFFFFF"/>
              </a:solidFill>
            </a:endParaRPr>
          </a:p>
        </p:txBody>
      </p:sp>
    </p:spTree>
    <p:extLst>
      <p:ext uri="{BB962C8B-B14F-4D97-AF65-F5344CB8AC3E}">
        <p14:creationId xmlns:p14="http://schemas.microsoft.com/office/powerpoint/2010/main" val="215375142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book pages">
            <a:extLst>
              <a:ext uri="{FF2B5EF4-FFF2-40B4-BE49-F238E27FC236}">
                <a16:creationId xmlns:a16="http://schemas.microsoft.com/office/drawing/2014/main" id="{E44F87B0-7032-41A5-F9C8-F42EC423F24C}"/>
              </a:ext>
            </a:extLst>
          </p:cNvPr>
          <p:cNvPicPr>
            <a:picLocks noChangeAspect="1"/>
          </p:cNvPicPr>
          <p:nvPr/>
        </p:nvPicPr>
        <p:blipFill>
          <a:blip r:embed="rId2">
            <a:alphaModFix amt="35000"/>
          </a:blip>
          <a:srcRect t="16774" b="8226"/>
          <a:stretch/>
        </p:blipFill>
        <p:spPr>
          <a:xfrm>
            <a:off x="20" y="10"/>
            <a:ext cx="12191980" cy="6857990"/>
          </a:xfrm>
          <a:prstGeom prst="rect">
            <a:avLst/>
          </a:prstGeom>
        </p:spPr>
      </p:pic>
      <p:sp>
        <p:nvSpPr>
          <p:cNvPr id="2" name="Title 1">
            <a:extLst>
              <a:ext uri="{FF2B5EF4-FFF2-40B4-BE49-F238E27FC236}">
                <a16:creationId xmlns:a16="http://schemas.microsoft.com/office/drawing/2014/main" id="{55512550-98CD-5FC3-D10F-90BB12692BA1}"/>
              </a:ext>
            </a:extLst>
          </p:cNvPr>
          <p:cNvSpPr>
            <a:spLocks noGrp="1"/>
          </p:cNvSpPr>
          <p:nvPr>
            <p:ph type="title"/>
          </p:nvPr>
        </p:nvSpPr>
        <p:spPr>
          <a:xfrm>
            <a:off x="838200" y="365125"/>
            <a:ext cx="10515600" cy="1325563"/>
          </a:xfrm>
        </p:spPr>
        <p:txBody>
          <a:bodyPr>
            <a:normAutofit/>
          </a:bodyPr>
          <a:lstStyle/>
          <a:p>
            <a:r>
              <a:rPr lang="en-GB">
                <a:solidFill>
                  <a:srgbClr val="FFFFFF"/>
                </a:solidFill>
              </a:rPr>
              <a:t>Literary Analysis of the Excerpt</a:t>
            </a:r>
          </a:p>
        </p:txBody>
      </p:sp>
      <p:sp>
        <p:nvSpPr>
          <p:cNvPr id="3" name="Content Placeholder 2">
            <a:extLst>
              <a:ext uri="{FF2B5EF4-FFF2-40B4-BE49-F238E27FC236}">
                <a16:creationId xmlns:a16="http://schemas.microsoft.com/office/drawing/2014/main" id="{A0183948-957B-75DE-93B5-F71E413F1461}"/>
              </a:ext>
            </a:extLst>
          </p:cNvPr>
          <p:cNvSpPr>
            <a:spLocks noGrp="1"/>
          </p:cNvSpPr>
          <p:nvPr>
            <p:ph idx="1"/>
          </p:nvPr>
        </p:nvSpPr>
        <p:spPr>
          <a:xfrm>
            <a:off x="838200" y="1825625"/>
            <a:ext cx="10515600" cy="4351338"/>
          </a:xfrm>
        </p:spPr>
        <p:txBody>
          <a:bodyPr>
            <a:normAutofit/>
          </a:bodyPr>
          <a:lstStyle/>
          <a:p>
            <a:pPr marL="0" indent="0" rtl="0" eaLnBrk="1" latinLnBrk="0" hangingPunct="1">
              <a:spcBef>
                <a:spcPts val="1000"/>
              </a:spcBef>
              <a:spcAft>
                <a:spcPts val="0"/>
              </a:spcAft>
              <a:buClrTx/>
              <a:buSzPts val="700"/>
              <a:buNone/>
            </a:pPr>
            <a:r>
              <a:rPr lang="en-GB" sz="1500" b="1" kern="1200">
                <a:solidFill>
                  <a:srgbClr val="FFFFFF"/>
                </a:solidFill>
                <a:effectLst/>
                <a:latin typeface="Aptos" panose="020B0004020202020204" pitchFamily="34" charset="0"/>
                <a:ea typeface="+mn-ea"/>
                <a:cs typeface="+mn-cs"/>
              </a:rPr>
              <a:t>4. Setting:</a:t>
            </a:r>
            <a:endParaRPr lang="en-GB" sz="1500">
              <a:solidFill>
                <a:srgbClr val="FFFFFF"/>
              </a:solidFill>
              <a:effectLst/>
            </a:endParaRPr>
          </a:p>
          <a:p>
            <a:pPr marL="228600" indent="-228600" rtl="0" eaLnBrk="1" latinLnBrk="0" hangingPunct="1">
              <a:spcBef>
                <a:spcPts val="1000"/>
              </a:spcBef>
              <a:spcAft>
                <a:spcPts val="0"/>
              </a:spcAft>
            </a:pPr>
            <a:r>
              <a:rPr lang="en-GB" sz="1500" b="1" kern="1200">
                <a:solidFill>
                  <a:srgbClr val="FFFFFF"/>
                </a:solidFill>
                <a:effectLst/>
                <a:latin typeface="Aptos" panose="020B0004020202020204" pitchFamily="34" charset="0"/>
                <a:ea typeface="+mn-ea"/>
                <a:cs typeface="+mn-cs"/>
              </a:rPr>
              <a:t>Setting:</a:t>
            </a:r>
            <a:r>
              <a:rPr lang="en-GB" sz="1500" kern="1200">
                <a:solidFill>
                  <a:srgbClr val="FFFFFF"/>
                </a:solidFill>
                <a:effectLst/>
                <a:latin typeface="Aptos" panose="020B0004020202020204" pitchFamily="34" charset="0"/>
                <a:ea typeface="+mn-ea"/>
                <a:cs typeface="+mn-cs"/>
              </a:rPr>
              <a:t> The time and place in which a story takes place.</a:t>
            </a:r>
            <a:endParaRPr lang="en-GB" sz="1500">
              <a:solidFill>
                <a:srgbClr val="FFFFFF"/>
              </a:solidFill>
              <a:effectLst/>
            </a:endParaRPr>
          </a:p>
          <a:p>
            <a:pPr marL="228600" indent="-228600" rtl="0" eaLnBrk="1" latinLnBrk="0" hangingPunct="1">
              <a:spcBef>
                <a:spcPts val="1000"/>
              </a:spcBef>
              <a:spcAft>
                <a:spcPts val="0"/>
              </a:spcAft>
            </a:pPr>
            <a:r>
              <a:rPr lang="en-GB" sz="1500" b="1" kern="1200">
                <a:solidFill>
                  <a:srgbClr val="FFFFFF"/>
                </a:solidFill>
                <a:effectLst/>
                <a:latin typeface="Aptos" panose="020B0004020202020204" pitchFamily="34" charset="0"/>
                <a:ea typeface="+mn-ea"/>
                <a:cs typeface="+mn-cs"/>
              </a:rPr>
              <a:t>In the Excerpt:</a:t>
            </a:r>
            <a:r>
              <a:rPr lang="en-GB" sz="1500" kern="1200">
                <a:solidFill>
                  <a:srgbClr val="FFFFFF"/>
                </a:solidFill>
                <a:effectLst/>
                <a:latin typeface="Aptos" panose="020B0004020202020204" pitchFamily="34" charset="0"/>
                <a:ea typeface="+mn-ea"/>
                <a:cs typeface="+mn-cs"/>
              </a:rPr>
              <a:t> The setting is primarily the narrator's room, which she describes as "immovable" and confining. The time period is early 20th century, reflecting the historical context of the story’s themes related to gender roles and mental health treatment.</a:t>
            </a:r>
            <a:endParaRPr lang="en-GB" sz="1500">
              <a:solidFill>
                <a:srgbClr val="FFFFFF"/>
              </a:solidFill>
              <a:effectLst/>
            </a:endParaRPr>
          </a:p>
          <a:p>
            <a:pPr marL="0" indent="0" rtl="0" eaLnBrk="1" latinLnBrk="0" hangingPunct="1">
              <a:spcBef>
                <a:spcPts val="1000"/>
              </a:spcBef>
              <a:spcAft>
                <a:spcPts val="0"/>
              </a:spcAft>
              <a:buNone/>
            </a:pPr>
            <a:r>
              <a:rPr lang="en-GB" sz="1500" b="1" kern="1200">
                <a:solidFill>
                  <a:srgbClr val="FFFFFF"/>
                </a:solidFill>
                <a:effectLst/>
                <a:latin typeface="Aptos" panose="020B0004020202020204" pitchFamily="34" charset="0"/>
                <a:ea typeface="+mn-ea"/>
                <a:cs typeface="+mn-cs"/>
              </a:rPr>
              <a:t>5. Tone:</a:t>
            </a:r>
            <a:endParaRPr lang="en-GB" sz="1500">
              <a:solidFill>
                <a:srgbClr val="FFFFFF"/>
              </a:solidFill>
              <a:effectLst/>
            </a:endParaRPr>
          </a:p>
          <a:p>
            <a:pPr marL="228600" indent="-228600" rtl="0" eaLnBrk="1" latinLnBrk="0" hangingPunct="1">
              <a:spcBef>
                <a:spcPts val="1000"/>
              </a:spcBef>
              <a:spcAft>
                <a:spcPts val="0"/>
              </a:spcAft>
            </a:pPr>
            <a:r>
              <a:rPr lang="en-GB" sz="1500" b="1" kern="1200">
                <a:solidFill>
                  <a:srgbClr val="FFFFFF"/>
                </a:solidFill>
                <a:effectLst/>
                <a:latin typeface="Aptos" panose="020B0004020202020204" pitchFamily="34" charset="0"/>
                <a:ea typeface="+mn-ea"/>
                <a:cs typeface="+mn-cs"/>
              </a:rPr>
              <a:t>Tone:</a:t>
            </a:r>
            <a:r>
              <a:rPr lang="en-GB" sz="1500" kern="1200">
                <a:solidFill>
                  <a:srgbClr val="FFFFFF"/>
                </a:solidFill>
                <a:effectLst/>
                <a:latin typeface="Aptos" panose="020B0004020202020204" pitchFamily="34" charset="0"/>
                <a:ea typeface="+mn-ea"/>
                <a:cs typeface="+mn-cs"/>
              </a:rPr>
              <a:t> The author's attitude toward the subject.</a:t>
            </a:r>
            <a:endParaRPr lang="en-GB" sz="1500">
              <a:solidFill>
                <a:srgbClr val="FFFFFF"/>
              </a:solidFill>
              <a:effectLst/>
            </a:endParaRPr>
          </a:p>
          <a:p>
            <a:pPr marL="228600" indent="-228600" rtl="0" eaLnBrk="1" latinLnBrk="0" hangingPunct="1">
              <a:spcBef>
                <a:spcPts val="1000"/>
              </a:spcBef>
              <a:spcAft>
                <a:spcPts val="0"/>
              </a:spcAft>
            </a:pPr>
            <a:r>
              <a:rPr lang="en-GB" sz="1500" b="1" kern="1200">
                <a:solidFill>
                  <a:srgbClr val="FFFFFF"/>
                </a:solidFill>
                <a:effectLst/>
                <a:latin typeface="Aptos" panose="020B0004020202020204" pitchFamily="34" charset="0"/>
                <a:ea typeface="+mn-ea"/>
                <a:cs typeface="+mn-cs"/>
              </a:rPr>
              <a:t>In the Excerpt:</a:t>
            </a:r>
            <a:r>
              <a:rPr lang="en-GB" sz="1500" kern="1200">
                <a:solidFill>
                  <a:srgbClr val="FFFFFF"/>
                </a:solidFill>
                <a:effectLst/>
                <a:latin typeface="Aptos" panose="020B0004020202020204" pitchFamily="34" charset="0"/>
                <a:ea typeface="+mn-ea"/>
                <a:cs typeface="+mn-cs"/>
              </a:rPr>
              <a:t> The tone is one of frustration and distress. The narrator’s language conveys a sense of entrapment and confusion, reflecting her emotional and mental turmoil. The tone also hints at a critical perspective on the treatment and understanding of mental illness during the time.</a:t>
            </a:r>
            <a:endParaRPr lang="en-GB" sz="1500">
              <a:solidFill>
                <a:srgbClr val="FFFFFF"/>
              </a:solidFill>
              <a:effectLst/>
            </a:endParaRPr>
          </a:p>
          <a:p>
            <a:pPr marL="0" indent="0" rtl="0" eaLnBrk="1" latinLnBrk="0" hangingPunct="1">
              <a:spcBef>
                <a:spcPts val="1000"/>
              </a:spcBef>
              <a:spcAft>
                <a:spcPts val="0"/>
              </a:spcAft>
              <a:buNone/>
            </a:pPr>
            <a:r>
              <a:rPr lang="en-GB" sz="1500" b="1" kern="1200">
                <a:solidFill>
                  <a:srgbClr val="FFFFFF"/>
                </a:solidFill>
                <a:effectLst/>
                <a:latin typeface="Aptos" panose="020B0004020202020204" pitchFamily="34" charset="0"/>
                <a:ea typeface="+mn-ea"/>
                <a:cs typeface="+mn-cs"/>
              </a:rPr>
              <a:t>6. Point of View:</a:t>
            </a:r>
            <a:endParaRPr lang="en-GB" sz="1500">
              <a:solidFill>
                <a:srgbClr val="FFFFFF"/>
              </a:solidFill>
              <a:effectLst/>
            </a:endParaRPr>
          </a:p>
          <a:p>
            <a:pPr marL="228600" indent="-228600" rtl="0" eaLnBrk="1" latinLnBrk="0" hangingPunct="1">
              <a:spcBef>
                <a:spcPts val="1000"/>
              </a:spcBef>
              <a:spcAft>
                <a:spcPts val="0"/>
              </a:spcAft>
            </a:pPr>
            <a:r>
              <a:rPr lang="en-GB" sz="1500" b="1" kern="1200">
                <a:solidFill>
                  <a:srgbClr val="FFFFFF"/>
                </a:solidFill>
                <a:effectLst/>
                <a:latin typeface="Aptos" panose="020B0004020202020204" pitchFamily="34" charset="0"/>
                <a:ea typeface="+mn-ea"/>
                <a:cs typeface="+mn-cs"/>
              </a:rPr>
              <a:t>Point of View:</a:t>
            </a:r>
            <a:r>
              <a:rPr lang="en-GB" sz="1500" kern="1200">
                <a:solidFill>
                  <a:srgbClr val="FFFFFF"/>
                </a:solidFill>
                <a:effectLst/>
                <a:latin typeface="Aptos" panose="020B0004020202020204" pitchFamily="34" charset="0"/>
                <a:ea typeface="+mn-ea"/>
                <a:cs typeface="+mn-cs"/>
              </a:rPr>
              <a:t> The perspective from which a story is told.</a:t>
            </a:r>
            <a:endParaRPr lang="en-GB" sz="1500">
              <a:solidFill>
                <a:srgbClr val="FFFFFF"/>
              </a:solidFill>
              <a:effectLst/>
            </a:endParaRPr>
          </a:p>
          <a:p>
            <a:pPr marL="228600" indent="-228600" rtl="0" eaLnBrk="1" latinLnBrk="0" hangingPunct="1">
              <a:spcBef>
                <a:spcPts val="1000"/>
              </a:spcBef>
              <a:spcAft>
                <a:spcPts val="0"/>
              </a:spcAft>
            </a:pPr>
            <a:r>
              <a:rPr lang="en-GB" sz="1500" b="1" kern="1200">
                <a:solidFill>
                  <a:srgbClr val="FFFFFF"/>
                </a:solidFill>
                <a:effectLst/>
                <a:latin typeface="Aptos" panose="020B0004020202020204" pitchFamily="34" charset="0"/>
                <a:ea typeface="+mn-ea"/>
                <a:cs typeface="+mn-cs"/>
              </a:rPr>
              <a:t>In the Excerpt:</a:t>
            </a:r>
            <a:r>
              <a:rPr lang="en-GB" sz="1500" kern="1200">
                <a:solidFill>
                  <a:srgbClr val="FFFFFF"/>
                </a:solidFill>
                <a:effectLst/>
                <a:latin typeface="Aptos" panose="020B0004020202020204" pitchFamily="34" charset="0"/>
                <a:ea typeface="+mn-ea"/>
                <a:cs typeface="+mn-cs"/>
              </a:rPr>
              <a:t> The point of view is first-person. The story is narrated from the perspective of the protagonist, allowing readers to experience her internal thoughts and feelings directly, providing an intimate glimpse into her mental state.</a:t>
            </a:r>
            <a:endParaRPr lang="en-GB" sz="1500">
              <a:solidFill>
                <a:srgbClr val="FFFFFF"/>
              </a:solidFill>
              <a:effectLst/>
            </a:endParaRPr>
          </a:p>
          <a:p>
            <a:endParaRPr lang="en-GB" sz="1500">
              <a:solidFill>
                <a:srgbClr val="FFFFFF"/>
              </a:solidFill>
            </a:endParaRPr>
          </a:p>
        </p:txBody>
      </p:sp>
    </p:spTree>
    <p:extLst>
      <p:ext uri="{BB962C8B-B14F-4D97-AF65-F5344CB8AC3E}">
        <p14:creationId xmlns:p14="http://schemas.microsoft.com/office/powerpoint/2010/main" val="2032386167"/>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9D1EA-DB20-6CB9-85F7-C5CFA11BDA2D}"/>
              </a:ext>
            </a:extLst>
          </p:cNvPr>
          <p:cNvSpPr>
            <a:spLocks noGrp="1"/>
          </p:cNvSpPr>
          <p:nvPr>
            <p:ph type="title"/>
          </p:nvPr>
        </p:nvSpPr>
        <p:spPr/>
        <p:txBody>
          <a:bodyPr/>
          <a:lstStyle/>
          <a:p>
            <a:r>
              <a:rPr lang="en-GB" dirty="0"/>
              <a:t>Delayed feedback</a:t>
            </a:r>
          </a:p>
        </p:txBody>
      </p:sp>
      <p:sp>
        <p:nvSpPr>
          <p:cNvPr id="3" name="Content Placeholder 2">
            <a:extLst>
              <a:ext uri="{FF2B5EF4-FFF2-40B4-BE49-F238E27FC236}">
                <a16:creationId xmlns:a16="http://schemas.microsoft.com/office/drawing/2014/main" id="{81D09F7F-834E-B33C-0815-10828AA1AC78}"/>
              </a:ext>
            </a:extLst>
          </p:cNvPr>
          <p:cNvSpPr>
            <a:spLocks noGrp="1"/>
          </p:cNvSpPr>
          <p:nvPr>
            <p:ph idx="1"/>
          </p:nvPr>
        </p:nvSpPr>
        <p:spPr/>
        <p:txBody>
          <a:bodyPr/>
          <a:lstStyle/>
          <a:p>
            <a:endParaRPr lang="en-GB" dirty="0"/>
          </a:p>
        </p:txBody>
      </p:sp>
      <p:pic>
        <p:nvPicPr>
          <p:cNvPr id="5" name="Picture 4">
            <a:extLst>
              <a:ext uri="{FF2B5EF4-FFF2-40B4-BE49-F238E27FC236}">
                <a16:creationId xmlns:a16="http://schemas.microsoft.com/office/drawing/2014/main" id="{2593A1C4-3CC2-5629-E19D-497E6801685C}"/>
              </a:ext>
            </a:extLst>
          </p:cNvPr>
          <p:cNvPicPr>
            <a:picLocks noChangeAspect="1"/>
          </p:cNvPicPr>
          <p:nvPr/>
        </p:nvPicPr>
        <p:blipFill>
          <a:blip r:embed="rId2"/>
          <a:stretch>
            <a:fillRect/>
          </a:stretch>
        </p:blipFill>
        <p:spPr>
          <a:xfrm>
            <a:off x="9934575" y="466725"/>
            <a:ext cx="1638300" cy="762000"/>
          </a:xfrm>
          <a:prstGeom prst="rect">
            <a:avLst/>
          </a:prstGeom>
        </p:spPr>
      </p:pic>
      <p:sp>
        <p:nvSpPr>
          <p:cNvPr id="7" name="TextBox 6">
            <a:extLst>
              <a:ext uri="{FF2B5EF4-FFF2-40B4-BE49-F238E27FC236}">
                <a16:creationId xmlns:a16="http://schemas.microsoft.com/office/drawing/2014/main" id="{F41E4A39-2301-C33C-FC73-F570A998F1CD}"/>
              </a:ext>
            </a:extLst>
          </p:cNvPr>
          <p:cNvSpPr txBox="1"/>
          <p:nvPr/>
        </p:nvSpPr>
        <p:spPr>
          <a:xfrm>
            <a:off x="238125" y="6308209"/>
            <a:ext cx="6096000" cy="369332"/>
          </a:xfrm>
          <a:prstGeom prst="rect">
            <a:avLst/>
          </a:prstGeom>
          <a:noFill/>
        </p:spPr>
        <p:txBody>
          <a:bodyPr wrap="square">
            <a:spAutoFit/>
          </a:bodyPr>
          <a:lstStyle/>
          <a:p>
            <a:pPr marL="0" marR="0" indent="0" algn="l" rtl="0" eaLnBrk="1" fontAlgn="auto" latinLnBrk="0" hangingPunct="1">
              <a:spcBef>
                <a:spcPts val="0"/>
              </a:spcBef>
              <a:spcAft>
                <a:spcPts val="0"/>
              </a:spcAft>
            </a:pPr>
            <a:r>
              <a:rPr lang="en-GB" err="1">
                <a:solidFill>
                  <a:srgbClr val="898989"/>
                </a:solidFill>
                <a:latin typeface="Calibri" panose="020F0502020204030204" pitchFamily="34" charset="0"/>
              </a:rPr>
              <a:t>t</a:t>
            </a:r>
            <a:r>
              <a:rPr lang="en-GB" sz="1800" b="0" i="0" kern="1200" spc="0" baseline="0" err="1">
                <a:ln>
                  <a:noFill/>
                </a:ln>
                <a:solidFill>
                  <a:srgbClr val="898989"/>
                </a:solidFill>
                <a:effectLst/>
                <a:latin typeface="Calibri" panose="020F0502020204030204" pitchFamily="34" charset="0"/>
                <a:ea typeface="+mn-ea"/>
                <a:cs typeface="+mn-cs"/>
              </a:rPr>
              <a:t>uSpeaking</a:t>
            </a:r>
            <a:r>
              <a:rPr lang="en-GB" sz="1800" b="0" i="0" kern="1200" spc="0" baseline="0">
                <a:ln>
                  <a:noFill/>
                </a:ln>
                <a:solidFill>
                  <a:srgbClr val="898989"/>
                </a:solidFill>
                <a:effectLst/>
                <a:latin typeface="Calibri" panose="020F0502020204030204" pitchFamily="34" charset="0"/>
                <a:ea typeface="+mn-ea"/>
                <a:cs typeface="+mn-cs"/>
              </a:rPr>
              <a:t> 2024,  </a:t>
            </a:r>
            <a:r>
              <a:rPr lang="en-GB" sz="1800" b="0" i="0" kern="1200" spc="0" baseline="0" dirty="0">
                <a:ln>
                  <a:noFill/>
                </a:ln>
                <a:solidFill>
                  <a:srgbClr val="898989"/>
                </a:solidFill>
                <a:effectLst/>
                <a:latin typeface="Calibri" panose="020F0502020204030204" pitchFamily="34" charset="0"/>
                <a:ea typeface="+mn-ea"/>
                <a:cs typeface="+mn-cs"/>
              </a:rPr>
              <a:t>All rights reserved</a:t>
            </a:r>
            <a:endParaRPr lang="en-GB" dirty="0">
              <a:effectLst/>
            </a:endParaRPr>
          </a:p>
        </p:txBody>
      </p:sp>
    </p:spTree>
    <p:extLst>
      <p:ext uri="{BB962C8B-B14F-4D97-AF65-F5344CB8AC3E}">
        <p14:creationId xmlns:p14="http://schemas.microsoft.com/office/powerpoint/2010/main" val="1523058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2169</TotalTime>
  <Words>1658</Words>
  <Application>Microsoft Office PowerPoint</Application>
  <PresentationFormat>Widescreen</PresentationFormat>
  <Paragraphs>103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Art and culture</vt:lpstr>
      <vt:lpstr>Warm up – Can you identify the quotes?</vt:lpstr>
      <vt:lpstr>Answers</vt:lpstr>
      <vt:lpstr>Vocabulary</vt:lpstr>
      <vt:lpstr>Identify the forms</vt:lpstr>
      <vt:lpstr>Answers</vt:lpstr>
      <vt:lpstr>Understanding Key Literary Concepts</vt:lpstr>
      <vt:lpstr>Examples</vt:lpstr>
      <vt:lpstr>Activity </vt:lpstr>
      <vt:lpstr>Excerpt from "The Yellow Wallpaper" by Charlotte Perkins Gilman: </vt:lpstr>
      <vt:lpstr>Literary Analysis of the Excerpt</vt:lpstr>
      <vt:lpstr>Literary Analysis of the Excerpt</vt:lpstr>
      <vt:lpstr>Delayed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dc:title>
  <dc:creator>Clarke, Theodore James Dalgliesh</dc:creator>
  <cp:lastModifiedBy>Clarke, Theodore James Dalgliesh</cp:lastModifiedBy>
  <cp:revision>35</cp:revision>
  <dcterms:created xsi:type="dcterms:W3CDTF">2024-05-27T11:38:08Z</dcterms:created>
  <dcterms:modified xsi:type="dcterms:W3CDTF">2024-07-25T12:06:34Z</dcterms:modified>
</cp:coreProperties>
</file>