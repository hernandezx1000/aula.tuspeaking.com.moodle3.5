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4" r:id="rId3"/>
    <p:sldId id="276" r:id="rId4"/>
    <p:sldId id="277" r:id="rId5"/>
    <p:sldId id="278" r:id="rId6"/>
    <p:sldId id="279" r:id="rId7"/>
    <p:sldId id="280" r:id="rId8"/>
    <p:sldId id="287" r:id="rId9"/>
    <p:sldId id="288" r:id="rId10"/>
    <p:sldId id="289" r:id="rId11"/>
    <p:sldId id="290" r:id="rId12"/>
    <p:sldId id="291" r:id="rId13"/>
    <p:sldId id="281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Relationship Id="rId14" Type="http://schemas.openxmlformats.org/officeDocument/2006/relationships/image" Target="../media/image23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Relationship Id="rId14" Type="http://schemas.openxmlformats.org/officeDocument/2006/relationships/image" Target="../media/image2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A4D827-0783-4C3C-B409-799DB6C8EB0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AE599FB-C283-425B-B498-8B3014DC5AB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Past Simple:</a:t>
          </a:r>
          <a:endParaRPr lang="en-US"/>
        </a:p>
      </dgm:t>
    </dgm:pt>
    <dgm:pt modelId="{A2F9BB12-9586-4AE4-B6A9-FD546403FC27}" type="parTrans" cxnId="{EB6405FD-23E7-447B-B167-7D90834C33EC}">
      <dgm:prSet/>
      <dgm:spPr/>
      <dgm:t>
        <a:bodyPr/>
        <a:lstStyle/>
        <a:p>
          <a:endParaRPr lang="en-US"/>
        </a:p>
      </dgm:t>
    </dgm:pt>
    <dgm:pt modelId="{A13584B6-D78B-4171-8C20-21E077F24497}" type="sibTrans" cxnId="{EB6405FD-23E7-447B-B167-7D90834C33EC}">
      <dgm:prSet/>
      <dgm:spPr/>
      <dgm:t>
        <a:bodyPr/>
        <a:lstStyle/>
        <a:p>
          <a:endParaRPr lang="en-US"/>
        </a:p>
      </dgm:t>
    </dgm:pt>
    <dgm:pt modelId="{3B6D0A76-829D-4606-8CD0-4BEE434FCD1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Can you tell me about your first job? What did you do?</a:t>
          </a:r>
          <a:endParaRPr lang="en-US"/>
        </a:p>
      </dgm:t>
    </dgm:pt>
    <dgm:pt modelId="{71A71BDB-A3FD-40AB-BB78-362EF1F617E7}" type="parTrans" cxnId="{0695B2EE-6F10-4271-A776-C41FF2E6218F}">
      <dgm:prSet/>
      <dgm:spPr/>
      <dgm:t>
        <a:bodyPr/>
        <a:lstStyle/>
        <a:p>
          <a:endParaRPr lang="en-US"/>
        </a:p>
      </dgm:t>
    </dgm:pt>
    <dgm:pt modelId="{8EF10F4F-A2BA-48D1-9312-2C26AA2F892B}" type="sibTrans" cxnId="{0695B2EE-6F10-4271-A776-C41FF2E6218F}">
      <dgm:prSet/>
      <dgm:spPr/>
      <dgm:t>
        <a:bodyPr/>
        <a:lstStyle/>
        <a:p>
          <a:endParaRPr lang="en-US"/>
        </a:p>
      </dgm:t>
    </dgm:pt>
    <dgm:pt modelId="{33553F6D-71FA-499B-B30F-EFF7FE174F3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Describe a project you completed at work recently.</a:t>
          </a:r>
          <a:endParaRPr lang="en-US"/>
        </a:p>
      </dgm:t>
    </dgm:pt>
    <dgm:pt modelId="{384F0643-9D52-4ACE-9B67-CD09BCAD7E61}" type="parTrans" cxnId="{73E33B75-BA3B-495B-96A1-C6C6AC476327}">
      <dgm:prSet/>
      <dgm:spPr/>
      <dgm:t>
        <a:bodyPr/>
        <a:lstStyle/>
        <a:p>
          <a:endParaRPr lang="en-US"/>
        </a:p>
      </dgm:t>
    </dgm:pt>
    <dgm:pt modelId="{2700E856-A357-4C7A-8F7D-8E3D0278F7AC}" type="sibTrans" cxnId="{73E33B75-BA3B-495B-96A1-C6C6AC476327}">
      <dgm:prSet/>
      <dgm:spPr/>
      <dgm:t>
        <a:bodyPr/>
        <a:lstStyle/>
        <a:p>
          <a:endParaRPr lang="en-US"/>
        </a:p>
      </dgm:t>
    </dgm:pt>
    <dgm:pt modelId="{2E8520BE-77F4-4FD1-A603-BA7662F9CEA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Did you have a favourite task or responsibility in your previous job?</a:t>
          </a:r>
          <a:endParaRPr lang="en-US"/>
        </a:p>
      </dgm:t>
    </dgm:pt>
    <dgm:pt modelId="{C9DF9D70-68DC-434B-8951-977247FE9FB5}" type="parTrans" cxnId="{5F388176-4EC9-44DF-ACBC-FE17EB5F59C6}">
      <dgm:prSet/>
      <dgm:spPr/>
      <dgm:t>
        <a:bodyPr/>
        <a:lstStyle/>
        <a:p>
          <a:endParaRPr lang="en-US"/>
        </a:p>
      </dgm:t>
    </dgm:pt>
    <dgm:pt modelId="{7F6DAACE-912F-4CDB-BCC2-A16D90AA806C}" type="sibTrans" cxnId="{5F388176-4EC9-44DF-ACBC-FE17EB5F59C6}">
      <dgm:prSet/>
      <dgm:spPr/>
      <dgm:t>
        <a:bodyPr/>
        <a:lstStyle/>
        <a:p>
          <a:endParaRPr lang="en-US"/>
        </a:p>
      </dgm:t>
    </dgm:pt>
    <dgm:pt modelId="{E0DEEE54-8E8F-4197-8B4A-11DD1509DA8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Past Continuous:</a:t>
          </a:r>
          <a:endParaRPr lang="en-US"/>
        </a:p>
      </dgm:t>
    </dgm:pt>
    <dgm:pt modelId="{5A39DA04-7B49-4E01-B103-0AD33B687D90}" type="parTrans" cxnId="{6E74C6B8-5A09-424C-8D3F-003E7FB87AE7}">
      <dgm:prSet/>
      <dgm:spPr/>
      <dgm:t>
        <a:bodyPr/>
        <a:lstStyle/>
        <a:p>
          <a:endParaRPr lang="en-US"/>
        </a:p>
      </dgm:t>
    </dgm:pt>
    <dgm:pt modelId="{502EC506-F293-4BA4-B084-A8BA13555A03}" type="sibTrans" cxnId="{6E74C6B8-5A09-424C-8D3F-003E7FB87AE7}">
      <dgm:prSet/>
      <dgm:spPr/>
      <dgm:t>
        <a:bodyPr/>
        <a:lstStyle/>
        <a:p>
          <a:endParaRPr lang="en-US"/>
        </a:p>
      </dgm:t>
    </dgm:pt>
    <dgm:pt modelId="{3F3E17B1-D349-45ED-9BC9-B8F73E35B1C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What were you doing when you got your last job offer?</a:t>
          </a:r>
          <a:endParaRPr lang="en-US"/>
        </a:p>
      </dgm:t>
    </dgm:pt>
    <dgm:pt modelId="{AFDB76A4-296F-43D7-9B52-2C8E1BE0FB18}" type="parTrans" cxnId="{0D76D3B6-3DA4-499B-8F91-29D178D06C1F}">
      <dgm:prSet/>
      <dgm:spPr/>
      <dgm:t>
        <a:bodyPr/>
        <a:lstStyle/>
        <a:p>
          <a:endParaRPr lang="en-US"/>
        </a:p>
      </dgm:t>
    </dgm:pt>
    <dgm:pt modelId="{F26DCAB8-3801-4F6C-B5DE-C6C0C259EDB9}" type="sibTrans" cxnId="{0D76D3B6-3DA4-499B-8F91-29D178D06C1F}">
      <dgm:prSet/>
      <dgm:spPr/>
      <dgm:t>
        <a:bodyPr/>
        <a:lstStyle/>
        <a:p>
          <a:endParaRPr lang="en-US"/>
        </a:p>
      </dgm:t>
    </dgm:pt>
    <dgm:pt modelId="{58CEAA7C-8498-4C6D-85E9-B830ADC2AFD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Describe a typical day at work last week using past continuous.</a:t>
          </a:r>
          <a:endParaRPr lang="en-US"/>
        </a:p>
      </dgm:t>
    </dgm:pt>
    <dgm:pt modelId="{89597671-9540-4356-A483-0C3718D2B291}" type="parTrans" cxnId="{CDEE55CD-7371-48F2-9068-0C85CFE8EB00}">
      <dgm:prSet/>
      <dgm:spPr/>
      <dgm:t>
        <a:bodyPr/>
        <a:lstStyle/>
        <a:p>
          <a:endParaRPr lang="en-US"/>
        </a:p>
      </dgm:t>
    </dgm:pt>
    <dgm:pt modelId="{A36BE9CF-C893-45A1-A628-6A8EC4915134}" type="sibTrans" cxnId="{CDEE55CD-7371-48F2-9068-0C85CFE8EB00}">
      <dgm:prSet/>
      <dgm:spPr/>
      <dgm:t>
        <a:bodyPr/>
        <a:lstStyle/>
        <a:p>
          <a:endParaRPr lang="en-US"/>
        </a:p>
      </dgm:t>
    </dgm:pt>
    <dgm:pt modelId="{7F1D0377-C940-4569-BABD-170C606DF02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Can you share a story about a challenge you were facing at work in the past?</a:t>
          </a:r>
          <a:endParaRPr lang="en-US"/>
        </a:p>
      </dgm:t>
    </dgm:pt>
    <dgm:pt modelId="{8B6ECADA-1118-4ED1-954E-25E026730B8A}" type="parTrans" cxnId="{F04015C6-872E-4284-8F82-15B1F89D9593}">
      <dgm:prSet/>
      <dgm:spPr/>
      <dgm:t>
        <a:bodyPr/>
        <a:lstStyle/>
        <a:p>
          <a:endParaRPr lang="en-US"/>
        </a:p>
      </dgm:t>
    </dgm:pt>
    <dgm:pt modelId="{FB5739B8-AB9F-49AB-B91A-94F1EC48743F}" type="sibTrans" cxnId="{F04015C6-872E-4284-8F82-15B1F89D9593}">
      <dgm:prSet/>
      <dgm:spPr/>
      <dgm:t>
        <a:bodyPr/>
        <a:lstStyle/>
        <a:p>
          <a:endParaRPr lang="en-US"/>
        </a:p>
      </dgm:t>
    </dgm:pt>
    <dgm:pt modelId="{468EBAA0-764E-44EF-B439-F6110333482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Combining Past Simple and Past Continuous:</a:t>
          </a:r>
          <a:endParaRPr lang="en-US"/>
        </a:p>
      </dgm:t>
    </dgm:pt>
    <dgm:pt modelId="{882E7115-0CDF-4C1D-AD22-BC58A444A586}" type="parTrans" cxnId="{34903129-8259-42D4-8811-E94A83A6EC0E}">
      <dgm:prSet/>
      <dgm:spPr/>
      <dgm:t>
        <a:bodyPr/>
        <a:lstStyle/>
        <a:p>
          <a:endParaRPr lang="en-US"/>
        </a:p>
      </dgm:t>
    </dgm:pt>
    <dgm:pt modelId="{1E0CAFFF-1099-43FA-AC8B-2938B1817AE9}" type="sibTrans" cxnId="{34903129-8259-42D4-8811-E94A83A6EC0E}">
      <dgm:prSet/>
      <dgm:spPr/>
      <dgm:t>
        <a:bodyPr/>
        <a:lstStyle/>
        <a:p>
          <a:endParaRPr lang="en-US"/>
        </a:p>
      </dgm:t>
    </dgm:pt>
    <dgm:pt modelId="{F849F2D3-C12F-4BBF-89CC-08902837415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What were you working on when you realized you had to attend a meeting?</a:t>
          </a:r>
          <a:endParaRPr lang="en-US"/>
        </a:p>
      </dgm:t>
    </dgm:pt>
    <dgm:pt modelId="{50276E37-95F3-41C9-B75F-D7A337C729AF}" type="parTrans" cxnId="{54D7BEF7-2873-427A-99F7-FFA9337FF2E4}">
      <dgm:prSet/>
      <dgm:spPr/>
      <dgm:t>
        <a:bodyPr/>
        <a:lstStyle/>
        <a:p>
          <a:endParaRPr lang="en-US"/>
        </a:p>
      </dgm:t>
    </dgm:pt>
    <dgm:pt modelId="{DFDA887D-DAA3-4051-8707-AD12B18276F7}" type="sibTrans" cxnId="{54D7BEF7-2873-427A-99F7-FFA9337FF2E4}">
      <dgm:prSet/>
      <dgm:spPr/>
      <dgm:t>
        <a:bodyPr/>
        <a:lstStyle/>
        <a:p>
          <a:endParaRPr lang="en-US"/>
        </a:p>
      </dgm:t>
    </dgm:pt>
    <dgm:pt modelId="{1E453206-761C-42AB-9A59-6B4408CC3F3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Describe a moment from your previous job where you were multitasking.</a:t>
          </a:r>
          <a:endParaRPr lang="en-US"/>
        </a:p>
      </dgm:t>
    </dgm:pt>
    <dgm:pt modelId="{A9678D7A-F430-4D7D-A412-2226799178E5}" type="parTrans" cxnId="{7165A8F5-9310-4F3E-80DB-EB4A01E263E9}">
      <dgm:prSet/>
      <dgm:spPr/>
      <dgm:t>
        <a:bodyPr/>
        <a:lstStyle/>
        <a:p>
          <a:endParaRPr lang="en-US"/>
        </a:p>
      </dgm:t>
    </dgm:pt>
    <dgm:pt modelId="{B5AC5DC1-E878-41C8-8C00-DD21079BDB79}" type="sibTrans" cxnId="{7165A8F5-9310-4F3E-80DB-EB4A01E263E9}">
      <dgm:prSet/>
      <dgm:spPr/>
      <dgm:t>
        <a:bodyPr/>
        <a:lstStyle/>
        <a:p>
          <a:endParaRPr lang="en-US"/>
        </a:p>
      </dgm:t>
    </dgm:pt>
    <dgm:pt modelId="{570F06DE-B4D0-4CC1-963D-CDDBE6E82E7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Can you talk about a day when you were really busy at work?</a:t>
          </a:r>
          <a:endParaRPr lang="en-US"/>
        </a:p>
      </dgm:t>
    </dgm:pt>
    <dgm:pt modelId="{EBC4FB8D-3C13-412E-82D2-5B335BE448E2}" type="parTrans" cxnId="{6CE4FB93-09AA-4CDC-AEBE-C91F2CA22E51}">
      <dgm:prSet/>
      <dgm:spPr/>
      <dgm:t>
        <a:bodyPr/>
        <a:lstStyle/>
        <a:p>
          <a:endParaRPr lang="en-US"/>
        </a:p>
      </dgm:t>
    </dgm:pt>
    <dgm:pt modelId="{2F8B9421-1DEC-4265-81C8-FE328D936FAC}" type="sibTrans" cxnId="{6CE4FB93-09AA-4CDC-AEBE-C91F2CA22E51}">
      <dgm:prSet/>
      <dgm:spPr/>
      <dgm:t>
        <a:bodyPr/>
        <a:lstStyle/>
        <a:p>
          <a:endParaRPr lang="en-US"/>
        </a:p>
      </dgm:t>
    </dgm:pt>
    <dgm:pt modelId="{4E0E7396-FBAC-435B-B57C-33DEFB90B5E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Changes at Work:</a:t>
          </a:r>
          <a:endParaRPr lang="en-US"/>
        </a:p>
      </dgm:t>
    </dgm:pt>
    <dgm:pt modelId="{2800570C-34E6-4E87-ADEC-7D132F97E0DF}" type="parTrans" cxnId="{CCFC114C-530F-4950-B65F-47FFF710BCA8}">
      <dgm:prSet/>
      <dgm:spPr/>
      <dgm:t>
        <a:bodyPr/>
        <a:lstStyle/>
        <a:p>
          <a:endParaRPr lang="en-US"/>
        </a:p>
      </dgm:t>
    </dgm:pt>
    <dgm:pt modelId="{5017535F-1116-4E28-86F9-2ED3EB075278}" type="sibTrans" cxnId="{CCFC114C-530F-4950-B65F-47FFF710BCA8}">
      <dgm:prSet/>
      <dgm:spPr/>
      <dgm:t>
        <a:bodyPr/>
        <a:lstStyle/>
        <a:p>
          <a:endParaRPr lang="en-US"/>
        </a:p>
      </dgm:t>
    </dgm:pt>
    <dgm:pt modelId="{E539DE6A-00A9-4E26-B3CB-73E725EE6CD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Discuss a time when your role or responsibilities at work changed.</a:t>
          </a:r>
          <a:endParaRPr lang="en-US"/>
        </a:p>
      </dgm:t>
    </dgm:pt>
    <dgm:pt modelId="{8812388C-0CE0-4521-9898-700B350982B5}" type="parTrans" cxnId="{14BEDAB1-DDE8-4436-873F-6E06C1A3C446}">
      <dgm:prSet/>
      <dgm:spPr/>
      <dgm:t>
        <a:bodyPr/>
        <a:lstStyle/>
        <a:p>
          <a:endParaRPr lang="en-US"/>
        </a:p>
      </dgm:t>
    </dgm:pt>
    <dgm:pt modelId="{BA25AABF-38BA-4712-A87D-55E3D6661BAA}" type="sibTrans" cxnId="{14BEDAB1-DDE8-4436-873F-6E06C1A3C446}">
      <dgm:prSet/>
      <dgm:spPr/>
      <dgm:t>
        <a:bodyPr/>
        <a:lstStyle/>
        <a:p>
          <a:endParaRPr lang="en-US"/>
        </a:p>
      </dgm:t>
    </dgm:pt>
    <dgm:pt modelId="{53EB163E-B707-4E40-8343-13B9E40C3EE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What were you doing when you found out about a promotion or a raise?</a:t>
          </a:r>
          <a:endParaRPr lang="en-US"/>
        </a:p>
      </dgm:t>
    </dgm:pt>
    <dgm:pt modelId="{36792CD1-8A27-4169-8A02-5B1206B4EB42}" type="parTrans" cxnId="{01BA04E6-6544-4B45-926B-5CF27ABF1E0A}">
      <dgm:prSet/>
      <dgm:spPr/>
      <dgm:t>
        <a:bodyPr/>
        <a:lstStyle/>
        <a:p>
          <a:endParaRPr lang="en-US"/>
        </a:p>
      </dgm:t>
    </dgm:pt>
    <dgm:pt modelId="{BD9ECA41-0568-42A4-AE5F-7413F039A419}" type="sibTrans" cxnId="{01BA04E6-6544-4B45-926B-5CF27ABF1E0A}">
      <dgm:prSet/>
      <dgm:spPr/>
      <dgm:t>
        <a:bodyPr/>
        <a:lstStyle/>
        <a:p>
          <a:endParaRPr lang="en-US"/>
        </a:p>
      </dgm:t>
    </dgm:pt>
    <dgm:pt modelId="{C49802E1-9203-4F4F-9C9D-E6FBC101BD5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Describe a day at work when something unexpected happened.</a:t>
          </a:r>
          <a:endParaRPr lang="en-US"/>
        </a:p>
      </dgm:t>
    </dgm:pt>
    <dgm:pt modelId="{38ECD247-69CB-46D1-887F-3A134DC97C47}" type="parTrans" cxnId="{89B9516A-2976-4C14-8398-AA0F399CDEDF}">
      <dgm:prSet/>
      <dgm:spPr/>
      <dgm:t>
        <a:bodyPr/>
        <a:lstStyle/>
        <a:p>
          <a:endParaRPr lang="en-US"/>
        </a:p>
      </dgm:t>
    </dgm:pt>
    <dgm:pt modelId="{7CDE7939-4667-43A1-B968-26CF943BE87E}" type="sibTrans" cxnId="{89B9516A-2976-4C14-8398-AA0F399CDEDF}">
      <dgm:prSet/>
      <dgm:spPr/>
      <dgm:t>
        <a:bodyPr/>
        <a:lstStyle/>
        <a:p>
          <a:endParaRPr lang="en-US"/>
        </a:p>
      </dgm:t>
    </dgm:pt>
    <dgm:pt modelId="{C2762D17-0FCC-468A-B2DB-AA4D8AF400A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Work Environment:</a:t>
          </a:r>
          <a:endParaRPr lang="en-US"/>
        </a:p>
      </dgm:t>
    </dgm:pt>
    <dgm:pt modelId="{88812575-F3EE-4334-8A6B-5E961E0F468A}" type="parTrans" cxnId="{7396A780-3148-4B43-A494-FC48109F1503}">
      <dgm:prSet/>
      <dgm:spPr/>
      <dgm:t>
        <a:bodyPr/>
        <a:lstStyle/>
        <a:p>
          <a:endParaRPr lang="en-US"/>
        </a:p>
      </dgm:t>
    </dgm:pt>
    <dgm:pt modelId="{F60EA120-0A6E-40A1-9A12-C89A2C7A8FBF}" type="sibTrans" cxnId="{7396A780-3148-4B43-A494-FC48109F1503}">
      <dgm:prSet/>
      <dgm:spPr/>
      <dgm:t>
        <a:bodyPr/>
        <a:lstStyle/>
        <a:p>
          <a:endParaRPr lang="en-US"/>
        </a:p>
      </dgm:t>
    </dgm:pt>
    <dgm:pt modelId="{C064339B-4280-464E-809A-116C08B9DA1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Can you talk about a time when you were enjoying your work environment?</a:t>
          </a:r>
          <a:endParaRPr lang="en-US"/>
        </a:p>
      </dgm:t>
    </dgm:pt>
    <dgm:pt modelId="{E4FCB78D-C6C9-49FA-930F-80504827BC55}" type="parTrans" cxnId="{64A3F32B-C629-4BD3-9727-0FF7689B1BF0}">
      <dgm:prSet/>
      <dgm:spPr/>
      <dgm:t>
        <a:bodyPr/>
        <a:lstStyle/>
        <a:p>
          <a:endParaRPr lang="en-US"/>
        </a:p>
      </dgm:t>
    </dgm:pt>
    <dgm:pt modelId="{12708A07-C4F2-494C-A152-0548D5CFD4C8}" type="sibTrans" cxnId="{64A3F32B-C629-4BD3-9727-0FF7689B1BF0}">
      <dgm:prSet/>
      <dgm:spPr/>
      <dgm:t>
        <a:bodyPr/>
        <a:lstStyle/>
        <a:p>
          <a:endParaRPr lang="en-US"/>
        </a:p>
      </dgm:t>
    </dgm:pt>
    <dgm:pt modelId="{17B7EF14-F986-4278-9E38-CE4A8A56942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What were your colleagues doing when you arrived at work yesterday?</a:t>
          </a:r>
          <a:endParaRPr lang="en-US"/>
        </a:p>
      </dgm:t>
    </dgm:pt>
    <dgm:pt modelId="{D70F3CD0-4A9A-4215-900B-4020DEAA890D}" type="parTrans" cxnId="{7F30E26E-6A8C-42B6-B128-0D5051ADD58E}">
      <dgm:prSet/>
      <dgm:spPr/>
      <dgm:t>
        <a:bodyPr/>
        <a:lstStyle/>
        <a:p>
          <a:endParaRPr lang="en-US"/>
        </a:p>
      </dgm:t>
    </dgm:pt>
    <dgm:pt modelId="{2580CCD9-238C-46DC-898B-2F6243A64F7B}" type="sibTrans" cxnId="{7F30E26E-6A8C-42B6-B128-0D5051ADD58E}">
      <dgm:prSet/>
      <dgm:spPr/>
      <dgm:t>
        <a:bodyPr/>
        <a:lstStyle/>
        <a:p>
          <a:endParaRPr lang="en-US"/>
        </a:p>
      </dgm:t>
    </dgm:pt>
    <dgm:pt modelId="{8AC72233-A757-4A54-88DB-B056525F699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Describe a day when the office was particularly lively.</a:t>
          </a:r>
          <a:endParaRPr lang="en-US"/>
        </a:p>
      </dgm:t>
    </dgm:pt>
    <dgm:pt modelId="{5A35F923-609E-4A19-8E73-1E692C89940E}" type="parTrans" cxnId="{1E012A6E-46B1-4830-A36E-48603E9CEEF8}">
      <dgm:prSet/>
      <dgm:spPr/>
      <dgm:t>
        <a:bodyPr/>
        <a:lstStyle/>
        <a:p>
          <a:endParaRPr lang="en-US"/>
        </a:p>
      </dgm:t>
    </dgm:pt>
    <dgm:pt modelId="{C4ACF8AA-AB92-438D-8D93-94ABEC5759D7}" type="sibTrans" cxnId="{1E012A6E-46B1-4830-A36E-48603E9CEEF8}">
      <dgm:prSet/>
      <dgm:spPr/>
      <dgm:t>
        <a:bodyPr/>
        <a:lstStyle/>
        <a:p>
          <a:endParaRPr lang="en-US"/>
        </a:p>
      </dgm:t>
    </dgm:pt>
    <dgm:pt modelId="{52A45925-5648-4008-B4DB-10DA603E416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Work Achievements:</a:t>
          </a:r>
          <a:endParaRPr lang="en-US"/>
        </a:p>
      </dgm:t>
    </dgm:pt>
    <dgm:pt modelId="{BD674D66-2C9B-4230-BD17-83B30190C288}" type="parTrans" cxnId="{EABCFAA6-ECC7-41FF-B66E-1CC0CB38F411}">
      <dgm:prSet/>
      <dgm:spPr/>
      <dgm:t>
        <a:bodyPr/>
        <a:lstStyle/>
        <a:p>
          <a:endParaRPr lang="en-US"/>
        </a:p>
      </dgm:t>
    </dgm:pt>
    <dgm:pt modelId="{302FE82A-E38F-4D30-BF35-CE62221B875F}" type="sibTrans" cxnId="{EABCFAA6-ECC7-41FF-B66E-1CC0CB38F411}">
      <dgm:prSet/>
      <dgm:spPr/>
      <dgm:t>
        <a:bodyPr/>
        <a:lstStyle/>
        <a:p>
          <a:endParaRPr lang="en-US"/>
        </a:p>
      </dgm:t>
    </dgm:pt>
    <dgm:pt modelId="{57E2DAC4-3CBD-4529-8C2B-7EF74B2135A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Tell me about a successful project you were a part of in the past.</a:t>
          </a:r>
          <a:endParaRPr lang="en-US"/>
        </a:p>
      </dgm:t>
    </dgm:pt>
    <dgm:pt modelId="{C2C9F58B-636E-4857-95D9-084718BDE182}" type="parTrans" cxnId="{860289A4-4E7D-4E66-A535-488C985277CE}">
      <dgm:prSet/>
      <dgm:spPr/>
      <dgm:t>
        <a:bodyPr/>
        <a:lstStyle/>
        <a:p>
          <a:endParaRPr lang="en-US"/>
        </a:p>
      </dgm:t>
    </dgm:pt>
    <dgm:pt modelId="{D933AA7A-3145-47D0-A289-4AD51F89F835}" type="sibTrans" cxnId="{860289A4-4E7D-4E66-A535-488C985277CE}">
      <dgm:prSet/>
      <dgm:spPr/>
      <dgm:t>
        <a:bodyPr/>
        <a:lstStyle/>
        <a:p>
          <a:endParaRPr lang="en-US"/>
        </a:p>
      </dgm:t>
    </dgm:pt>
    <dgm:pt modelId="{335A29EA-CC94-49BC-9A4B-B48EFA07E74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Describe a moment when you felt proud of your accomplishments at work.</a:t>
          </a:r>
          <a:endParaRPr lang="en-US"/>
        </a:p>
      </dgm:t>
    </dgm:pt>
    <dgm:pt modelId="{D9DE0381-61FE-43A5-8052-C513C2B35BD5}" type="parTrans" cxnId="{99C8E9D9-3752-4843-8ADC-3AD05AF5BC44}">
      <dgm:prSet/>
      <dgm:spPr/>
      <dgm:t>
        <a:bodyPr/>
        <a:lstStyle/>
        <a:p>
          <a:endParaRPr lang="en-US"/>
        </a:p>
      </dgm:t>
    </dgm:pt>
    <dgm:pt modelId="{2980C70C-D920-4DDF-9A70-2C11B9C54F38}" type="sibTrans" cxnId="{99C8E9D9-3752-4843-8ADC-3AD05AF5BC44}">
      <dgm:prSet/>
      <dgm:spPr/>
      <dgm:t>
        <a:bodyPr/>
        <a:lstStyle/>
        <a:p>
          <a:endParaRPr lang="en-US"/>
        </a:p>
      </dgm:t>
    </dgm:pt>
    <dgm:pt modelId="{63521C4C-B307-4458-83EB-070776F22D2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What were you doing when you received positive feedback from your boss?</a:t>
          </a:r>
          <a:endParaRPr lang="en-US"/>
        </a:p>
      </dgm:t>
    </dgm:pt>
    <dgm:pt modelId="{EE016415-AC6F-4A56-9540-438332AAC4A8}" type="parTrans" cxnId="{7BAAA12E-852D-4291-A58B-277033C6AED8}">
      <dgm:prSet/>
      <dgm:spPr/>
      <dgm:t>
        <a:bodyPr/>
        <a:lstStyle/>
        <a:p>
          <a:endParaRPr lang="en-US"/>
        </a:p>
      </dgm:t>
    </dgm:pt>
    <dgm:pt modelId="{E08B556F-39FA-4324-8ADD-8090A7766C40}" type="sibTrans" cxnId="{7BAAA12E-852D-4291-A58B-277033C6AED8}">
      <dgm:prSet/>
      <dgm:spPr/>
      <dgm:t>
        <a:bodyPr/>
        <a:lstStyle/>
        <a:p>
          <a:endParaRPr lang="en-US"/>
        </a:p>
      </dgm:t>
    </dgm:pt>
    <dgm:pt modelId="{EF880F59-9710-4539-BA7C-6BB9FD55485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Work Challenges:</a:t>
          </a:r>
          <a:endParaRPr lang="en-US"/>
        </a:p>
      </dgm:t>
    </dgm:pt>
    <dgm:pt modelId="{68CE9E1B-B69F-43F4-9D83-008145ACE2F5}" type="parTrans" cxnId="{5ADF5834-805F-4521-A1F2-22DBA80A8A83}">
      <dgm:prSet/>
      <dgm:spPr/>
      <dgm:t>
        <a:bodyPr/>
        <a:lstStyle/>
        <a:p>
          <a:endParaRPr lang="en-US"/>
        </a:p>
      </dgm:t>
    </dgm:pt>
    <dgm:pt modelId="{B5DA5F1B-CC87-477F-9039-CCA65109BCEB}" type="sibTrans" cxnId="{5ADF5834-805F-4521-A1F2-22DBA80A8A83}">
      <dgm:prSet/>
      <dgm:spPr/>
      <dgm:t>
        <a:bodyPr/>
        <a:lstStyle/>
        <a:p>
          <a:endParaRPr lang="en-US"/>
        </a:p>
      </dgm:t>
    </dgm:pt>
    <dgm:pt modelId="{05542921-A7DC-45C7-ADBC-4A4EC0CAC44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Discuss a time when you were facing a difficult task or challenge at work.</a:t>
          </a:r>
          <a:endParaRPr lang="en-US"/>
        </a:p>
      </dgm:t>
    </dgm:pt>
    <dgm:pt modelId="{EC05F6B0-3411-43C5-B8CD-AD4FC0511151}" type="parTrans" cxnId="{EBFDF977-88CC-4237-AA26-843178EA9F2F}">
      <dgm:prSet/>
      <dgm:spPr/>
      <dgm:t>
        <a:bodyPr/>
        <a:lstStyle/>
        <a:p>
          <a:endParaRPr lang="en-US"/>
        </a:p>
      </dgm:t>
    </dgm:pt>
    <dgm:pt modelId="{179BDF02-9D16-4AE2-BD88-29084932A4B1}" type="sibTrans" cxnId="{EBFDF977-88CC-4237-AA26-843178EA9F2F}">
      <dgm:prSet/>
      <dgm:spPr/>
      <dgm:t>
        <a:bodyPr/>
        <a:lstStyle/>
        <a:p>
          <a:endParaRPr lang="en-US"/>
        </a:p>
      </dgm:t>
    </dgm:pt>
    <dgm:pt modelId="{85E2162B-81EB-4B62-B007-0EFCBF6BD77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What were you doing to overcome a work-related problem in the past?</a:t>
          </a:r>
          <a:endParaRPr lang="en-US"/>
        </a:p>
      </dgm:t>
    </dgm:pt>
    <dgm:pt modelId="{2B17066B-5257-414B-8426-7A02348013FD}" type="parTrans" cxnId="{248E45D7-F7CA-4D42-A944-14B857F2E26E}">
      <dgm:prSet/>
      <dgm:spPr/>
      <dgm:t>
        <a:bodyPr/>
        <a:lstStyle/>
        <a:p>
          <a:endParaRPr lang="en-US"/>
        </a:p>
      </dgm:t>
    </dgm:pt>
    <dgm:pt modelId="{FE074CA8-E27D-4D6B-BAAB-6FAA09B6D5FE}" type="sibTrans" cxnId="{248E45D7-F7CA-4D42-A944-14B857F2E26E}">
      <dgm:prSet/>
      <dgm:spPr/>
      <dgm:t>
        <a:bodyPr/>
        <a:lstStyle/>
        <a:p>
          <a:endParaRPr lang="en-US"/>
        </a:p>
      </dgm:t>
    </dgm:pt>
    <dgm:pt modelId="{FA41FE70-74EF-4243-982E-5305F3965DA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Describe a day when you were learning new skills to handle a challenge.</a:t>
          </a:r>
          <a:endParaRPr lang="en-US"/>
        </a:p>
      </dgm:t>
    </dgm:pt>
    <dgm:pt modelId="{944B44F5-4D7B-4400-A3CE-758C83C23C60}" type="parTrans" cxnId="{5437C724-7437-44C9-8DD2-0A0921E0A519}">
      <dgm:prSet/>
      <dgm:spPr/>
      <dgm:t>
        <a:bodyPr/>
        <a:lstStyle/>
        <a:p>
          <a:endParaRPr lang="en-US"/>
        </a:p>
      </dgm:t>
    </dgm:pt>
    <dgm:pt modelId="{A782EEAA-F4C5-4FA7-86BE-01506A1470B9}" type="sibTrans" cxnId="{5437C724-7437-44C9-8DD2-0A0921E0A519}">
      <dgm:prSet/>
      <dgm:spPr/>
      <dgm:t>
        <a:bodyPr/>
        <a:lstStyle/>
        <a:p>
          <a:endParaRPr lang="en-US"/>
        </a:p>
      </dgm:t>
    </dgm:pt>
    <dgm:pt modelId="{7D6E5AFB-2CFA-4B88-A9C9-3A67EF75C52F}" type="pres">
      <dgm:prSet presAssocID="{F8A4D827-0783-4C3C-B409-799DB6C8EB04}" presName="root" presStyleCnt="0">
        <dgm:presLayoutVars>
          <dgm:dir/>
          <dgm:resizeHandles val="exact"/>
        </dgm:presLayoutVars>
      </dgm:prSet>
      <dgm:spPr/>
    </dgm:pt>
    <dgm:pt modelId="{8526540D-EA07-4E62-8623-084753907F09}" type="pres">
      <dgm:prSet presAssocID="{9AE599FB-C283-425B-B498-8B3014DC5AB1}" presName="compNode" presStyleCnt="0"/>
      <dgm:spPr/>
    </dgm:pt>
    <dgm:pt modelId="{23F83A14-6CA8-440D-B078-160988F57963}" type="pres">
      <dgm:prSet presAssocID="{9AE599FB-C283-425B-B498-8B3014DC5AB1}" presName="bgRect" presStyleLbl="bgShp" presStyleIdx="0" presStyleCnt="7"/>
      <dgm:spPr/>
    </dgm:pt>
    <dgm:pt modelId="{5884C800-7B99-48BA-9318-E48A9BC49B1A}" type="pres">
      <dgm:prSet presAssocID="{9AE599FB-C283-425B-B498-8B3014DC5AB1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DB41769E-2451-4DDD-B226-A692EB1264F9}" type="pres">
      <dgm:prSet presAssocID="{9AE599FB-C283-425B-B498-8B3014DC5AB1}" presName="spaceRect" presStyleCnt="0"/>
      <dgm:spPr/>
    </dgm:pt>
    <dgm:pt modelId="{E6E8067C-1D62-40AA-9F9E-D09C03682928}" type="pres">
      <dgm:prSet presAssocID="{9AE599FB-C283-425B-B498-8B3014DC5AB1}" presName="parTx" presStyleLbl="revTx" presStyleIdx="0" presStyleCnt="14">
        <dgm:presLayoutVars>
          <dgm:chMax val="0"/>
          <dgm:chPref val="0"/>
        </dgm:presLayoutVars>
      </dgm:prSet>
      <dgm:spPr/>
    </dgm:pt>
    <dgm:pt modelId="{CA5F04A0-1507-4D5F-851C-5497D211EDBB}" type="pres">
      <dgm:prSet presAssocID="{9AE599FB-C283-425B-B498-8B3014DC5AB1}" presName="desTx" presStyleLbl="revTx" presStyleIdx="1" presStyleCnt="14">
        <dgm:presLayoutVars/>
      </dgm:prSet>
      <dgm:spPr/>
    </dgm:pt>
    <dgm:pt modelId="{95F36F63-CA75-47A1-A24A-FE252BF7D5A5}" type="pres">
      <dgm:prSet presAssocID="{A13584B6-D78B-4171-8C20-21E077F24497}" presName="sibTrans" presStyleCnt="0"/>
      <dgm:spPr/>
    </dgm:pt>
    <dgm:pt modelId="{AF35B12E-FFFF-405F-B173-F267DA03AB86}" type="pres">
      <dgm:prSet presAssocID="{E0DEEE54-8E8F-4197-8B4A-11DD1509DA8C}" presName="compNode" presStyleCnt="0"/>
      <dgm:spPr/>
    </dgm:pt>
    <dgm:pt modelId="{5011821C-68CD-404A-8CFD-DA983B969DE1}" type="pres">
      <dgm:prSet presAssocID="{E0DEEE54-8E8F-4197-8B4A-11DD1509DA8C}" presName="bgRect" presStyleLbl="bgShp" presStyleIdx="1" presStyleCnt="7"/>
      <dgm:spPr/>
    </dgm:pt>
    <dgm:pt modelId="{121FDF70-5D06-4E4A-A194-D551A9A4463A}" type="pres">
      <dgm:prSet presAssocID="{E0DEEE54-8E8F-4197-8B4A-11DD1509DA8C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heelbarrow"/>
        </a:ext>
      </dgm:extLst>
    </dgm:pt>
    <dgm:pt modelId="{B8F3D72B-527F-47ED-B3D5-0F4237C1AFDB}" type="pres">
      <dgm:prSet presAssocID="{E0DEEE54-8E8F-4197-8B4A-11DD1509DA8C}" presName="spaceRect" presStyleCnt="0"/>
      <dgm:spPr/>
    </dgm:pt>
    <dgm:pt modelId="{823D4C0B-D4F4-4038-A38D-CB5990FA5C7E}" type="pres">
      <dgm:prSet presAssocID="{E0DEEE54-8E8F-4197-8B4A-11DD1509DA8C}" presName="parTx" presStyleLbl="revTx" presStyleIdx="2" presStyleCnt="14">
        <dgm:presLayoutVars>
          <dgm:chMax val="0"/>
          <dgm:chPref val="0"/>
        </dgm:presLayoutVars>
      </dgm:prSet>
      <dgm:spPr/>
    </dgm:pt>
    <dgm:pt modelId="{A32449E6-61A7-43EA-BE60-780937D7AFAD}" type="pres">
      <dgm:prSet presAssocID="{E0DEEE54-8E8F-4197-8B4A-11DD1509DA8C}" presName="desTx" presStyleLbl="revTx" presStyleIdx="3" presStyleCnt="14">
        <dgm:presLayoutVars/>
      </dgm:prSet>
      <dgm:spPr/>
    </dgm:pt>
    <dgm:pt modelId="{3FCA0677-4901-4928-85EB-97D58418CAA0}" type="pres">
      <dgm:prSet presAssocID="{502EC506-F293-4BA4-B084-A8BA13555A03}" presName="sibTrans" presStyleCnt="0"/>
      <dgm:spPr/>
    </dgm:pt>
    <dgm:pt modelId="{AA1DBA80-B846-4101-9EBC-D46554E3BD45}" type="pres">
      <dgm:prSet presAssocID="{468EBAA0-764E-44EF-B439-F61103334823}" presName="compNode" presStyleCnt="0"/>
      <dgm:spPr/>
    </dgm:pt>
    <dgm:pt modelId="{0CB3817D-A65C-4435-81B9-64EE94418A45}" type="pres">
      <dgm:prSet presAssocID="{468EBAA0-764E-44EF-B439-F61103334823}" presName="bgRect" presStyleLbl="bgShp" presStyleIdx="2" presStyleCnt="7"/>
      <dgm:spPr/>
    </dgm:pt>
    <dgm:pt modelId="{41DCD82E-A7E0-4739-8256-C1B2AC8CAB71}" type="pres">
      <dgm:prSet presAssocID="{468EBAA0-764E-44EF-B439-F61103334823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nfinity"/>
        </a:ext>
      </dgm:extLst>
    </dgm:pt>
    <dgm:pt modelId="{635582E8-2B51-4EAE-94BE-691E14F349B4}" type="pres">
      <dgm:prSet presAssocID="{468EBAA0-764E-44EF-B439-F61103334823}" presName="spaceRect" presStyleCnt="0"/>
      <dgm:spPr/>
    </dgm:pt>
    <dgm:pt modelId="{2096AE0D-C1C1-4543-8517-24142D1DEB78}" type="pres">
      <dgm:prSet presAssocID="{468EBAA0-764E-44EF-B439-F61103334823}" presName="parTx" presStyleLbl="revTx" presStyleIdx="4" presStyleCnt="14">
        <dgm:presLayoutVars>
          <dgm:chMax val="0"/>
          <dgm:chPref val="0"/>
        </dgm:presLayoutVars>
      </dgm:prSet>
      <dgm:spPr/>
    </dgm:pt>
    <dgm:pt modelId="{3279CFD5-91D6-43F1-A444-2F32772B3C76}" type="pres">
      <dgm:prSet presAssocID="{468EBAA0-764E-44EF-B439-F61103334823}" presName="desTx" presStyleLbl="revTx" presStyleIdx="5" presStyleCnt="14">
        <dgm:presLayoutVars/>
      </dgm:prSet>
      <dgm:spPr/>
    </dgm:pt>
    <dgm:pt modelId="{2442C12F-DB69-41A7-84D1-25E4C1B977F8}" type="pres">
      <dgm:prSet presAssocID="{1E0CAFFF-1099-43FA-AC8B-2938B1817AE9}" presName="sibTrans" presStyleCnt="0"/>
      <dgm:spPr/>
    </dgm:pt>
    <dgm:pt modelId="{E717896A-66D8-4D8F-B219-237284017918}" type="pres">
      <dgm:prSet presAssocID="{4E0E7396-FBAC-435B-B57C-33DEFB90B5EA}" presName="compNode" presStyleCnt="0"/>
      <dgm:spPr/>
    </dgm:pt>
    <dgm:pt modelId="{A065AE72-07D6-4A6F-864F-65C94102E7F6}" type="pres">
      <dgm:prSet presAssocID="{4E0E7396-FBAC-435B-B57C-33DEFB90B5EA}" presName="bgRect" presStyleLbl="bgShp" presStyleIdx="3" presStyleCnt="7"/>
      <dgm:spPr/>
    </dgm:pt>
    <dgm:pt modelId="{C0779E30-FFCC-4155-A010-2C6CF5B26B79}" type="pres">
      <dgm:prSet presAssocID="{4E0E7396-FBAC-435B-B57C-33DEFB90B5EA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ard Room"/>
        </a:ext>
      </dgm:extLst>
    </dgm:pt>
    <dgm:pt modelId="{5A1D8D8D-2AEC-4F3E-A5DA-DD9E7CB2B64E}" type="pres">
      <dgm:prSet presAssocID="{4E0E7396-FBAC-435B-B57C-33DEFB90B5EA}" presName="spaceRect" presStyleCnt="0"/>
      <dgm:spPr/>
    </dgm:pt>
    <dgm:pt modelId="{F1166577-46EF-4493-BE95-8D9A1161D933}" type="pres">
      <dgm:prSet presAssocID="{4E0E7396-FBAC-435B-B57C-33DEFB90B5EA}" presName="parTx" presStyleLbl="revTx" presStyleIdx="6" presStyleCnt="14">
        <dgm:presLayoutVars>
          <dgm:chMax val="0"/>
          <dgm:chPref val="0"/>
        </dgm:presLayoutVars>
      </dgm:prSet>
      <dgm:spPr/>
    </dgm:pt>
    <dgm:pt modelId="{F83AFDA5-271B-4B84-B39C-63B1A2CF33F5}" type="pres">
      <dgm:prSet presAssocID="{4E0E7396-FBAC-435B-B57C-33DEFB90B5EA}" presName="desTx" presStyleLbl="revTx" presStyleIdx="7" presStyleCnt="14">
        <dgm:presLayoutVars/>
      </dgm:prSet>
      <dgm:spPr/>
    </dgm:pt>
    <dgm:pt modelId="{745BBA9E-D888-436D-B82D-CA8435F6E43A}" type="pres">
      <dgm:prSet presAssocID="{5017535F-1116-4E28-86F9-2ED3EB075278}" presName="sibTrans" presStyleCnt="0"/>
      <dgm:spPr/>
    </dgm:pt>
    <dgm:pt modelId="{99714D7B-A4CB-49AA-8546-2A44A04CE6D3}" type="pres">
      <dgm:prSet presAssocID="{C2762D17-0FCC-468A-B2DB-AA4D8AF400A2}" presName="compNode" presStyleCnt="0"/>
      <dgm:spPr/>
    </dgm:pt>
    <dgm:pt modelId="{2725B45A-DF8F-4479-B2A1-062AB04ED0ED}" type="pres">
      <dgm:prSet presAssocID="{C2762D17-0FCC-468A-B2DB-AA4D8AF400A2}" presName="bgRect" presStyleLbl="bgShp" presStyleIdx="4" presStyleCnt="7"/>
      <dgm:spPr/>
    </dgm:pt>
    <dgm:pt modelId="{38A43A39-3D1A-4712-A3D9-4AAC6CDBA098}" type="pres">
      <dgm:prSet presAssocID="{C2762D17-0FCC-468A-B2DB-AA4D8AF400A2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EF509A47-7989-4DA3-9E3D-52E87EF9CD3E}" type="pres">
      <dgm:prSet presAssocID="{C2762D17-0FCC-468A-B2DB-AA4D8AF400A2}" presName="spaceRect" presStyleCnt="0"/>
      <dgm:spPr/>
    </dgm:pt>
    <dgm:pt modelId="{863EA2F8-C0DA-4F2F-A66B-CAC36BD04752}" type="pres">
      <dgm:prSet presAssocID="{C2762D17-0FCC-468A-B2DB-AA4D8AF400A2}" presName="parTx" presStyleLbl="revTx" presStyleIdx="8" presStyleCnt="14">
        <dgm:presLayoutVars>
          <dgm:chMax val="0"/>
          <dgm:chPref val="0"/>
        </dgm:presLayoutVars>
      </dgm:prSet>
      <dgm:spPr/>
    </dgm:pt>
    <dgm:pt modelId="{CB917925-7011-4EC5-BE17-15D7A8E33E7D}" type="pres">
      <dgm:prSet presAssocID="{C2762D17-0FCC-468A-B2DB-AA4D8AF400A2}" presName="desTx" presStyleLbl="revTx" presStyleIdx="9" presStyleCnt="14">
        <dgm:presLayoutVars/>
      </dgm:prSet>
      <dgm:spPr/>
    </dgm:pt>
    <dgm:pt modelId="{E91F154D-8ACF-478C-A3A6-469402901A03}" type="pres">
      <dgm:prSet presAssocID="{F60EA120-0A6E-40A1-9A12-C89A2C7A8FBF}" presName="sibTrans" presStyleCnt="0"/>
      <dgm:spPr/>
    </dgm:pt>
    <dgm:pt modelId="{8BEC96B4-3B72-4F0A-A94B-8426352080EA}" type="pres">
      <dgm:prSet presAssocID="{52A45925-5648-4008-B4DB-10DA603E4168}" presName="compNode" presStyleCnt="0"/>
      <dgm:spPr/>
    </dgm:pt>
    <dgm:pt modelId="{B077CE59-5AE4-4532-8E86-43F680C5AE8D}" type="pres">
      <dgm:prSet presAssocID="{52A45925-5648-4008-B4DB-10DA603E4168}" presName="bgRect" presStyleLbl="bgShp" presStyleIdx="5" presStyleCnt="7"/>
      <dgm:spPr/>
    </dgm:pt>
    <dgm:pt modelId="{B8D257CD-29FE-43C2-9B8F-40F47837C64F}" type="pres">
      <dgm:prSet presAssocID="{52A45925-5648-4008-B4DB-10DA603E4168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ophy"/>
        </a:ext>
      </dgm:extLst>
    </dgm:pt>
    <dgm:pt modelId="{D0B16268-A21A-48A8-8661-18B73BFDD701}" type="pres">
      <dgm:prSet presAssocID="{52A45925-5648-4008-B4DB-10DA603E4168}" presName="spaceRect" presStyleCnt="0"/>
      <dgm:spPr/>
    </dgm:pt>
    <dgm:pt modelId="{0AE17C93-FCD4-472E-97E2-731767814F51}" type="pres">
      <dgm:prSet presAssocID="{52A45925-5648-4008-B4DB-10DA603E4168}" presName="parTx" presStyleLbl="revTx" presStyleIdx="10" presStyleCnt="14">
        <dgm:presLayoutVars>
          <dgm:chMax val="0"/>
          <dgm:chPref val="0"/>
        </dgm:presLayoutVars>
      </dgm:prSet>
      <dgm:spPr/>
    </dgm:pt>
    <dgm:pt modelId="{8323B0ED-3B31-458B-83E4-009784EA9D2B}" type="pres">
      <dgm:prSet presAssocID="{52A45925-5648-4008-B4DB-10DA603E4168}" presName="desTx" presStyleLbl="revTx" presStyleIdx="11" presStyleCnt="14">
        <dgm:presLayoutVars/>
      </dgm:prSet>
      <dgm:spPr/>
    </dgm:pt>
    <dgm:pt modelId="{1F8D92FA-57E9-4DC4-B504-74CF093E0AD4}" type="pres">
      <dgm:prSet presAssocID="{302FE82A-E38F-4D30-BF35-CE62221B875F}" presName="sibTrans" presStyleCnt="0"/>
      <dgm:spPr/>
    </dgm:pt>
    <dgm:pt modelId="{399E0FB0-1F2F-4189-B0B4-751B7978F13B}" type="pres">
      <dgm:prSet presAssocID="{EF880F59-9710-4539-BA7C-6BB9FD554854}" presName="compNode" presStyleCnt="0"/>
      <dgm:spPr/>
    </dgm:pt>
    <dgm:pt modelId="{0D565684-B8D1-40B3-BD3A-05FD2719574C}" type="pres">
      <dgm:prSet presAssocID="{EF880F59-9710-4539-BA7C-6BB9FD554854}" presName="bgRect" presStyleLbl="bgShp" presStyleIdx="6" presStyleCnt="7"/>
      <dgm:spPr/>
    </dgm:pt>
    <dgm:pt modelId="{A5334BDD-1EAF-45ED-B2C9-AD62874C04DA}" type="pres">
      <dgm:prSet presAssocID="{EF880F59-9710-4539-BA7C-6BB9FD554854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7D781B1F-62A9-43A2-92E2-D4936F1DCCE6}" type="pres">
      <dgm:prSet presAssocID="{EF880F59-9710-4539-BA7C-6BB9FD554854}" presName="spaceRect" presStyleCnt="0"/>
      <dgm:spPr/>
    </dgm:pt>
    <dgm:pt modelId="{85CF53B4-DC26-4060-B5ED-59BEAF6EB741}" type="pres">
      <dgm:prSet presAssocID="{EF880F59-9710-4539-BA7C-6BB9FD554854}" presName="parTx" presStyleLbl="revTx" presStyleIdx="12" presStyleCnt="14">
        <dgm:presLayoutVars>
          <dgm:chMax val="0"/>
          <dgm:chPref val="0"/>
        </dgm:presLayoutVars>
      </dgm:prSet>
      <dgm:spPr/>
    </dgm:pt>
    <dgm:pt modelId="{ECF281CE-1A51-4C4C-8098-E0D6370287ED}" type="pres">
      <dgm:prSet presAssocID="{EF880F59-9710-4539-BA7C-6BB9FD554854}" presName="desTx" presStyleLbl="revTx" presStyleIdx="13" presStyleCnt="14">
        <dgm:presLayoutVars/>
      </dgm:prSet>
      <dgm:spPr/>
    </dgm:pt>
  </dgm:ptLst>
  <dgm:cxnLst>
    <dgm:cxn modelId="{95A0FC0A-C11D-49D3-9CF4-9306883FEBCE}" type="presOf" srcId="{C2762D17-0FCC-468A-B2DB-AA4D8AF400A2}" destId="{863EA2F8-C0DA-4F2F-A66B-CAC36BD04752}" srcOrd="0" destOrd="0" presId="urn:microsoft.com/office/officeart/2018/2/layout/IconVerticalSolidList"/>
    <dgm:cxn modelId="{8E0F6519-C527-4A3A-B4BC-4B51F495622F}" type="presOf" srcId="{EF880F59-9710-4539-BA7C-6BB9FD554854}" destId="{85CF53B4-DC26-4060-B5ED-59BEAF6EB741}" srcOrd="0" destOrd="0" presId="urn:microsoft.com/office/officeart/2018/2/layout/IconVerticalSolidList"/>
    <dgm:cxn modelId="{3873C120-D4F4-4080-B03A-573B117E83C1}" type="presOf" srcId="{1E453206-761C-42AB-9A59-6B4408CC3F31}" destId="{3279CFD5-91D6-43F1-A444-2F32772B3C76}" srcOrd="0" destOrd="1" presId="urn:microsoft.com/office/officeart/2018/2/layout/IconVerticalSolidList"/>
    <dgm:cxn modelId="{16F70123-9214-4B85-99EB-3CFB7D3F23DF}" type="presOf" srcId="{335A29EA-CC94-49BC-9A4B-B48EFA07E743}" destId="{8323B0ED-3B31-458B-83E4-009784EA9D2B}" srcOrd="0" destOrd="1" presId="urn:microsoft.com/office/officeart/2018/2/layout/IconVerticalSolidList"/>
    <dgm:cxn modelId="{AD1BD423-B34B-4DD0-83B3-CEB9F768F96A}" type="presOf" srcId="{33553F6D-71FA-499B-B30F-EFF7FE174F37}" destId="{CA5F04A0-1507-4D5F-851C-5497D211EDBB}" srcOrd="0" destOrd="1" presId="urn:microsoft.com/office/officeart/2018/2/layout/IconVerticalSolidList"/>
    <dgm:cxn modelId="{5437C724-7437-44C9-8DD2-0A0921E0A519}" srcId="{EF880F59-9710-4539-BA7C-6BB9FD554854}" destId="{FA41FE70-74EF-4243-982E-5305F3965DA6}" srcOrd="2" destOrd="0" parTransId="{944B44F5-4D7B-4400-A3CE-758C83C23C60}" sibTransId="{A782EEAA-F4C5-4FA7-86BE-01506A1470B9}"/>
    <dgm:cxn modelId="{34903129-8259-42D4-8811-E94A83A6EC0E}" srcId="{F8A4D827-0783-4C3C-B409-799DB6C8EB04}" destId="{468EBAA0-764E-44EF-B439-F61103334823}" srcOrd="2" destOrd="0" parTransId="{882E7115-0CDF-4C1D-AD22-BC58A444A586}" sibTransId="{1E0CAFFF-1099-43FA-AC8B-2938B1817AE9}"/>
    <dgm:cxn modelId="{64A3F32B-C629-4BD3-9727-0FF7689B1BF0}" srcId="{C2762D17-0FCC-468A-B2DB-AA4D8AF400A2}" destId="{C064339B-4280-464E-809A-116C08B9DA1E}" srcOrd="0" destOrd="0" parTransId="{E4FCB78D-C6C9-49FA-930F-80504827BC55}" sibTransId="{12708A07-C4F2-494C-A152-0548D5CFD4C8}"/>
    <dgm:cxn modelId="{7BAAA12E-852D-4291-A58B-277033C6AED8}" srcId="{52A45925-5648-4008-B4DB-10DA603E4168}" destId="{63521C4C-B307-4458-83EB-070776F22D2E}" srcOrd="2" destOrd="0" parTransId="{EE016415-AC6F-4A56-9540-438332AAC4A8}" sibTransId="{E08B556F-39FA-4324-8ADD-8090A7766C40}"/>
    <dgm:cxn modelId="{48247031-CC31-4A7D-9AB4-61B18A77391B}" type="presOf" srcId="{58CEAA7C-8498-4C6D-85E9-B830ADC2AFD6}" destId="{A32449E6-61A7-43EA-BE60-780937D7AFAD}" srcOrd="0" destOrd="1" presId="urn:microsoft.com/office/officeart/2018/2/layout/IconVerticalSolidList"/>
    <dgm:cxn modelId="{5ADF5834-805F-4521-A1F2-22DBA80A8A83}" srcId="{F8A4D827-0783-4C3C-B409-799DB6C8EB04}" destId="{EF880F59-9710-4539-BA7C-6BB9FD554854}" srcOrd="6" destOrd="0" parTransId="{68CE9E1B-B69F-43F4-9D83-008145ACE2F5}" sibTransId="{B5DA5F1B-CC87-477F-9039-CCA65109BCEB}"/>
    <dgm:cxn modelId="{AA883C3D-9929-488E-9E2A-ADDBF1F134EF}" type="presOf" srcId="{C49802E1-9203-4F4F-9C9D-E6FBC101BD53}" destId="{F83AFDA5-271B-4B84-B39C-63B1A2CF33F5}" srcOrd="0" destOrd="2" presId="urn:microsoft.com/office/officeart/2018/2/layout/IconVerticalSolidList"/>
    <dgm:cxn modelId="{C402DE5B-7351-4986-A7F1-479FF3F489DD}" type="presOf" srcId="{17B7EF14-F986-4278-9E38-CE4A8A56942E}" destId="{CB917925-7011-4EC5-BE17-15D7A8E33E7D}" srcOrd="0" destOrd="1" presId="urn:microsoft.com/office/officeart/2018/2/layout/IconVerticalSolidList"/>
    <dgm:cxn modelId="{89B9516A-2976-4C14-8398-AA0F399CDEDF}" srcId="{4E0E7396-FBAC-435B-B57C-33DEFB90B5EA}" destId="{C49802E1-9203-4F4F-9C9D-E6FBC101BD53}" srcOrd="2" destOrd="0" parTransId="{38ECD247-69CB-46D1-887F-3A134DC97C47}" sibTransId="{7CDE7939-4667-43A1-B968-26CF943BE87E}"/>
    <dgm:cxn modelId="{CCFC114C-530F-4950-B65F-47FFF710BCA8}" srcId="{F8A4D827-0783-4C3C-B409-799DB6C8EB04}" destId="{4E0E7396-FBAC-435B-B57C-33DEFB90B5EA}" srcOrd="3" destOrd="0" parTransId="{2800570C-34E6-4E87-ADEC-7D132F97E0DF}" sibTransId="{5017535F-1116-4E28-86F9-2ED3EB075278}"/>
    <dgm:cxn modelId="{1E012A6E-46B1-4830-A36E-48603E9CEEF8}" srcId="{C2762D17-0FCC-468A-B2DB-AA4D8AF400A2}" destId="{8AC72233-A757-4A54-88DB-B056525F6992}" srcOrd="2" destOrd="0" parTransId="{5A35F923-609E-4A19-8E73-1E692C89940E}" sibTransId="{C4ACF8AA-AB92-438D-8D93-94ABEC5759D7}"/>
    <dgm:cxn modelId="{7F30E26E-6A8C-42B6-B128-0D5051ADD58E}" srcId="{C2762D17-0FCC-468A-B2DB-AA4D8AF400A2}" destId="{17B7EF14-F986-4278-9E38-CE4A8A56942E}" srcOrd="1" destOrd="0" parTransId="{D70F3CD0-4A9A-4215-900B-4020DEAA890D}" sibTransId="{2580CCD9-238C-46DC-898B-2F6243A64F7B}"/>
    <dgm:cxn modelId="{A7E87A72-009F-4510-872B-BC9BD254256F}" type="presOf" srcId="{570F06DE-B4D0-4CC1-963D-CDDBE6E82E7D}" destId="{3279CFD5-91D6-43F1-A444-2F32772B3C76}" srcOrd="0" destOrd="2" presId="urn:microsoft.com/office/officeart/2018/2/layout/IconVerticalSolidList"/>
    <dgm:cxn modelId="{EBB15953-EFB6-4788-A6A4-72B3819767C6}" type="presOf" srcId="{E539DE6A-00A9-4E26-B3CB-73E725EE6CD4}" destId="{F83AFDA5-271B-4B84-B39C-63B1A2CF33F5}" srcOrd="0" destOrd="0" presId="urn:microsoft.com/office/officeart/2018/2/layout/IconVerticalSolidList"/>
    <dgm:cxn modelId="{522B1C74-4A44-46CD-82DF-881846F1C177}" type="presOf" srcId="{4E0E7396-FBAC-435B-B57C-33DEFB90B5EA}" destId="{F1166577-46EF-4493-BE95-8D9A1161D933}" srcOrd="0" destOrd="0" presId="urn:microsoft.com/office/officeart/2018/2/layout/IconVerticalSolidList"/>
    <dgm:cxn modelId="{73E33B75-BA3B-495B-96A1-C6C6AC476327}" srcId="{9AE599FB-C283-425B-B498-8B3014DC5AB1}" destId="{33553F6D-71FA-499B-B30F-EFF7FE174F37}" srcOrd="1" destOrd="0" parTransId="{384F0643-9D52-4ACE-9B67-CD09BCAD7E61}" sibTransId="{2700E856-A357-4C7A-8F7D-8E3D0278F7AC}"/>
    <dgm:cxn modelId="{5F388176-4EC9-44DF-ACBC-FE17EB5F59C6}" srcId="{9AE599FB-C283-425B-B498-8B3014DC5AB1}" destId="{2E8520BE-77F4-4FD1-A603-BA7662F9CEA3}" srcOrd="2" destOrd="0" parTransId="{C9DF9D70-68DC-434B-8951-977247FE9FB5}" sibTransId="{7F6DAACE-912F-4CDB-BCC2-A16D90AA806C}"/>
    <dgm:cxn modelId="{EBFDF977-88CC-4237-AA26-843178EA9F2F}" srcId="{EF880F59-9710-4539-BA7C-6BB9FD554854}" destId="{05542921-A7DC-45C7-ADBC-4A4EC0CAC44B}" srcOrd="0" destOrd="0" parTransId="{EC05F6B0-3411-43C5-B8CD-AD4FC0511151}" sibTransId="{179BDF02-9D16-4AE2-BD88-29084932A4B1}"/>
    <dgm:cxn modelId="{3EEE2A5A-AF1D-400D-A3B4-3EDC1CFD9E80}" type="presOf" srcId="{3B6D0A76-829D-4606-8CD0-4BEE434FCD15}" destId="{CA5F04A0-1507-4D5F-851C-5497D211EDBB}" srcOrd="0" destOrd="0" presId="urn:microsoft.com/office/officeart/2018/2/layout/IconVerticalSolidList"/>
    <dgm:cxn modelId="{4D0DDD5A-6EB2-454B-B88C-F1508E6E72AB}" type="presOf" srcId="{F8A4D827-0783-4C3C-B409-799DB6C8EB04}" destId="{7D6E5AFB-2CFA-4B88-A9C9-3A67EF75C52F}" srcOrd="0" destOrd="0" presId="urn:microsoft.com/office/officeart/2018/2/layout/IconVerticalSolidList"/>
    <dgm:cxn modelId="{5679A67B-E8AC-4F07-A4AC-F1BBD1DDD4DA}" type="presOf" srcId="{05542921-A7DC-45C7-ADBC-4A4EC0CAC44B}" destId="{ECF281CE-1A51-4C4C-8098-E0D6370287ED}" srcOrd="0" destOrd="0" presId="urn:microsoft.com/office/officeart/2018/2/layout/IconVerticalSolidList"/>
    <dgm:cxn modelId="{7396A780-3148-4B43-A494-FC48109F1503}" srcId="{F8A4D827-0783-4C3C-B409-799DB6C8EB04}" destId="{C2762D17-0FCC-468A-B2DB-AA4D8AF400A2}" srcOrd="4" destOrd="0" parTransId="{88812575-F3EE-4334-8A6B-5E961E0F468A}" sibTransId="{F60EA120-0A6E-40A1-9A12-C89A2C7A8FBF}"/>
    <dgm:cxn modelId="{C2511E8A-F187-4A60-B45E-465D321C4422}" type="presOf" srcId="{9AE599FB-C283-425B-B498-8B3014DC5AB1}" destId="{E6E8067C-1D62-40AA-9F9E-D09C03682928}" srcOrd="0" destOrd="0" presId="urn:microsoft.com/office/officeart/2018/2/layout/IconVerticalSolidList"/>
    <dgm:cxn modelId="{6CE4FB93-09AA-4CDC-AEBE-C91F2CA22E51}" srcId="{468EBAA0-764E-44EF-B439-F61103334823}" destId="{570F06DE-B4D0-4CC1-963D-CDDBE6E82E7D}" srcOrd="2" destOrd="0" parTransId="{EBC4FB8D-3C13-412E-82D2-5B335BE448E2}" sibTransId="{2F8B9421-1DEC-4265-81C8-FE328D936FAC}"/>
    <dgm:cxn modelId="{DE67F496-65BB-4EAA-99C7-30C0CA53BCBD}" type="presOf" srcId="{2E8520BE-77F4-4FD1-A603-BA7662F9CEA3}" destId="{CA5F04A0-1507-4D5F-851C-5497D211EDBB}" srcOrd="0" destOrd="2" presId="urn:microsoft.com/office/officeart/2018/2/layout/IconVerticalSolidList"/>
    <dgm:cxn modelId="{D8495197-74CC-4BD4-AEAC-5091F6F0C003}" type="presOf" srcId="{57E2DAC4-3CBD-4529-8C2B-7EF74B2135A6}" destId="{8323B0ED-3B31-458B-83E4-009784EA9D2B}" srcOrd="0" destOrd="0" presId="urn:microsoft.com/office/officeart/2018/2/layout/IconVerticalSolidList"/>
    <dgm:cxn modelId="{292F189F-A17E-4A4F-A61C-A952FF5BF31E}" type="presOf" srcId="{C064339B-4280-464E-809A-116C08B9DA1E}" destId="{CB917925-7011-4EC5-BE17-15D7A8E33E7D}" srcOrd="0" destOrd="0" presId="urn:microsoft.com/office/officeart/2018/2/layout/IconVerticalSolidList"/>
    <dgm:cxn modelId="{860289A4-4E7D-4E66-A535-488C985277CE}" srcId="{52A45925-5648-4008-B4DB-10DA603E4168}" destId="{57E2DAC4-3CBD-4529-8C2B-7EF74B2135A6}" srcOrd="0" destOrd="0" parTransId="{C2C9F58B-636E-4857-95D9-084718BDE182}" sibTransId="{D933AA7A-3145-47D0-A289-4AD51F89F835}"/>
    <dgm:cxn modelId="{B3E9B9A5-B955-4930-939A-515193264340}" type="presOf" srcId="{63521C4C-B307-4458-83EB-070776F22D2E}" destId="{8323B0ED-3B31-458B-83E4-009784EA9D2B}" srcOrd="0" destOrd="2" presId="urn:microsoft.com/office/officeart/2018/2/layout/IconVerticalSolidList"/>
    <dgm:cxn modelId="{BEC687A6-73C7-4E9E-B5BA-C03B14D4DE07}" type="presOf" srcId="{85E2162B-81EB-4B62-B007-0EFCBF6BD770}" destId="{ECF281CE-1A51-4C4C-8098-E0D6370287ED}" srcOrd="0" destOrd="1" presId="urn:microsoft.com/office/officeart/2018/2/layout/IconVerticalSolidList"/>
    <dgm:cxn modelId="{EABCFAA6-ECC7-41FF-B66E-1CC0CB38F411}" srcId="{F8A4D827-0783-4C3C-B409-799DB6C8EB04}" destId="{52A45925-5648-4008-B4DB-10DA603E4168}" srcOrd="5" destOrd="0" parTransId="{BD674D66-2C9B-4230-BD17-83B30190C288}" sibTransId="{302FE82A-E38F-4D30-BF35-CE62221B875F}"/>
    <dgm:cxn modelId="{0ABB24AA-0EB3-4397-B8F9-9748FCFAB3A8}" type="presOf" srcId="{F849F2D3-C12F-4BBF-89CC-08902837415D}" destId="{3279CFD5-91D6-43F1-A444-2F32772B3C76}" srcOrd="0" destOrd="0" presId="urn:microsoft.com/office/officeart/2018/2/layout/IconVerticalSolidList"/>
    <dgm:cxn modelId="{14BEDAB1-DDE8-4436-873F-6E06C1A3C446}" srcId="{4E0E7396-FBAC-435B-B57C-33DEFB90B5EA}" destId="{E539DE6A-00A9-4E26-B3CB-73E725EE6CD4}" srcOrd="0" destOrd="0" parTransId="{8812388C-0CE0-4521-9898-700B350982B5}" sibTransId="{BA25AABF-38BA-4712-A87D-55E3D6661BAA}"/>
    <dgm:cxn modelId="{0D76D3B6-3DA4-499B-8F91-29D178D06C1F}" srcId="{E0DEEE54-8E8F-4197-8B4A-11DD1509DA8C}" destId="{3F3E17B1-D349-45ED-9BC9-B8F73E35B1C0}" srcOrd="0" destOrd="0" parTransId="{AFDB76A4-296F-43D7-9B52-2C8E1BE0FB18}" sibTransId="{F26DCAB8-3801-4F6C-B5DE-C6C0C259EDB9}"/>
    <dgm:cxn modelId="{6E74C6B8-5A09-424C-8D3F-003E7FB87AE7}" srcId="{F8A4D827-0783-4C3C-B409-799DB6C8EB04}" destId="{E0DEEE54-8E8F-4197-8B4A-11DD1509DA8C}" srcOrd="1" destOrd="0" parTransId="{5A39DA04-7B49-4E01-B103-0AD33B687D90}" sibTransId="{502EC506-F293-4BA4-B084-A8BA13555A03}"/>
    <dgm:cxn modelId="{652C5ABD-1D6D-42D8-ABB1-1B8618760C47}" type="presOf" srcId="{468EBAA0-764E-44EF-B439-F61103334823}" destId="{2096AE0D-C1C1-4543-8517-24142D1DEB78}" srcOrd="0" destOrd="0" presId="urn:microsoft.com/office/officeart/2018/2/layout/IconVerticalSolidList"/>
    <dgm:cxn modelId="{F04015C6-872E-4284-8F82-15B1F89D9593}" srcId="{E0DEEE54-8E8F-4197-8B4A-11DD1509DA8C}" destId="{7F1D0377-C940-4569-BABD-170C606DF02C}" srcOrd="2" destOrd="0" parTransId="{8B6ECADA-1118-4ED1-954E-25E026730B8A}" sibTransId="{FB5739B8-AB9F-49AB-B91A-94F1EC48743F}"/>
    <dgm:cxn modelId="{CDEE55CD-7371-48F2-9068-0C85CFE8EB00}" srcId="{E0DEEE54-8E8F-4197-8B4A-11DD1509DA8C}" destId="{58CEAA7C-8498-4C6D-85E9-B830ADC2AFD6}" srcOrd="1" destOrd="0" parTransId="{89597671-9540-4356-A483-0C3718D2B291}" sibTransId="{A36BE9CF-C893-45A1-A628-6A8EC4915134}"/>
    <dgm:cxn modelId="{B3D9DCD6-00E2-43D9-914C-1EEF5180444F}" type="presOf" srcId="{52A45925-5648-4008-B4DB-10DA603E4168}" destId="{0AE17C93-FCD4-472E-97E2-731767814F51}" srcOrd="0" destOrd="0" presId="urn:microsoft.com/office/officeart/2018/2/layout/IconVerticalSolidList"/>
    <dgm:cxn modelId="{248E45D7-F7CA-4D42-A944-14B857F2E26E}" srcId="{EF880F59-9710-4539-BA7C-6BB9FD554854}" destId="{85E2162B-81EB-4B62-B007-0EFCBF6BD770}" srcOrd="1" destOrd="0" parTransId="{2B17066B-5257-414B-8426-7A02348013FD}" sibTransId="{FE074CA8-E27D-4D6B-BAAB-6FAA09B6D5FE}"/>
    <dgm:cxn modelId="{091EE9D7-10C7-42A1-A7B0-E0EC88DF97D8}" type="presOf" srcId="{E0DEEE54-8E8F-4197-8B4A-11DD1509DA8C}" destId="{823D4C0B-D4F4-4038-A38D-CB5990FA5C7E}" srcOrd="0" destOrd="0" presId="urn:microsoft.com/office/officeart/2018/2/layout/IconVerticalSolidList"/>
    <dgm:cxn modelId="{99C8E9D9-3752-4843-8ADC-3AD05AF5BC44}" srcId="{52A45925-5648-4008-B4DB-10DA603E4168}" destId="{335A29EA-CC94-49BC-9A4B-B48EFA07E743}" srcOrd="1" destOrd="0" parTransId="{D9DE0381-61FE-43A5-8052-C513C2B35BD5}" sibTransId="{2980C70C-D920-4DDF-9A70-2C11B9C54F38}"/>
    <dgm:cxn modelId="{36F94EDD-965B-4549-B756-5DF35FFC87C4}" type="presOf" srcId="{8AC72233-A757-4A54-88DB-B056525F6992}" destId="{CB917925-7011-4EC5-BE17-15D7A8E33E7D}" srcOrd="0" destOrd="2" presId="urn:microsoft.com/office/officeart/2018/2/layout/IconVerticalSolidList"/>
    <dgm:cxn modelId="{5D5D57E5-9C41-42EA-8F74-9B414FBED1EA}" type="presOf" srcId="{3F3E17B1-D349-45ED-9BC9-B8F73E35B1C0}" destId="{A32449E6-61A7-43EA-BE60-780937D7AFAD}" srcOrd="0" destOrd="0" presId="urn:microsoft.com/office/officeart/2018/2/layout/IconVerticalSolidList"/>
    <dgm:cxn modelId="{01BA04E6-6544-4B45-926B-5CF27ABF1E0A}" srcId="{4E0E7396-FBAC-435B-B57C-33DEFB90B5EA}" destId="{53EB163E-B707-4E40-8343-13B9E40C3EEA}" srcOrd="1" destOrd="0" parTransId="{36792CD1-8A27-4169-8A02-5B1206B4EB42}" sibTransId="{BD9ECA41-0568-42A4-AE5F-7413F039A419}"/>
    <dgm:cxn modelId="{EF524EE9-CB41-4A6C-BF22-B2CA15DDFDD9}" type="presOf" srcId="{7F1D0377-C940-4569-BABD-170C606DF02C}" destId="{A32449E6-61A7-43EA-BE60-780937D7AFAD}" srcOrd="0" destOrd="2" presId="urn:microsoft.com/office/officeart/2018/2/layout/IconVerticalSolidList"/>
    <dgm:cxn modelId="{0695B2EE-6F10-4271-A776-C41FF2E6218F}" srcId="{9AE599FB-C283-425B-B498-8B3014DC5AB1}" destId="{3B6D0A76-829D-4606-8CD0-4BEE434FCD15}" srcOrd="0" destOrd="0" parTransId="{71A71BDB-A3FD-40AB-BB78-362EF1F617E7}" sibTransId="{8EF10F4F-A2BA-48D1-9312-2C26AA2F892B}"/>
    <dgm:cxn modelId="{7165A8F5-9310-4F3E-80DB-EB4A01E263E9}" srcId="{468EBAA0-764E-44EF-B439-F61103334823}" destId="{1E453206-761C-42AB-9A59-6B4408CC3F31}" srcOrd="1" destOrd="0" parTransId="{A9678D7A-F430-4D7D-A412-2226799178E5}" sibTransId="{B5AC5DC1-E878-41C8-8C00-DD21079BDB79}"/>
    <dgm:cxn modelId="{FAB25DF6-48A0-4C38-BD7A-9BE201D52246}" type="presOf" srcId="{FA41FE70-74EF-4243-982E-5305F3965DA6}" destId="{ECF281CE-1A51-4C4C-8098-E0D6370287ED}" srcOrd="0" destOrd="2" presId="urn:microsoft.com/office/officeart/2018/2/layout/IconVerticalSolidList"/>
    <dgm:cxn modelId="{54D7BEF7-2873-427A-99F7-FFA9337FF2E4}" srcId="{468EBAA0-764E-44EF-B439-F61103334823}" destId="{F849F2D3-C12F-4BBF-89CC-08902837415D}" srcOrd="0" destOrd="0" parTransId="{50276E37-95F3-41C9-B75F-D7A337C729AF}" sibTransId="{DFDA887D-DAA3-4051-8707-AD12B18276F7}"/>
    <dgm:cxn modelId="{1F1525F8-F242-45A6-83B1-AB22D9980A88}" type="presOf" srcId="{53EB163E-B707-4E40-8343-13B9E40C3EEA}" destId="{F83AFDA5-271B-4B84-B39C-63B1A2CF33F5}" srcOrd="0" destOrd="1" presId="urn:microsoft.com/office/officeart/2018/2/layout/IconVerticalSolidList"/>
    <dgm:cxn modelId="{EB6405FD-23E7-447B-B167-7D90834C33EC}" srcId="{F8A4D827-0783-4C3C-B409-799DB6C8EB04}" destId="{9AE599FB-C283-425B-B498-8B3014DC5AB1}" srcOrd="0" destOrd="0" parTransId="{A2F9BB12-9586-4AE4-B6A9-FD546403FC27}" sibTransId="{A13584B6-D78B-4171-8C20-21E077F24497}"/>
    <dgm:cxn modelId="{DD4BDF9F-F737-470F-B045-948B45D1C21F}" type="presParOf" srcId="{7D6E5AFB-2CFA-4B88-A9C9-3A67EF75C52F}" destId="{8526540D-EA07-4E62-8623-084753907F09}" srcOrd="0" destOrd="0" presId="urn:microsoft.com/office/officeart/2018/2/layout/IconVerticalSolidList"/>
    <dgm:cxn modelId="{853842FC-AF12-449E-8181-26A769B3740E}" type="presParOf" srcId="{8526540D-EA07-4E62-8623-084753907F09}" destId="{23F83A14-6CA8-440D-B078-160988F57963}" srcOrd="0" destOrd="0" presId="urn:microsoft.com/office/officeart/2018/2/layout/IconVerticalSolidList"/>
    <dgm:cxn modelId="{1E2CB7BE-C138-49FF-8413-376B8EAE6622}" type="presParOf" srcId="{8526540D-EA07-4E62-8623-084753907F09}" destId="{5884C800-7B99-48BA-9318-E48A9BC49B1A}" srcOrd="1" destOrd="0" presId="urn:microsoft.com/office/officeart/2018/2/layout/IconVerticalSolidList"/>
    <dgm:cxn modelId="{479D4BBA-CCA5-4775-8548-4972D8CB6F44}" type="presParOf" srcId="{8526540D-EA07-4E62-8623-084753907F09}" destId="{DB41769E-2451-4DDD-B226-A692EB1264F9}" srcOrd="2" destOrd="0" presId="urn:microsoft.com/office/officeart/2018/2/layout/IconVerticalSolidList"/>
    <dgm:cxn modelId="{29F97D3E-3724-477F-BE45-98F40310DAF2}" type="presParOf" srcId="{8526540D-EA07-4E62-8623-084753907F09}" destId="{E6E8067C-1D62-40AA-9F9E-D09C03682928}" srcOrd="3" destOrd="0" presId="urn:microsoft.com/office/officeart/2018/2/layout/IconVerticalSolidList"/>
    <dgm:cxn modelId="{EDD3A4C7-BFFA-4BC6-9E5B-B488F02A0AEE}" type="presParOf" srcId="{8526540D-EA07-4E62-8623-084753907F09}" destId="{CA5F04A0-1507-4D5F-851C-5497D211EDBB}" srcOrd="4" destOrd="0" presId="urn:microsoft.com/office/officeart/2018/2/layout/IconVerticalSolidList"/>
    <dgm:cxn modelId="{0B66354E-A83D-4043-A450-379433074109}" type="presParOf" srcId="{7D6E5AFB-2CFA-4B88-A9C9-3A67EF75C52F}" destId="{95F36F63-CA75-47A1-A24A-FE252BF7D5A5}" srcOrd="1" destOrd="0" presId="urn:microsoft.com/office/officeart/2018/2/layout/IconVerticalSolidList"/>
    <dgm:cxn modelId="{84DAA8CB-CF13-43D3-B807-C3687A34B5F7}" type="presParOf" srcId="{7D6E5AFB-2CFA-4B88-A9C9-3A67EF75C52F}" destId="{AF35B12E-FFFF-405F-B173-F267DA03AB86}" srcOrd="2" destOrd="0" presId="urn:microsoft.com/office/officeart/2018/2/layout/IconVerticalSolidList"/>
    <dgm:cxn modelId="{D6EA2E5D-50A3-44DB-B1F1-65E2BA1D4D1D}" type="presParOf" srcId="{AF35B12E-FFFF-405F-B173-F267DA03AB86}" destId="{5011821C-68CD-404A-8CFD-DA983B969DE1}" srcOrd="0" destOrd="0" presId="urn:microsoft.com/office/officeart/2018/2/layout/IconVerticalSolidList"/>
    <dgm:cxn modelId="{47689035-4E36-4E5C-BFF3-1486D6C8D4DD}" type="presParOf" srcId="{AF35B12E-FFFF-405F-B173-F267DA03AB86}" destId="{121FDF70-5D06-4E4A-A194-D551A9A4463A}" srcOrd="1" destOrd="0" presId="urn:microsoft.com/office/officeart/2018/2/layout/IconVerticalSolidList"/>
    <dgm:cxn modelId="{C4C4E545-F580-4930-9AC6-C25EDD9275F4}" type="presParOf" srcId="{AF35B12E-FFFF-405F-B173-F267DA03AB86}" destId="{B8F3D72B-527F-47ED-B3D5-0F4237C1AFDB}" srcOrd="2" destOrd="0" presId="urn:microsoft.com/office/officeart/2018/2/layout/IconVerticalSolidList"/>
    <dgm:cxn modelId="{81791605-B963-49A8-85A4-A185F7C33CE9}" type="presParOf" srcId="{AF35B12E-FFFF-405F-B173-F267DA03AB86}" destId="{823D4C0B-D4F4-4038-A38D-CB5990FA5C7E}" srcOrd="3" destOrd="0" presId="urn:microsoft.com/office/officeart/2018/2/layout/IconVerticalSolidList"/>
    <dgm:cxn modelId="{83BEE4FB-CAC6-41CB-ABF5-405213E61661}" type="presParOf" srcId="{AF35B12E-FFFF-405F-B173-F267DA03AB86}" destId="{A32449E6-61A7-43EA-BE60-780937D7AFAD}" srcOrd="4" destOrd="0" presId="urn:microsoft.com/office/officeart/2018/2/layout/IconVerticalSolidList"/>
    <dgm:cxn modelId="{9C3AB8E9-233F-42EB-A50F-65BDD7506A72}" type="presParOf" srcId="{7D6E5AFB-2CFA-4B88-A9C9-3A67EF75C52F}" destId="{3FCA0677-4901-4928-85EB-97D58418CAA0}" srcOrd="3" destOrd="0" presId="urn:microsoft.com/office/officeart/2018/2/layout/IconVerticalSolidList"/>
    <dgm:cxn modelId="{BA614888-9615-4810-B363-498A4F99F229}" type="presParOf" srcId="{7D6E5AFB-2CFA-4B88-A9C9-3A67EF75C52F}" destId="{AA1DBA80-B846-4101-9EBC-D46554E3BD45}" srcOrd="4" destOrd="0" presId="urn:microsoft.com/office/officeart/2018/2/layout/IconVerticalSolidList"/>
    <dgm:cxn modelId="{8DC0C379-6FFA-48DF-BBD2-DD11AD20F0D7}" type="presParOf" srcId="{AA1DBA80-B846-4101-9EBC-D46554E3BD45}" destId="{0CB3817D-A65C-4435-81B9-64EE94418A45}" srcOrd="0" destOrd="0" presId="urn:microsoft.com/office/officeart/2018/2/layout/IconVerticalSolidList"/>
    <dgm:cxn modelId="{1B81FC96-6CC5-4260-A993-4EF6A3FC20CD}" type="presParOf" srcId="{AA1DBA80-B846-4101-9EBC-D46554E3BD45}" destId="{41DCD82E-A7E0-4739-8256-C1B2AC8CAB71}" srcOrd="1" destOrd="0" presId="urn:microsoft.com/office/officeart/2018/2/layout/IconVerticalSolidList"/>
    <dgm:cxn modelId="{E0FC4E57-016F-47BC-A391-6FDBCF1C8E4D}" type="presParOf" srcId="{AA1DBA80-B846-4101-9EBC-D46554E3BD45}" destId="{635582E8-2B51-4EAE-94BE-691E14F349B4}" srcOrd="2" destOrd="0" presId="urn:microsoft.com/office/officeart/2018/2/layout/IconVerticalSolidList"/>
    <dgm:cxn modelId="{D33E39A3-C758-4EBB-BBE5-4A62254451D8}" type="presParOf" srcId="{AA1DBA80-B846-4101-9EBC-D46554E3BD45}" destId="{2096AE0D-C1C1-4543-8517-24142D1DEB78}" srcOrd="3" destOrd="0" presId="urn:microsoft.com/office/officeart/2018/2/layout/IconVerticalSolidList"/>
    <dgm:cxn modelId="{C3F34FB2-E0BA-4B12-9875-9AE2B3C5C25D}" type="presParOf" srcId="{AA1DBA80-B846-4101-9EBC-D46554E3BD45}" destId="{3279CFD5-91D6-43F1-A444-2F32772B3C76}" srcOrd="4" destOrd="0" presId="urn:microsoft.com/office/officeart/2018/2/layout/IconVerticalSolidList"/>
    <dgm:cxn modelId="{0198F39C-2EE9-4F83-88BD-B77038568391}" type="presParOf" srcId="{7D6E5AFB-2CFA-4B88-A9C9-3A67EF75C52F}" destId="{2442C12F-DB69-41A7-84D1-25E4C1B977F8}" srcOrd="5" destOrd="0" presId="urn:microsoft.com/office/officeart/2018/2/layout/IconVerticalSolidList"/>
    <dgm:cxn modelId="{85086A7A-9D6F-4F5E-B1FF-B7F91DE8161F}" type="presParOf" srcId="{7D6E5AFB-2CFA-4B88-A9C9-3A67EF75C52F}" destId="{E717896A-66D8-4D8F-B219-237284017918}" srcOrd="6" destOrd="0" presId="urn:microsoft.com/office/officeart/2018/2/layout/IconVerticalSolidList"/>
    <dgm:cxn modelId="{1C39B8A1-1329-4354-8D00-F5BF999DDEAE}" type="presParOf" srcId="{E717896A-66D8-4D8F-B219-237284017918}" destId="{A065AE72-07D6-4A6F-864F-65C94102E7F6}" srcOrd="0" destOrd="0" presId="urn:microsoft.com/office/officeart/2018/2/layout/IconVerticalSolidList"/>
    <dgm:cxn modelId="{54506902-5D35-4F3F-90DC-6B4C0304BEF8}" type="presParOf" srcId="{E717896A-66D8-4D8F-B219-237284017918}" destId="{C0779E30-FFCC-4155-A010-2C6CF5B26B79}" srcOrd="1" destOrd="0" presId="urn:microsoft.com/office/officeart/2018/2/layout/IconVerticalSolidList"/>
    <dgm:cxn modelId="{D1EA1BF3-4DB0-48C7-A0F3-7DBD1891124E}" type="presParOf" srcId="{E717896A-66D8-4D8F-B219-237284017918}" destId="{5A1D8D8D-2AEC-4F3E-A5DA-DD9E7CB2B64E}" srcOrd="2" destOrd="0" presId="urn:microsoft.com/office/officeart/2018/2/layout/IconVerticalSolidList"/>
    <dgm:cxn modelId="{654D73A4-D732-42D9-93E6-06BAECED535A}" type="presParOf" srcId="{E717896A-66D8-4D8F-B219-237284017918}" destId="{F1166577-46EF-4493-BE95-8D9A1161D933}" srcOrd="3" destOrd="0" presId="urn:microsoft.com/office/officeart/2018/2/layout/IconVerticalSolidList"/>
    <dgm:cxn modelId="{92E9D2CE-C2F6-44AD-BB64-AA9BF919D479}" type="presParOf" srcId="{E717896A-66D8-4D8F-B219-237284017918}" destId="{F83AFDA5-271B-4B84-B39C-63B1A2CF33F5}" srcOrd="4" destOrd="0" presId="urn:microsoft.com/office/officeart/2018/2/layout/IconVerticalSolidList"/>
    <dgm:cxn modelId="{0A9DEDA5-68A0-4F6E-A574-2CE0B3ABEB3A}" type="presParOf" srcId="{7D6E5AFB-2CFA-4B88-A9C9-3A67EF75C52F}" destId="{745BBA9E-D888-436D-B82D-CA8435F6E43A}" srcOrd="7" destOrd="0" presId="urn:microsoft.com/office/officeart/2018/2/layout/IconVerticalSolidList"/>
    <dgm:cxn modelId="{A1D76C2C-C64F-4766-A717-687385439AAA}" type="presParOf" srcId="{7D6E5AFB-2CFA-4B88-A9C9-3A67EF75C52F}" destId="{99714D7B-A4CB-49AA-8546-2A44A04CE6D3}" srcOrd="8" destOrd="0" presId="urn:microsoft.com/office/officeart/2018/2/layout/IconVerticalSolidList"/>
    <dgm:cxn modelId="{C3D19D09-9201-4E96-A88F-4E8CDFECA8FB}" type="presParOf" srcId="{99714D7B-A4CB-49AA-8546-2A44A04CE6D3}" destId="{2725B45A-DF8F-4479-B2A1-062AB04ED0ED}" srcOrd="0" destOrd="0" presId="urn:microsoft.com/office/officeart/2018/2/layout/IconVerticalSolidList"/>
    <dgm:cxn modelId="{A39AD34C-0640-4304-AC15-59A95D1D6B54}" type="presParOf" srcId="{99714D7B-A4CB-49AA-8546-2A44A04CE6D3}" destId="{38A43A39-3D1A-4712-A3D9-4AAC6CDBA098}" srcOrd="1" destOrd="0" presId="urn:microsoft.com/office/officeart/2018/2/layout/IconVerticalSolidList"/>
    <dgm:cxn modelId="{46830EBA-F563-40C8-978A-38EA48CD5DB9}" type="presParOf" srcId="{99714D7B-A4CB-49AA-8546-2A44A04CE6D3}" destId="{EF509A47-7989-4DA3-9E3D-52E87EF9CD3E}" srcOrd="2" destOrd="0" presId="urn:microsoft.com/office/officeart/2018/2/layout/IconVerticalSolidList"/>
    <dgm:cxn modelId="{B6420D73-97A2-4901-8665-27283BFF426C}" type="presParOf" srcId="{99714D7B-A4CB-49AA-8546-2A44A04CE6D3}" destId="{863EA2F8-C0DA-4F2F-A66B-CAC36BD04752}" srcOrd="3" destOrd="0" presId="urn:microsoft.com/office/officeart/2018/2/layout/IconVerticalSolidList"/>
    <dgm:cxn modelId="{DE80B896-11E4-4CA4-926A-2A29527F8F2C}" type="presParOf" srcId="{99714D7B-A4CB-49AA-8546-2A44A04CE6D3}" destId="{CB917925-7011-4EC5-BE17-15D7A8E33E7D}" srcOrd="4" destOrd="0" presId="urn:microsoft.com/office/officeart/2018/2/layout/IconVerticalSolidList"/>
    <dgm:cxn modelId="{8EB56DBA-DD29-4D35-81A2-1567F68F624E}" type="presParOf" srcId="{7D6E5AFB-2CFA-4B88-A9C9-3A67EF75C52F}" destId="{E91F154D-8ACF-478C-A3A6-469402901A03}" srcOrd="9" destOrd="0" presId="urn:microsoft.com/office/officeart/2018/2/layout/IconVerticalSolidList"/>
    <dgm:cxn modelId="{5DECE699-29FC-4828-A0C7-91122C01892C}" type="presParOf" srcId="{7D6E5AFB-2CFA-4B88-A9C9-3A67EF75C52F}" destId="{8BEC96B4-3B72-4F0A-A94B-8426352080EA}" srcOrd="10" destOrd="0" presId="urn:microsoft.com/office/officeart/2018/2/layout/IconVerticalSolidList"/>
    <dgm:cxn modelId="{656F45F5-5BA3-4128-809F-6F1AFE9F9547}" type="presParOf" srcId="{8BEC96B4-3B72-4F0A-A94B-8426352080EA}" destId="{B077CE59-5AE4-4532-8E86-43F680C5AE8D}" srcOrd="0" destOrd="0" presId="urn:microsoft.com/office/officeart/2018/2/layout/IconVerticalSolidList"/>
    <dgm:cxn modelId="{48A6C8B7-2704-44DD-BE97-3FC9493C5ABD}" type="presParOf" srcId="{8BEC96B4-3B72-4F0A-A94B-8426352080EA}" destId="{B8D257CD-29FE-43C2-9B8F-40F47837C64F}" srcOrd="1" destOrd="0" presId="urn:microsoft.com/office/officeart/2018/2/layout/IconVerticalSolidList"/>
    <dgm:cxn modelId="{E1844402-2940-4C17-9626-15623DE00B5B}" type="presParOf" srcId="{8BEC96B4-3B72-4F0A-A94B-8426352080EA}" destId="{D0B16268-A21A-48A8-8661-18B73BFDD701}" srcOrd="2" destOrd="0" presId="urn:microsoft.com/office/officeart/2018/2/layout/IconVerticalSolidList"/>
    <dgm:cxn modelId="{8A4CD0AB-39FF-493D-BB38-C58297AAC831}" type="presParOf" srcId="{8BEC96B4-3B72-4F0A-A94B-8426352080EA}" destId="{0AE17C93-FCD4-472E-97E2-731767814F51}" srcOrd="3" destOrd="0" presId="urn:microsoft.com/office/officeart/2018/2/layout/IconVerticalSolidList"/>
    <dgm:cxn modelId="{B63AFB84-FF28-4391-9398-0FE3EEC3F1EC}" type="presParOf" srcId="{8BEC96B4-3B72-4F0A-A94B-8426352080EA}" destId="{8323B0ED-3B31-458B-83E4-009784EA9D2B}" srcOrd="4" destOrd="0" presId="urn:microsoft.com/office/officeart/2018/2/layout/IconVerticalSolidList"/>
    <dgm:cxn modelId="{5C9EC219-A776-421E-8D5C-F49CC30F93B8}" type="presParOf" srcId="{7D6E5AFB-2CFA-4B88-A9C9-3A67EF75C52F}" destId="{1F8D92FA-57E9-4DC4-B504-74CF093E0AD4}" srcOrd="11" destOrd="0" presId="urn:microsoft.com/office/officeart/2018/2/layout/IconVerticalSolidList"/>
    <dgm:cxn modelId="{4FA5618B-9A6A-4DB1-8036-4C35240BDBFE}" type="presParOf" srcId="{7D6E5AFB-2CFA-4B88-A9C9-3A67EF75C52F}" destId="{399E0FB0-1F2F-4189-B0B4-751B7978F13B}" srcOrd="12" destOrd="0" presId="urn:microsoft.com/office/officeart/2018/2/layout/IconVerticalSolidList"/>
    <dgm:cxn modelId="{A993698A-D7A8-4691-BBDE-CEF26EE0AE3C}" type="presParOf" srcId="{399E0FB0-1F2F-4189-B0B4-751B7978F13B}" destId="{0D565684-B8D1-40B3-BD3A-05FD2719574C}" srcOrd="0" destOrd="0" presId="urn:microsoft.com/office/officeart/2018/2/layout/IconVerticalSolidList"/>
    <dgm:cxn modelId="{D630DCB6-50A6-4B3A-B0FE-10E3DA33524A}" type="presParOf" srcId="{399E0FB0-1F2F-4189-B0B4-751B7978F13B}" destId="{A5334BDD-1EAF-45ED-B2C9-AD62874C04DA}" srcOrd="1" destOrd="0" presId="urn:microsoft.com/office/officeart/2018/2/layout/IconVerticalSolidList"/>
    <dgm:cxn modelId="{31A52934-140B-4AC6-A771-597FFF37A4C8}" type="presParOf" srcId="{399E0FB0-1F2F-4189-B0B4-751B7978F13B}" destId="{7D781B1F-62A9-43A2-92E2-D4936F1DCCE6}" srcOrd="2" destOrd="0" presId="urn:microsoft.com/office/officeart/2018/2/layout/IconVerticalSolidList"/>
    <dgm:cxn modelId="{2EC31112-B669-4C4D-864A-658E9CC379EF}" type="presParOf" srcId="{399E0FB0-1F2F-4189-B0B4-751B7978F13B}" destId="{85CF53B4-DC26-4060-B5ED-59BEAF6EB741}" srcOrd="3" destOrd="0" presId="urn:microsoft.com/office/officeart/2018/2/layout/IconVerticalSolidList"/>
    <dgm:cxn modelId="{2098B0C3-B872-44A5-8905-D3E79C5B72E4}" type="presParOf" srcId="{399E0FB0-1F2F-4189-B0B4-751B7978F13B}" destId="{ECF281CE-1A51-4C4C-8098-E0D6370287ED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91F4758-7B9E-44B9-86E9-EEBC647BE063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D5994DA-84A2-4E35-A86C-8E329147DE6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b="1" i="0"/>
            <a:t>In the Morning:</a:t>
          </a:r>
          <a:endParaRPr lang="en-US"/>
        </a:p>
      </dgm:t>
    </dgm:pt>
    <dgm:pt modelId="{A93E349B-D6E9-4E22-A199-318DBF197E90}" type="parTrans" cxnId="{63EEA180-4C8B-4A48-A324-CA18FB114328}">
      <dgm:prSet/>
      <dgm:spPr/>
      <dgm:t>
        <a:bodyPr/>
        <a:lstStyle/>
        <a:p>
          <a:endParaRPr lang="en-US"/>
        </a:p>
      </dgm:t>
    </dgm:pt>
    <dgm:pt modelId="{DF77DAF0-6236-43A1-B749-2A9B9A141DEA}" type="sibTrans" cxnId="{63EEA180-4C8B-4A48-A324-CA18FB114328}">
      <dgm:prSet/>
      <dgm:spPr/>
      <dgm:t>
        <a:bodyPr/>
        <a:lstStyle/>
        <a:p>
          <a:endParaRPr lang="en-US"/>
        </a:p>
      </dgm:t>
    </dgm:pt>
    <dgm:pt modelId="{4402A24D-7D88-4ED3-83DC-27E1254F883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1"/>
            <a:t>I start my day at work in the morning, arriving at the office at 8:30.</a:t>
          </a:r>
          <a:endParaRPr lang="en-US"/>
        </a:p>
      </dgm:t>
    </dgm:pt>
    <dgm:pt modelId="{FB1E39AB-333F-4947-8F4C-3535AC807AA7}" type="parTrans" cxnId="{DA4581F3-5CF2-452D-A03E-65D91E6D983F}">
      <dgm:prSet/>
      <dgm:spPr/>
      <dgm:t>
        <a:bodyPr/>
        <a:lstStyle/>
        <a:p>
          <a:endParaRPr lang="en-US"/>
        </a:p>
      </dgm:t>
    </dgm:pt>
    <dgm:pt modelId="{9AC77AC6-07F3-49CB-AE34-6ADFA426B66E}" type="sibTrans" cxnId="{DA4581F3-5CF2-452D-A03E-65D91E6D983F}">
      <dgm:prSet/>
      <dgm:spPr/>
      <dgm:t>
        <a:bodyPr/>
        <a:lstStyle/>
        <a:p>
          <a:endParaRPr lang="en-US"/>
        </a:p>
      </dgm:t>
    </dgm:pt>
    <dgm:pt modelId="{2BBDCD2F-9B5C-4E6F-97AC-328B96A6A79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1"/>
            <a:t>During the morning meeting, we discuss upcoming projects and share ideas.</a:t>
          </a:r>
          <a:endParaRPr lang="en-US"/>
        </a:p>
      </dgm:t>
    </dgm:pt>
    <dgm:pt modelId="{825C046C-BD23-4C30-8628-78D30BBDE164}" type="parTrans" cxnId="{04D90022-876D-4282-BC9E-1F6FD58A6FCF}">
      <dgm:prSet/>
      <dgm:spPr/>
      <dgm:t>
        <a:bodyPr/>
        <a:lstStyle/>
        <a:p>
          <a:endParaRPr lang="en-US"/>
        </a:p>
      </dgm:t>
    </dgm:pt>
    <dgm:pt modelId="{F11C46BB-22A0-4760-A303-D05589607431}" type="sibTrans" cxnId="{04D90022-876D-4282-BC9E-1F6FD58A6FCF}">
      <dgm:prSet/>
      <dgm:spPr/>
      <dgm:t>
        <a:bodyPr/>
        <a:lstStyle/>
        <a:p>
          <a:endParaRPr lang="en-US"/>
        </a:p>
      </dgm:t>
    </dgm:pt>
    <dgm:pt modelId="{CE6958DF-52BA-44A6-A303-9A76D8C6AD8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b="1" i="0"/>
            <a:t>At the Desk:</a:t>
          </a:r>
          <a:endParaRPr lang="en-US"/>
        </a:p>
      </dgm:t>
    </dgm:pt>
    <dgm:pt modelId="{05CEB69F-E727-45C9-863E-4B423D8913F8}" type="parTrans" cxnId="{438CD4B9-37C9-4A0A-8C1B-D8AF3AC73C7D}">
      <dgm:prSet/>
      <dgm:spPr/>
      <dgm:t>
        <a:bodyPr/>
        <a:lstStyle/>
        <a:p>
          <a:endParaRPr lang="en-US"/>
        </a:p>
      </dgm:t>
    </dgm:pt>
    <dgm:pt modelId="{87951300-380B-4476-B73E-01AAA0D1E976}" type="sibTrans" cxnId="{438CD4B9-37C9-4A0A-8C1B-D8AF3AC73C7D}">
      <dgm:prSet/>
      <dgm:spPr/>
      <dgm:t>
        <a:bodyPr/>
        <a:lstStyle/>
        <a:p>
          <a:endParaRPr lang="en-US"/>
        </a:p>
      </dgm:t>
    </dgm:pt>
    <dgm:pt modelId="{0A3B799B-9B37-4C2A-9ED9-1CBDCB10F23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1"/>
            <a:t>I spend most of my time at my desk, working on reports and responding to emails.</a:t>
          </a:r>
          <a:endParaRPr lang="en-US"/>
        </a:p>
      </dgm:t>
    </dgm:pt>
    <dgm:pt modelId="{A24BE70B-AF18-4E70-B3C0-0FE20F449766}" type="parTrans" cxnId="{CF6D9101-BC66-40D3-ACE5-2D56C945DE5C}">
      <dgm:prSet/>
      <dgm:spPr/>
      <dgm:t>
        <a:bodyPr/>
        <a:lstStyle/>
        <a:p>
          <a:endParaRPr lang="en-US"/>
        </a:p>
      </dgm:t>
    </dgm:pt>
    <dgm:pt modelId="{659A1DC1-C814-4F04-A8BD-770F53B5FA5A}" type="sibTrans" cxnId="{CF6D9101-BC66-40D3-ACE5-2D56C945DE5C}">
      <dgm:prSet/>
      <dgm:spPr/>
      <dgm:t>
        <a:bodyPr/>
        <a:lstStyle/>
        <a:p>
          <a:endParaRPr lang="en-US"/>
        </a:p>
      </dgm:t>
    </dgm:pt>
    <dgm:pt modelId="{FC478F02-1802-40AC-BE1E-27BC9E7D90D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1"/>
            <a:t>The new employee sits at the desk next to mine; she's friendly and approachable.</a:t>
          </a:r>
          <a:endParaRPr lang="en-US"/>
        </a:p>
      </dgm:t>
    </dgm:pt>
    <dgm:pt modelId="{8D36C5F9-606E-495C-B2A3-9F4C17E1EF75}" type="parTrans" cxnId="{E628E0E1-E1C8-41FF-B520-0F14DBBF0F7B}">
      <dgm:prSet/>
      <dgm:spPr/>
      <dgm:t>
        <a:bodyPr/>
        <a:lstStyle/>
        <a:p>
          <a:endParaRPr lang="en-US"/>
        </a:p>
      </dgm:t>
    </dgm:pt>
    <dgm:pt modelId="{3007F34A-BE0E-467E-8A90-F13F25A8893E}" type="sibTrans" cxnId="{E628E0E1-E1C8-41FF-B520-0F14DBBF0F7B}">
      <dgm:prSet/>
      <dgm:spPr/>
      <dgm:t>
        <a:bodyPr/>
        <a:lstStyle/>
        <a:p>
          <a:endParaRPr lang="en-US"/>
        </a:p>
      </dgm:t>
    </dgm:pt>
    <dgm:pt modelId="{B1E95D0B-7146-48BA-861B-ABBA63299BF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b="1" i="0"/>
            <a:t>On a Tight Deadline:</a:t>
          </a:r>
          <a:endParaRPr lang="en-US"/>
        </a:p>
      </dgm:t>
    </dgm:pt>
    <dgm:pt modelId="{BA347893-944B-4885-805E-C7A326E2E0D2}" type="parTrans" cxnId="{0153152F-33A0-4151-92A2-001B18D87187}">
      <dgm:prSet/>
      <dgm:spPr/>
      <dgm:t>
        <a:bodyPr/>
        <a:lstStyle/>
        <a:p>
          <a:endParaRPr lang="en-US"/>
        </a:p>
      </dgm:t>
    </dgm:pt>
    <dgm:pt modelId="{AEF8AABF-749D-4D36-B0F7-3E5BDBEA34C8}" type="sibTrans" cxnId="{0153152F-33A0-4151-92A2-001B18D87187}">
      <dgm:prSet/>
      <dgm:spPr/>
      <dgm:t>
        <a:bodyPr/>
        <a:lstStyle/>
        <a:p>
          <a:endParaRPr lang="en-US"/>
        </a:p>
      </dgm:t>
    </dgm:pt>
    <dgm:pt modelId="{F261904B-3C9B-4470-83CC-6FAA9ECE2B1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1"/>
            <a:t>Yesterday, I had to complete a task on a tight deadline; it was stressful but rewarding.</a:t>
          </a:r>
          <a:endParaRPr lang="en-US"/>
        </a:p>
      </dgm:t>
    </dgm:pt>
    <dgm:pt modelId="{0D2DE80E-512F-4446-9613-D2B1B4B87312}" type="parTrans" cxnId="{BC6C18D2-AF06-4FE3-9074-341792EB219C}">
      <dgm:prSet/>
      <dgm:spPr/>
      <dgm:t>
        <a:bodyPr/>
        <a:lstStyle/>
        <a:p>
          <a:endParaRPr lang="en-US"/>
        </a:p>
      </dgm:t>
    </dgm:pt>
    <dgm:pt modelId="{3FBCB8A1-B138-4D54-94A5-B355871D244D}" type="sibTrans" cxnId="{BC6C18D2-AF06-4FE3-9074-341792EB219C}">
      <dgm:prSet/>
      <dgm:spPr/>
      <dgm:t>
        <a:bodyPr/>
        <a:lstStyle/>
        <a:p>
          <a:endParaRPr lang="en-US"/>
        </a:p>
      </dgm:t>
    </dgm:pt>
    <dgm:pt modelId="{D66C056F-87F1-41D6-9EA7-02CDAEE6D5C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1"/>
            <a:t>We often work collaboratively on projects, especially when we're on tight deadlines.</a:t>
          </a:r>
          <a:endParaRPr lang="en-US"/>
        </a:p>
      </dgm:t>
    </dgm:pt>
    <dgm:pt modelId="{9FC0BF6A-9565-4E34-A950-2A16FA9A688C}" type="parTrans" cxnId="{2117D338-98E5-4340-A784-D0468C0AE793}">
      <dgm:prSet/>
      <dgm:spPr/>
      <dgm:t>
        <a:bodyPr/>
        <a:lstStyle/>
        <a:p>
          <a:endParaRPr lang="en-US"/>
        </a:p>
      </dgm:t>
    </dgm:pt>
    <dgm:pt modelId="{3927C7D9-8B45-4B29-899D-FFA89C58E5F0}" type="sibTrans" cxnId="{2117D338-98E5-4340-A784-D0468C0AE793}">
      <dgm:prSet/>
      <dgm:spPr/>
      <dgm:t>
        <a:bodyPr/>
        <a:lstStyle/>
        <a:p>
          <a:endParaRPr lang="en-US"/>
        </a:p>
      </dgm:t>
    </dgm:pt>
    <dgm:pt modelId="{A68DE166-C0F0-47D1-AB89-6D9CAC7EA5D4}" type="pres">
      <dgm:prSet presAssocID="{191F4758-7B9E-44B9-86E9-EEBC647BE063}" presName="root" presStyleCnt="0">
        <dgm:presLayoutVars>
          <dgm:dir/>
          <dgm:resizeHandles val="exact"/>
        </dgm:presLayoutVars>
      </dgm:prSet>
      <dgm:spPr/>
    </dgm:pt>
    <dgm:pt modelId="{7BF34A3D-9322-4C1C-A119-935D377C4DE3}" type="pres">
      <dgm:prSet presAssocID="{6D5994DA-84A2-4E35-A86C-8E329147DE68}" presName="compNode" presStyleCnt="0"/>
      <dgm:spPr/>
    </dgm:pt>
    <dgm:pt modelId="{94364553-5659-4A52-820E-0511F75AE42F}" type="pres">
      <dgm:prSet presAssocID="{6D5994DA-84A2-4E35-A86C-8E329147DE6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8FE00041-2485-4458-A247-6188513AC094}" type="pres">
      <dgm:prSet presAssocID="{6D5994DA-84A2-4E35-A86C-8E329147DE68}" presName="iconSpace" presStyleCnt="0"/>
      <dgm:spPr/>
    </dgm:pt>
    <dgm:pt modelId="{D9B1F074-1F2D-48CE-9C9C-F7CF70D2A8E6}" type="pres">
      <dgm:prSet presAssocID="{6D5994DA-84A2-4E35-A86C-8E329147DE68}" presName="parTx" presStyleLbl="revTx" presStyleIdx="0" presStyleCnt="6">
        <dgm:presLayoutVars>
          <dgm:chMax val="0"/>
          <dgm:chPref val="0"/>
        </dgm:presLayoutVars>
      </dgm:prSet>
      <dgm:spPr/>
    </dgm:pt>
    <dgm:pt modelId="{C8E4BBA7-5DA2-4727-999E-8FE5D59969CE}" type="pres">
      <dgm:prSet presAssocID="{6D5994DA-84A2-4E35-A86C-8E329147DE68}" presName="txSpace" presStyleCnt="0"/>
      <dgm:spPr/>
    </dgm:pt>
    <dgm:pt modelId="{6A3D39FE-8E04-433A-B651-B4629B05E447}" type="pres">
      <dgm:prSet presAssocID="{6D5994DA-84A2-4E35-A86C-8E329147DE68}" presName="desTx" presStyleLbl="revTx" presStyleIdx="1" presStyleCnt="6">
        <dgm:presLayoutVars/>
      </dgm:prSet>
      <dgm:spPr/>
    </dgm:pt>
    <dgm:pt modelId="{C6418A79-3AE8-4F7C-944D-F5D8F8449D18}" type="pres">
      <dgm:prSet presAssocID="{DF77DAF0-6236-43A1-B749-2A9B9A141DEA}" presName="sibTrans" presStyleCnt="0"/>
      <dgm:spPr/>
    </dgm:pt>
    <dgm:pt modelId="{CDDE6A27-D172-426E-A437-F95C769F57DF}" type="pres">
      <dgm:prSet presAssocID="{CE6958DF-52BA-44A6-A303-9A76D8C6AD8A}" presName="compNode" presStyleCnt="0"/>
      <dgm:spPr/>
    </dgm:pt>
    <dgm:pt modelId="{69B95AF8-F993-446B-9E8D-1BD8FD019B5C}" type="pres">
      <dgm:prSet presAssocID="{CE6958DF-52BA-44A6-A303-9A76D8C6AD8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D6482FD6-E681-460E-977A-A1CA256A3F03}" type="pres">
      <dgm:prSet presAssocID="{CE6958DF-52BA-44A6-A303-9A76D8C6AD8A}" presName="iconSpace" presStyleCnt="0"/>
      <dgm:spPr/>
    </dgm:pt>
    <dgm:pt modelId="{044DF107-652D-44B9-A838-1AF416956AEC}" type="pres">
      <dgm:prSet presAssocID="{CE6958DF-52BA-44A6-A303-9A76D8C6AD8A}" presName="parTx" presStyleLbl="revTx" presStyleIdx="2" presStyleCnt="6">
        <dgm:presLayoutVars>
          <dgm:chMax val="0"/>
          <dgm:chPref val="0"/>
        </dgm:presLayoutVars>
      </dgm:prSet>
      <dgm:spPr/>
    </dgm:pt>
    <dgm:pt modelId="{A9E9E990-AA14-4FE5-92E5-D5B092A26807}" type="pres">
      <dgm:prSet presAssocID="{CE6958DF-52BA-44A6-A303-9A76D8C6AD8A}" presName="txSpace" presStyleCnt="0"/>
      <dgm:spPr/>
    </dgm:pt>
    <dgm:pt modelId="{AB4AD6C5-77C2-49BF-8AB5-604E0B6261DB}" type="pres">
      <dgm:prSet presAssocID="{CE6958DF-52BA-44A6-A303-9A76D8C6AD8A}" presName="desTx" presStyleLbl="revTx" presStyleIdx="3" presStyleCnt="6">
        <dgm:presLayoutVars/>
      </dgm:prSet>
      <dgm:spPr/>
    </dgm:pt>
    <dgm:pt modelId="{93E285D5-43E9-4C09-B30D-741C908E9AE4}" type="pres">
      <dgm:prSet presAssocID="{87951300-380B-4476-B73E-01AAA0D1E976}" presName="sibTrans" presStyleCnt="0"/>
      <dgm:spPr/>
    </dgm:pt>
    <dgm:pt modelId="{C0F290CB-14AB-4417-BBA4-96C486C4BE08}" type="pres">
      <dgm:prSet presAssocID="{B1E95D0B-7146-48BA-861B-ABBA63299BFA}" presName="compNode" presStyleCnt="0"/>
      <dgm:spPr/>
    </dgm:pt>
    <dgm:pt modelId="{8B57A1E6-0769-4F4A-BE5F-D11617A3EEAE}" type="pres">
      <dgm:prSet presAssocID="{B1E95D0B-7146-48BA-861B-ABBA63299BF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B048C5B8-91EA-4F3E-808C-8D67D5495DEE}" type="pres">
      <dgm:prSet presAssocID="{B1E95D0B-7146-48BA-861B-ABBA63299BFA}" presName="iconSpace" presStyleCnt="0"/>
      <dgm:spPr/>
    </dgm:pt>
    <dgm:pt modelId="{AD015D4B-F53D-448C-BCEA-525F878ED64D}" type="pres">
      <dgm:prSet presAssocID="{B1E95D0B-7146-48BA-861B-ABBA63299BFA}" presName="parTx" presStyleLbl="revTx" presStyleIdx="4" presStyleCnt="6">
        <dgm:presLayoutVars>
          <dgm:chMax val="0"/>
          <dgm:chPref val="0"/>
        </dgm:presLayoutVars>
      </dgm:prSet>
      <dgm:spPr/>
    </dgm:pt>
    <dgm:pt modelId="{E31C782B-3801-4173-BEA7-1A833E913900}" type="pres">
      <dgm:prSet presAssocID="{B1E95D0B-7146-48BA-861B-ABBA63299BFA}" presName="txSpace" presStyleCnt="0"/>
      <dgm:spPr/>
    </dgm:pt>
    <dgm:pt modelId="{4559AEBE-B87B-4741-B113-B24C69187B94}" type="pres">
      <dgm:prSet presAssocID="{B1E95D0B-7146-48BA-861B-ABBA63299BFA}" presName="desTx" presStyleLbl="revTx" presStyleIdx="5" presStyleCnt="6">
        <dgm:presLayoutVars/>
      </dgm:prSet>
      <dgm:spPr/>
    </dgm:pt>
  </dgm:ptLst>
  <dgm:cxnLst>
    <dgm:cxn modelId="{CF6D9101-BC66-40D3-ACE5-2D56C945DE5C}" srcId="{CE6958DF-52BA-44A6-A303-9A76D8C6AD8A}" destId="{0A3B799B-9B37-4C2A-9ED9-1CBDCB10F23D}" srcOrd="0" destOrd="0" parTransId="{A24BE70B-AF18-4E70-B3C0-0FE20F449766}" sibTransId="{659A1DC1-C814-4F04-A8BD-770F53B5FA5A}"/>
    <dgm:cxn modelId="{FCC4200B-FC1A-476C-A644-914DB7378234}" type="presOf" srcId="{2BBDCD2F-9B5C-4E6F-97AC-328B96A6A79F}" destId="{6A3D39FE-8E04-433A-B651-B4629B05E447}" srcOrd="0" destOrd="1" presId="urn:microsoft.com/office/officeart/2018/2/layout/IconLabelDescriptionList"/>
    <dgm:cxn modelId="{04D90022-876D-4282-BC9E-1F6FD58A6FCF}" srcId="{6D5994DA-84A2-4E35-A86C-8E329147DE68}" destId="{2BBDCD2F-9B5C-4E6F-97AC-328B96A6A79F}" srcOrd="1" destOrd="0" parTransId="{825C046C-BD23-4C30-8628-78D30BBDE164}" sibTransId="{F11C46BB-22A0-4760-A303-D05589607431}"/>
    <dgm:cxn modelId="{0153152F-33A0-4151-92A2-001B18D87187}" srcId="{191F4758-7B9E-44B9-86E9-EEBC647BE063}" destId="{B1E95D0B-7146-48BA-861B-ABBA63299BFA}" srcOrd="2" destOrd="0" parTransId="{BA347893-944B-4885-805E-C7A326E2E0D2}" sibTransId="{AEF8AABF-749D-4D36-B0F7-3E5BDBEA34C8}"/>
    <dgm:cxn modelId="{2117D338-98E5-4340-A784-D0468C0AE793}" srcId="{B1E95D0B-7146-48BA-861B-ABBA63299BFA}" destId="{D66C056F-87F1-41D6-9EA7-02CDAEE6D5CC}" srcOrd="1" destOrd="0" parTransId="{9FC0BF6A-9565-4E34-A950-2A16FA9A688C}" sibTransId="{3927C7D9-8B45-4B29-899D-FFA89C58E5F0}"/>
    <dgm:cxn modelId="{58CB135B-DC69-4435-979A-9135F337755C}" type="presOf" srcId="{CE6958DF-52BA-44A6-A303-9A76D8C6AD8A}" destId="{044DF107-652D-44B9-A838-1AF416956AEC}" srcOrd="0" destOrd="0" presId="urn:microsoft.com/office/officeart/2018/2/layout/IconLabelDescriptionList"/>
    <dgm:cxn modelId="{D7C6AA60-B3CD-430A-A540-6648A0759F8D}" type="presOf" srcId="{B1E95D0B-7146-48BA-861B-ABBA63299BFA}" destId="{AD015D4B-F53D-448C-BCEA-525F878ED64D}" srcOrd="0" destOrd="0" presId="urn:microsoft.com/office/officeart/2018/2/layout/IconLabelDescriptionList"/>
    <dgm:cxn modelId="{0B1AB242-7A80-4D8E-88BA-D14F4355673E}" type="presOf" srcId="{4402A24D-7D88-4ED3-83DC-27E1254F8831}" destId="{6A3D39FE-8E04-433A-B651-B4629B05E447}" srcOrd="0" destOrd="0" presId="urn:microsoft.com/office/officeart/2018/2/layout/IconLabelDescriptionList"/>
    <dgm:cxn modelId="{ECED0E43-824C-4DBC-B21D-7580562D9F39}" type="presOf" srcId="{6D5994DA-84A2-4E35-A86C-8E329147DE68}" destId="{D9B1F074-1F2D-48CE-9C9C-F7CF70D2A8E6}" srcOrd="0" destOrd="0" presId="urn:microsoft.com/office/officeart/2018/2/layout/IconLabelDescriptionList"/>
    <dgm:cxn modelId="{F169BA45-FAD5-40F1-BAF8-78D712EBA833}" type="presOf" srcId="{F261904B-3C9B-4470-83CC-6FAA9ECE2B17}" destId="{4559AEBE-B87B-4741-B113-B24C69187B94}" srcOrd="0" destOrd="0" presId="urn:microsoft.com/office/officeart/2018/2/layout/IconLabelDescriptionList"/>
    <dgm:cxn modelId="{DCCA477C-59EF-4084-A0EA-0313C82A216D}" type="presOf" srcId="{191F4758-7B9E-44B9-86E9-EEBC647BE063}" destId="{A68DE166-C0F0-47D1-AB89-6D9CAC7EA5D4}" srcOrd="0" destOrd="0" presId="urn:microsoft.com/office/officeart/2018/2/layout/IconLabelDescriptionList"/>
    <dgm:cxn modelId="{63EEA180-4C8B-4A48-A324-CA18FB114328}" srcId="{191F4758-7B9E-44B9-86E9-EEBC647BE063}" destId="{6D5994DA-84A2-4E35-A86C-8E329147DE68}" srcOrd="0" destOrd="0" parTransId="{A93E349B-D6E9-4E22-A199-318DBF197E90}" sibTransId="{DF77DAF0-6236-43A1-B749-2A9B9A141DEA}"/>
    <dgm:cxn modelId="{438CD4B9-37C9-4A0A-8C1B-D8AF3AC73C7D}" srcId="{191F4758-7B9E-44B9-86E9-EEBC647BE063}" destId="{CE6958DF-52BA-44A6-A303-9A76D8C6AD8A}" srcOrd="1" destOrd="0" parTransId="{05CEB69F-E727-45C9-863E-4B423D8913F8}" sibTransId="{87951300-380B-4476-B73E-01AAA0D1E976}"/>
    <dgm:cxn modelId="{EC1DFFBA-BAEE-45CD-98C5-A8C0A57EBD1A}" type="presOf" srcId="{D66C056F-87F1-41D6-9EA7-02CDAEE6D5CC}" destId="{4559AEBE-B87B-4741-B113-B24C69187B94}" srcOrd="0" destOrd="1" presId="urn:microsoft.com/office/officeart/2018/2/layout/IconLabelDescriptionList"/>
    <dgm:cxn modelId="{B82445C9-4B30-437B-9F44-96732115A6B7}" type="presOf" srcId="{FC478F02-1802-40AC-BE1E-27BC9E7D90DB}" destId="{AB4AD6C5-77C2-49BF-8AB5-604E0B6261DB}" srcOrd="0" destOrd="1" presId="urn:microsoft.com/office/officeart/2018/2/layout/IconLabelDescriptionList"/>
    <dgm:cxn modelId="{F07413CF-80D3-4940-AD77-4669673F18A9}" type="presOf" srcId="{0A3B799B-9B37-4C2A-9ED9-1CBDCB10F23D}" destId="{AB4AD6C5-77C2-49BF-8AB5-604E0B6261DB}" srcOrd="0" destOrd="0" presId="urn:microsoft.com/office/officeart/2018/2/layout/IconLabelDescriptionList"/>
    <dgm:cxn modelId="{BC6C18D2-AF06-4FE3-9074-341792EB219C}" srcId="{B1E95D0B-7146-48BA-861B-ABBA63299BFA}" destId="{F261904B-3C9B-4470-83CC-6FAA9ECE2B17}" srcOrd="0" destOrd="0" parTransId="{0D2DE80E-512F-4446-9613-D2B1B4B87312}" sibTransId="{3FBCB8A1-B138-4D54-94A5-B355871D244D}"/>
    <dgm:cxn modelId="{E628E0E1-E1C8-41FF-B520-0F14DBBF0F7B}" srcId="{CE6958DF-52BA-44A6-A303-9A76D8C6AD8A}" destId="{FC478F02-1802-40AC-BE1E-27BC9E7D90DB}" srcOrd="1" destOrd="0" parTransId="{8D36C5F9-606E-495C-B2A3-9F4C17E1EF75}" sibTransId="{3007F34A-BE0E-467E-8A90-F13F25A8893E}"/>
    <dgm:cxn modelId="{DA4581F3-5CF2-452D-A03E-65D91E6D983F}" srcId="{6D5994DA-84A2-4E35-A86C-8E329147DE68}" destId="{4402A24D-7D88-4ED3-83DC-27E1254F8831}" srcOrd="0" destOrd="0" parTransId="{FB1E39AB-333F-4947-8F4C-3535AC807AA7}" sibTransId="{9AC77AC6-07F3-49CB-AE34-6ADFA426B66E}"/>
    <dgm:cxn modelId="{5FE6234C-FD61-4983-8EE3-2B4DE1F0F95D}" type="presParOf" srcId="{A68DE166-C0F0-47D1-AB89-6D9CAC7EA5D4}" destId="{7BF34A3D-9322-4C1C-A119-935D377C4DE3}" srcOrd="0" destOrd="0" presId="urn:microsoft.com/office/officeart/2018/2/layout/IconLabelDescriptionList"/>
    <dgm:cxn modelId="{8E5B1F00-1F7E-49BF-A5D6-60E00B9A5B93}" type="presParOf" srcId="{7BF34A3D-9322-4C1C-A119-935D377C4DE3}" destId="{94364553-5659-4A52-820E-0511F75AE42F}" srcOrd="0" destOrd="0" presId="urn:microsoft.com/office/officeart/2018/2/layout/IconLabelDescriptionList"/>
    <dgm:cxn modelId="{1F36CB64-D10A-4A64-B770-7370B4E83C19}" type="presParOf" srcId="{7BF34A3D-9322-4C1C-A119-935D377C4DE3}" destId="{8FE00041-2485-4458-A247-6188513AC094}" srcOrd="1" destOrd="0" presId="urn:microsoft.com/office/officeart/2018/2/layout/IconLabelDescriptionList"/>
    <dgm:cxn modelId="{4C63B7D6-89E8-4FD1-BCF2-55DA5A2A02BF}" type="presParOf" srcId="{7BF34A3D-9322-4C1C-A119-935D377C4DE3}" destId="{D9B1F074-1F2D-48CE-9C9C-F7CF70D2A8E6}" srcOrd="2" destOrd="0" presId="urn:microsoft.com/office/officeart/2018/2/layout/IconLabelDescriptionList"/>
    <dgm:cxn modelId="{4D1B80F3-FE25-4EC4-A56C-090FD330E3C6}" type="presParOf" srcId="{7BF34A3D-9322-4C1C-A119-935D377C4DE3}" destId="{C8E4BBA7-5DA2-4727-999E-8FE5D59969CE}" srcOrd="3" destOrd="0" presId="urn:microsoft.com/office/officeart/2018/2/layout/IconLabelDescriptionList"/>
    <dgm:cxn modelId="{0BF69DE9-9B68-44CB-9CA2-6E4BC3C2FF8C}" type="presParOf" srcId="{7BF34A3D-9322-4C1C-A119-935D377C4DE3}" destId="{6A3D39FE-8E04-433A-B651-B4629B05E447}" srcOrd="4" destOrd="0" presId="urn:microsoft.com/office/officeart/2018/2/layout/IconLabelDescriptionList"/>
    <dgm:cxn modelId="{14AB2450-7EA4-4208-AC10-AA4C71ECA422}" type="presParOf" srcId="{A68DE166-C0F0-47D1-AB89-6D9CAC7EA5D4}" destId="{C6418A79-3AE8-4F7C-944D-F5D8F8449D18}" srcOrd="1" destOrd="0" presId="urn:microsoft.com/office/officeart/2018/2/layout/IconLabelDescriptionList"/>
    <dgm:cxn modelId="{92C9A8A1-A113-4CA8-B5EF-5E0530D93F5E}" type="presParOf" srcId="{A68DE166-C0F0-47D1-AB89-6D9CAC7EA5D4}" destId="{CDDE6A27-D172-426E-A437-F95C769F57DF}" srcOrd="2" destOrd="0" presId="urn:microsoft.com/office/officeart/2018/2/layout/IconLabelDescriptionList"/>
    <dgm:cxn modelId="{B644D7FE-F64C-40E9-9856-CCDA0E334C25}" type="presParOf" srcId="{CDDE6A27-D172-426E-A437-F95C769F57DF}" destId="{69B95AF8-F993-446B-9E8D-1BD8FD019B5C}" srcOrd="0" destOrd="0" presId="urn:microsoft.com/office/officeart/2018/2/layout/IconLabelDescriptionList"/>
    <dgm:cxn modelId="{FCECC76B-16AF-4FE7-88DF-530A8835F0B3}" type="presParOf" srcId="{CDDE6A27-D172-426E-A437-F95C769F57DF}" destId="{D6482FD6-E681-460E-977A-A1CA256A3F03}" srcOrd="1" destOrd="0" presId="urn:microsoft.com/office/officeart/2018/2/layout/IconLabelDescriptionList"/>
    <dgm:cxn modelId="{C83AAB23-290A-4E5D-ABA5-28E320773DD4}" type="presParOf" srcId="{CDDE6A27-D172-426E-A437-F95C769F57DF}" destId="{044DF107-652D-44B9-A838-1AF416956AEC}" srcOrd="2" destOrd="0" presId="urn:microsoft.com/office/officeart/2018/2/layout/IconLabelDescriptionList"/>
    <dgm:cxn modelId="{5C9467CD-6811-4F5F-9BDE-3951F5610447}" type="presParOf" srcId="{CDDE6A27-D172-426E-A437-F95C769F57DF}" destId="{A9E9E990-AA14-4FE5-92E5-D5B092A26807}" srcOrd="3" destOrd="0" presId="urn:microsoft.com/office/officeart/2018/2/layout/IconLabelDescriptionList"/>
    <dgm:cxn modelId="{3A06B967-399C-4F63-BFB5-065978BB2844}" type="presParOf" srcId="{CDDE6A27-D172-426E-A437-F95C769F57DF}" destId="{AB4AD6C5-77C2-49BF-8AB5-604E0B6261DB}" srcOrd="4" destOrd="0" presId="urn:microsoft.com/office/officeart/2018/2/layout/IconLabelDescriptionList"/>
    <dgm:cxn modelId="{4695DF6E-7046-4D76-869B-653FFE652316}" type="presParOf" srcId="{A68DE166-C0F0-47D1-AB89-6D9CAC7EA5D4}" destId="{93E285D5-43E9-4C09-B30D-741C908E9AE4}" srcOrd="3" destOrd="0" presId="urn:microsoft.com/office/officeart/2018/2/layout/IconLabelDescriptionList"/>
    <dgm:cxn modelId="{035B646E-52B0-45DE-811A-3B9656955C5B}" type="presParOf" srcId="{A68DE166-C0F0-47D1-AB89-6D9CAC7EA5D4}" destId="{C0F290CB-14AB-4417-BBA4-96C486C4BE08}" srcOrd="4" destOrd="0" presId="urn:microsoft.com/office/officeart/2018/2/layout/IconLabelDescriptionList"/>
    <dgm:cxn modelId="{B7F9A505-2285-4511-A2BC-CF77E5CF9327}" type="presParOf" srcId="{C0F290CB-14AB-4417-BBA4-96C486C4BE08}" destId="{8B57A1E6-0769-4F4A-BE5F-D11617A3EEAE}" srcOrd="0" destOrd="0" presId="urn:microsoft.com/office/officeart/2018/2/layout/IconLabelDescriptionList"/>
    <dgm:cxn modelId="{A0BB67F3-E9DA-487C-9422-276EC37094C2}" type="presParOf" srcId="{C0F290CB-14AB-4417-BBA4-96C486C4BE08}" destId="{B048C5B8-91EA-4F3E-808C-8D67D5495DEE}" srcOrd="1" destOrd="0" presId="urn:microsoft.com/office/officeart/2018/2/layout/IconLabelDescriptionList"/>
    <dgm:cxn modelId="{1E8118F9-F8FC-40FF-A029-A354EF7530D2}" type="presParOf" srcId="{C0F290CB-14AB-4417-BBA4-96C486C4BE08}" destId="{AD015D4B-F53D-448C-BCEA-525F878ED64D}" srcOrd="2" destOrd="0" presId="urn:microsoft.com/office/officeart/2018/2/layout/IconLabelDescriptionList"/>
    <dgm:cxn modelId="{662904DE-8E4E-43DE-8991-0874BC81BA79}" type="presParOf" srcId="{C0F290CB-14AB-4417-BBA4-96C486C4BE08}" destId="{E31C782B-3801-4173-BEA7-1A833E913900}" srcOrd="3" destOrd="0" presId="urn:microsoft.com/office/officeart/2018/2/layout/IconLabelDescriptionList"/>
    <dgm:cxn modelId="{FA34B87E-4572-463E-8CE8-F9ECCA74AA3A}" type="presParOf" srcId="{C0F290CB-14AB-4417-BBA4-96C486C4BE08}" destId="{4559AEBE-B87B-4741-B113-B24C69187B94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C607649-34B4-4A3D-98E2-DF199A91A670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72A8CE3-426C-482C-AC39-CE0599643A8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b="1" i="0"/>
            <a:t>On a Regular Basis:</a:t>
          </a:r>
          <a:endParaRPr lang="en-US"/>
        </a:p>
      </dgm:t>
    </dgm:pt>
    <dgm:pt modelId="{3EF48E47-D153-4478-BBB8-FF8D1F3ECBCD}" type="parTrans" cxnId="{DEE54662-A126-488D-AC2E-EFA95DB72F24}">
      <dgm:prSet/>
      <dgm:spPr/>
      <dgm:t>
        <a:bodyPr/>
        <a:lstStyle/>
        <a:p>
          <a:endParaRPr lang="en-US"/>
        </a:p>
      </dgm:t>
    </dgm:pt>
    <dgm:pt modelId="{821EC5C7-7C5F-4C07-9C3B-0BA5E51E7CFA}" type="sibTrans" cxnId="{DEE54662-A126-488D-AC2E-EFA95DB72F24}">
      <dgm:prSet/>
      <dgm:spPr/>
      <dgm:t>
        <a:bodyPr/>
        <a:lstStyle/>
        <a:p>
          <a:endParaRPr lang="en-US"/>
        </a:p>
      </dgm:t>
    </dgm:pt>
    <dgm:pt modelId="{90D7C316-F174-44C2-972B-CF53F590FD9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1"/>
            <a:t>I communicate with clients on a regular basis, ensuring their needs are met.</a:t>
          </a:r>
          <a:endParaRPr lang="en-US"/>
        </a:p>
      </dgm:t>
    </dgm:pt>
    <dgm:pt modelId="{5606213C-B3CE-4C6A-8AB9-A38A662F177E}" type="parTrans" cxnId="{C5DCD021-913F-464B-B7E0-8DD4A9219540}">
      <dgm:prSet/>
      <dgm:spPr/>
      <dgm:t>
        <a:bodyPr/>
        <a:lstStyle/>
        <a:p>
          <a:endParaRPr lang="en-US"/>
        </a:p>
      </dgm:t>
    </dgm:pt>
    <dgm:pt modelId="{4FD04ADC-0175-4EDE-87A5-6F4566FD069A}" type="sibTrans" cxnId="{C5DCD021-913F-464B-B7E0-8DD4A9219540}">
      <dgm:prSet/>
      <dgm:spPr/>
      <dgm:t>
        <a:bodyPr/>
        <a:lstStyle/>
        <a:p>
          <a:endParaRPr lang="en-US"/>
        </a:p>
      </dgm:t>
    </dgm:pt>
    <dgm:pt modelId="{7CFF5C49-CE1E-4C7C-8E5D-2543ABD741F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1"/>
            <a:t>We have team meetings on a weekly basis to discuss ongoing projects.</a:t>
          </a:r>
          <a:endParaRPr lang="en-US"/>
        </a:p>
      </dgm:t>
    </dgm:pt>
    <dgm:pt modelId="{DE8C8DC0-BED0-4B4D-8E79-AA3218CEBECE}" type="parTrans" cxnId="{DA0DC4CB-17D2-4686-A178-E5516379CE2B}">
      <dgm:prSet/>
      <dgm:spPr/>
      <dgm:t>
        <a:bodyPr/>
        <a:lstStyle/>
        <a:p>
          <a:endParaRPr lang="en-US"/>
        </a:p>
      </dgm:t>
    </dgm:pt>
    <dgm:pt modelId="{C3BDA1A8-B50F-44D6-9475-AEB583375605}" type="sibTrans" cxnId="{DA0DC4CB-17D2-4686-A178-E5516379CE2B}">
      <dgm:prSet/>
      <dgm:spPr/>
      <dgm:t>
        <a:bodyPr/>
        <a:lstStyle/>
        <a:p>
          <a:endParaRPr lang="en-US"/>
        </a:p>
      </dgm:t>
    </dgm:pt>
    <dgm:pt modelId="{B9F013DD-B534-4BDA-93F9-0E0718B5A41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b="1" i="0"/>
            <a:t>In a Supportive Team:</a:t>
          </a:r>
          <a:endParaRPr lang="en-US"/>
        </a:p>
      </dgm:t>
    </dgm:pt>
    <dgm:pt modelId="{D92C51F9-D500-4920-9DDF-0028C37B6277}" type="parTrans" cxnId="{17C43DC9-752D-4C08-B6C3-E87511F9EFD9}">
      <dgm:prSet/>
      <dgm:spPr/>
      <dgm:t>
        <a:bodyPr/>
        <a:lstStyle/>
        <a:p>
          <a:endParaRPr lang="en-US"/>
        </a:p>
      </dgm:t>
    </dgm:pt>
    <dgm:pt modelId="{E100BBC2-D6A5-4B95-AACE-0C28B2C061E4}" type="sibTrans" cxnId="{17C43DC9-752D-4C08-B6C3-E87511F9EFD9}">
      <dgm:prSet/>
      <dgm:spPr/>
      <dgm:t>
        <a:bodyPr/>
        <a:lstStyle/>
        <a:p>
          <a:endParaRPr lang="en-US"/>
        </a:p>
      </dgm:t>
    </dgm:pt>
    <dgm:pt modelId="{22F45EBE-3CE7-4013-B068-38CD36EA41C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1"/>
            <a:t>Being part of a supportive team makes the work more enjoyable.</a:t>
          </a:r>
          <a:endParaRPr lang="en-US"/>
        </a:p>
      </dgm:t>
    </dgm:pt>
    <dgm:pt modelId="{DD339446-A483-4BAF-A266-1D9C55C35BAC}" type="parTrans" cxnId="{ACBC2F61-C15D-4C95-8918-0E8D326F3DE0}">
      <dgm:prSet/>
      <dgm:spPr/>
      <dgm:t>
        <a:bodyPr/>
        <a:lstStyle/>
        <a:p>
          <a:endParaRPr lang="en-US"/>
        </a:p>
      </dgm:t>
    </dgm:pt>
    <dgm:pt modelId="{05B8E945-E1E4-4CCF-BF29-5170EF8F146F}" type="sibTrans" cxnId="{ACBC2F61-C15D-4C95-8918-0E8D326F3DE0}">
      <dgm:prSet/>
      <dgm:spPr/>
      <dgm:t>
        <a:bodyPr/>
        <a:lstStyle/>
        <a:p>
          <a:endParaRPr lang="en-US"/>
        </a:p>
      </dgm:t>
    </dgm:pt>
    <dgm:pt modelId="{48DF3971-5945-4390-9DCA-E0721C7FAF8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1"/>
            <a:t>I received constructive feedback during our performance reviews, which helped me grow in my role.</a:t>
          </a:r>
          <a:endParaRPr lang="en-US"/>
        </a:p>
      </dgm:t>
    </dgm:pt>
    <dgm:pt modelId="{02A0DE40-B55B-447F-9D87-CA377FA76F88}" type="parTrans" cxnId="{ACBD72D0-CD0C-428C-858B-2AE199763F51}">
      <dgm:prSet/>
      <dgm:spPr/>
      <dgm:t>
        <a:bodyPr/>
        <a:lstStyle/>
        <a:p>
          <a:endParaRPr lang="en-US"/>
        </a:p>
      </dgm:t>
    </dgm:pt>
    <dgm:pt modelId="{D33C07C7-2D2B-42FD-A3EF-A094A826BC85}" type="sibTrans" cxnId="{ACBD72D0-CD0C-428C-858B-2AE199763F51}">
      <dgm:prSet/>
      <dgm:spPr/>
      <dgm:t>
        <a:bodyPr/>
        <a:lstStyle/>
        <a:p>
          <a:endParaRPr lang="en-US"/>
        </a:p>
      </dgm:t>
    </dgm:pt>
    <dgm:pt modelId="{97E8BAB6-5775-4059-8AE0-19E05509527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b="1" i="0"/>
            <a:t>During a Coffee Break:</a:t>
          </a:r>
          <a:endParaRPr lang="en-US"/>
        </a:p>
      </dgm:t>
    </dgm:pt>
    <dgm:pt modelId="{8942DEBA-E707-4AC1-8212-058D99A31FD7}" type="parTrans" cxnId="{E38D94A7-1ED0-452B-88FB-29CCF7BDB33B}">
      <dgm:prSet/>
      <dgm:spPr/>
      <dgm:t>
        <a:bodyPr/>
        <a:lstStyle/>
        <a:p>
          <a:endParaRPr lang="en-US"/>
        </a:p>
      </dgm:t>
    </dgm:pt>
    <dgm:pt modelId="{922E68F5-9717-4C1C-9313-7C38A9BBB417}" type="sibTrans" cxnId="{E38D94A7-1ED0-452B-88FB-29CCF7BDB33B}">
      <dgm:prSet/>
      <dgm:spPr/>
      <dgm:t>
        <a:bodyPr/>
        <a:lstStyle/>
        <a:p>
          <a:endParaRPr lang="en-US"/>
        </a:p>
      </dgm:t>
    </dgm:pt>
    <dgm:pt modelId="{23D079D2-E328-4F22-9E25-A3E7D82B215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1"/>
            <a:t>We often take short breaks during the day, meeting at the coffee machine for a quick chat.</a:t>
          </a:r>
          <a:endParaRPr lang="en-US"/>
        </a:p>
      </dgm:t>
    </dgm:pt>
    <dgm:pt modelId="{39E3EE1E-D76A-4E1F-97B3-62361194C9A3}" type="parTrans" cxnId="{CAC2C614-D0D1-4897-8E06-7126EC2B3387}">
      <dgm:prSet/>
      <dgm:spPr/>
      <dgm:t>
        <a:bodyPr/>
        <a:lstStyle/>
        <a:p>
          <a:endParaRPr lang="en-US"/>
        </a:p>
      </dgm:t>
    </dgm:pt>
    <dgm:pt modelId="{A3F15032-A223-4C23-B5E2-587539885DA9}" type="sibTrans" cxnId="{CAC2C614-D0D1-4897-8E06-7126EC2B3387}">
      <dgm:prSet/>
      <dgm:spPr/>
      <dgm:t>
        <a:bodyPr/>
        <a:lstStyle/>
        <a:p>
          <a:endParaRPr lang="en-US"/>
        </a:p>
      </dgm:t>
    </dgm:pt>
    <dgm:pt modelId="{DC2BC7A5-9228-410F-8921-FDF8FEAEBFB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1"/>
            <a:t>Taking short breaks during the day helps us stay refreshed and focused.</a:t>
          </a:r>
          <a:endParaRPr lang="en-US"/>
        </a:p>
      </dgm:t>
    </dgm:pt>
    <dgm:pt modelId="{AA01010F-6C49-46EE-8C0F-76B0AD9E91F6}" type="parTrans" cxnId="{6AB07E6A-0786-47B7-84EC-1CD73E302880}">
      <dgm:prSet/>
      <dgm:spPr/>
      <dgm:t>
        <a:bodyPr/>
        <a:lstStyle/>
        <a:p>
          <a:endParaRPr lang="en-US"/>
        </a:p>
      </dgm:t>
    </dgm:pt>
    <dgm:pt modelId="{4320220B-013B-4C05-AC64-76773E1C88CD}" type="sibTrans" cxnId="{6AB07E6A-0786-47B7-84EC-1CD73E302880}">
      <dgm:prSet/>
      <dgm:spPr/>
      <dgm:t>
        <a:bodyPr/>
        <a:lstStyle/>
        <a:p>
          <a:endParaRPr lang="en-US"/>
        </a:p>
      </dgm:t>
    </dgm:pt>
    <dgm:pt modelId="{5FCA50F1-7ACB-40C0-BE28-00C9230A517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b="1" i="0"/>
            <a:t>At the End of the Day:</a:t>
          </a:r>
          <a:endParaRPr lang="en-US"/>
        </a:p>
      </dgm:t>
    </dgm:pt>
    <dgm:pt modelId="{C605B93D-9CB2-4C68-9C02-9A093A87459E}" type="parTrans" cxnId="{9EB991CE-B7B8-4A23-B1CE-1D6E52C46594}">
      <dgm:prSet/>
      <dgm:spPr/>
      <dgm:t>
        <a:bodyPr/>
        <a:lstStyle/>
        <a:p>
          <a:endParaRPr lang="en-US"/>
        </a:p>
      </dgm:t>
    </dgm:pt>
    <dgm:pt modelId="{FA8F4636-2390-4181-BAE7-00EB66E43ECE}" type="sibTrans" cxnId="{9EB991CE-B7B8-4A23-B1CE-1D6E52C46594}">
      <dgm:prSet/>
      <dgm:spPr/>
      <dgm:t>
        <a:bodyPr/>
        <a:lstStyle/>
        <a:p>
          <a:endParaRPr lang="en-US"/>
        </a:p>
      </dgm:t>
    </dgm:pt>
    <dgm:pt modelId="{C668EE93-B20C-456E-88B1-D2F8DB8890E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1"/>
            <a:t>At the end of the day, I organize my desk and make a to-do list for the next day.</a:t>
          </a:r>
          <a:endParaRPr lang="en-US"/>
        </a:p>
      </dgm:t>
    </dgm:pt>
    <dgm:pt modelId="{B40578DA-5167-421F-9B33-AD87B53059A8}" type="parTrans" cxnId="{C9C1689C-5D06-4338-B4AF-5CA8FD144559}">
      <dgm:prSet/>
      <dgm:spPr/>
      <dgm:t>
        <a:bodyPr/>
        <a:lstStyle/>
        <a:p>
          <a:endParaRPr lang="en-US"/>
        </a:p>
      </dgm:t>
    </dgm:pt>
    <dgm:pt modelId="{24D085E1-36C8-4A57-8D9D-4577A241383C}" type="sibTrans" cxnId="{C9C1689C-5D06-4338-B4AF-5CA8FD144559}">
      <dgm:prSet/>
      <dgm:spPr/>
      <dgm:t>
        <a:bodyPr/>
        <a:lstStyle/>
        <a:p>
          <a:endParaRPr lang="en-US"/>
        </a:p>
      </dgm:t>
    </dgm:pt>
    <dgm:pt modelId="{2D0AE2CA-08D3-4E3A-8DE7-7A7F28EF07D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1"/>
            <a:t>Leaving work at a reasonable hour allows me to spend quality time with my family.</a:t>
          </a:r>
          <a:endParaRPr lang="en-US"/>
        </a:p>
      </dgm:t>
    </dgm:pt>
    <dgm:pt modelId="{05C5B9C8-2CAC-49BC-A9A4-2C8198CD0AFE}" type="parTrans" cxnId="{3002B285-C8BE-4F98-89E5-5E7B7956A939}">
      <dgm:prSet/>
      <dgm:spPr/>
      <dgm:t>
        <a:bodyPr/>
        <a:lstStyle/>
        <a:p>
          <a:endParaRPr lang="en-US"/>
        </a:p>
      </dgm:t>
    </dgm:pt>
    <dgm:pt modelId="{9873B999-0E5A-4B80-8D1D-69514326DD70}" type="sibTrans" cxnId="{3002B285-C8BE-4F98-89E5-5E7B7956A939}">
      <dgm:prSet/>
      <dgm:spPr/>
      <dgm:t>
        <a:bodyPr/>
        <a:lstStyle/>
        <a:p>
          <a:endParaRPr lang="en-US"/>
        </a:p>
      </dgm:t>
    </dgm:pt>
    <dgm:pt modelId="{6F97F891-B2AA-43A4-8D23-EEBB5B9AF55B}" type="pres">
      <dgm:prSet presAssocID="{9C607649-34B4-4A3D-98E2-DF199A91A670}" presName="root" presStyleCnt="0">
        <dgm:presLayoutVars>
          <dgm:dir/>
          <dgm:resizeHandles val="exact"/>
        </dgm:presLayoutVars>
      </dgm:prSet>
      <dgm:spPr/>
    </dgm:pt>
    <dgm:pt modelId="{8C9ADD46-AC84-4715-9532-39501F5AC09A}" type="pres">
      <dgm:prSet presAssocID="{572A8CE3-426C-482C-AC39-CE0599643A8B}" presName="compNode" presStyleCnt="0"/>
      <dgm:spPr/>
    </dgm:pt>
    <dgm:pt modelId="{A37FFCEA-01BF-4A2F-8C26-2B16DADDBE76}" type="pres">
      <dgm:prSet presAssocID="{572A8CE3-426C-482C-AC39-CE0599643A8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ard Room"/>
        </a:ext>
      </dgm:extLst>
    </dgm:pt>
    <dgm:pt modelId="{45CBAB3F-8D39-4599-9175-BD11AFB87570}" type="pres">
      <dgm:prSet presAssocID="{572A8CE3-426C-482C-AC39-CE0599643A8B}" presName="iconSpace" presStyleCnt="0"/>
      <dgm:spPr/>
    </dgm:pt>
    <dgm:pt modelId="{D5FA90E4-621B-4B04-8E92-230746EC0B5A}" type="pres">
      <dgm:prSet presAssocID="{572A8CE3-426C-482C-AC39-CE0599643A8B}" presName="parTx" presStyleLbl="revTx" presStyleIdx="0" presStyleCnt="8">
        <dgm:presLayoutVars>
          <dgm:chMax val="0"/>
          <dgm:chPref val="0"/>
        </dgm:presLayoutVars>
      </dgm:prSet>
      <dgm:spPr/>
    </dgm:pt>
    <dgm:pt modelId="{AED36DDA-2204-4AF2-B44E-16DA8B42A2D9}" type="pres">
      <dgm:prSet presAssocID="{572A8CE3-426C-482C-AC39-CE0599643A8B}" presName="txSpace" presStyleCnt="0"/>
      <dgm:spPr/>
    </dgm:pt>
    <dgm:pt modelId="{5974812F-CD23-4AAF-8A8B-6563B20860CF}" type="pres">
      <dgm:prSet presAssocID="{572A8CE3-426C-482C-AC39-CE0599643A8B}" presName="desTx" presStyleLbl="revTx" presStyleIdx="1" presStyleCnt="8">
        <dgm:presLayoutVars/>
      </dgm:prSet>
      <dgm:spPr/>
    </dgm:pt>
    <dgm:pt modelId="{14ED4B58-05B7-4928-A9CF-E0FBF2AD895B}" type="pres">
      <dgm:prSet presAssocID="{821EC5C7-7C5F-4C07-9C3B-0BA5E51E7CFA}" presName="sibTrans" presStyleCnt="0"/>
      <dgm:spPr/>
    </dgm:pt>
    <dgm:pt modelId="{687A3EA7-2D8D-428C-B3D7-9569EB463CD8}" type="pres">
      <dgm:prSet presAssocID="{B9F013DD-B534-4BDA-93F9-0E0718B5A41E}" presName="compNode" presStyleCnt="0"/>
      <dgm:spPr/>
    </dgm:pt>
    <dgm:pt modelId="{2A8D46D5-37B0-4268-8489-CC3A3C28A6B5}" type="pres">
      <dgm:prSet presAssocID="{B9F013DD-B534-4BDA-93F9-0E0718B5A41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ngel Face Outline"/>
        </a:ext>
      </dgm:extLst>
    </dgm:pt>
    <dgm:pt modelId="{EA43206E-7A7C-4911-BBC9-86AC45B513CD}" type="pres">
      <dgm:prSet presAssocID="{B9F013DD-B534-4BDA-93F9-0E0718B5A41E}" presName="iconSpace" presStyleCnt="0"/>
      <dgm:spPr/>
    </dgm:pt>
    <dgm:pt modelId="{6622EFFF-125F-49D8-94F5-ED5C6A6DDA5F}" type="pres">
      <dgm:prSet presAssocID="{B9F013DD-B534-4BDA-93F9-0E0718B5A41E}" presName="parTx" presStyleLbl="revTx" presStyleIdx="2" presStyleCnt="8">
        <dgm:presLayoutVars>
          <dgm:chMax val="0"/>
          <dgm:chPref val="0"/>
        </dgm:presLayoutVars>
      </dgm:prSet>
      <dgm:spPr/>
    </dgm:pt>
    <dgm:pt modelId="{B6815BBB-8E45-4BF3-A63A-6BCDB7133967}" type="pres">
      <dgm:prSet presAssocID="{B9F013DD-B534-4BDA-93F9-0E0718B5A41E}" presName="txSpace" presStyleCnt="0"/>
      <dgm:spPr/>
    </dgm:pt>
    <dgm:pt modelId="{FB4B895C-8FC6-49CB-B873-E8597307D71A}" type="pres">
      <dgm:prSet presAssocID="{B9F013DD-B534-4BDA-93F9-0E0718B5A41E}" presName="desTx" presStyleLbl="revTx" presStyleIdx="3" presStyleCnt="8">
        <dgm:presLayoutVars/>
      </dgm:prSet>
      <dgm:spPr/>
    </dgm:pt>
    <dgm:pt modelId="{51889105-C152-437D-9407-EF95FAAE86F3}" type="pres">
      <dgm:prSet presAssocID="{E100BBC2-D6A5-4B95-AACE-0C28B2C061E4}" presName="sibTrans" presStyleCnt="0"/>
      <dgm:spPr/>
    </dgm:pt>
    <dgm:pt modelId="{47034A06-26BC-4998-9447-BA0CDC51123B}" type="pres">
      <dgm:prSet presAssocID="{97E8BAB6-5775-4059-8AE0-19E05509527A}" presName="compNode" presStyleCnt="0"/>
      <dgm:spPr/>
    </dgm:pt>
    <dgm:pt modelId="{9561D734-CC2A-4969-B2AE-45E2815F2844}" type="pres">
      <dgm:prSet presAssocID="{97E8BAB6-5775-4059-8AE0-19E05509527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ffee"/>
        </a:ext>
      </dgm:extLst>
    </dgm:pt>
    <dgm:pt modelId="{DCE5B88F-EFAE-407C-B166-A9E7013208A3}" type="pres">
      <dgm:prSet presAssocID="{97E8BAB6-5775-4059-8AE0-19E05509527A}" presName="iconSpace" presStyleCnt="0"/>
      <dgm:spPr/>
    </dgm:pt>
    <dgm:pt modelId="{F1824EA3-671C-49E3-8749-2447D6702AD7}" type="pres">
      <dgm:prSet presAssocID="{97E8BAB6-5775-4059-8AE0-19E05509527A}" presName="parTx" presStyleLbl="revTx" presStyleIdx="4" presStyleCnt="8">
        <dgm:presLayoutVars>
          <dgm:chMax val="0"/>
          <dgm:chPref val="0"/>
        </dgm:presLayoutVars>
      </dgm:prSet>
      <dgm:spPr/>
    </dgm:pt>
    <dgm:pt modelId="{0F6FCAA7-C89A-42AF-8C58-44041FD8466E}" type="pres">
      <dgm:prSet presAssocID="{97E8BAB6-5775-4059-8AE0-19E05509527A}" presName="txSpace" presStyleCnt="0"/>
      <dgm:spPr/>
    </dgm:pt>
    <dgm:pt modelId="{7206B147-9A8C-4708-AF38-EF5E71859A3D}" type="pres">
      <dgm:prSet presAssocID="{97E8BAB6-5775-4059-8AE0-19E05509527A}" presName="desTx" presStyleLbl="revTx" presStyleIdx="5" presStyleCnt="8">
        <dgm:presLayoutVars/>
      </dgm:prSet>
      <dgm:spPr/>
    </dgm:pt>
    <dgm:pt modelId="{4CBC84B8-3BED-4FC7-8FC9-F2D9CF31A666}" type="pres">
      <dgm:prSet presAssocID="{922E68F5-9717-4C1C-9313-7C38A9BBB417}" presName="sibTrans" presStyleCnt="0"/>
      <dgm:spPr/>
    </dgm:pt>
    <dgm:pt modelId="{1DE7160A-2287-4556-9BD3-0AA7905A25E3}" type="pres">
      <dgm:prSet presAssocID="{5FCA50F1-7ACB-40C0-BE28-00C9230A517F}" presName="compNode" presStyleCnt="0"/>
      <dgm:spPr/>
    </dgm:pt>
    <dgm:pt modelId="{B2A8DC00-3847-4625-97A5-6CE29E42DD3D}" type="pres">
      <dgm:prSet presAssocID="{5FCA50F1-7ACB-40C0-BE28-00C9230A517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1BB68F36-B426-4C20-82BE-27FDD504960A}" type="pres">
      <dgm:prSet presAssocID="{5FCA50F1-7ACB-40C0-BE28-00C9230A517F}" presName="iconSpace" presStyleCnt="0"/>
      <dgm:spPr/>
    </dgm:pt>
    <dgm:pt modelId="{57E3BDA5-97D6-415C-8DD4-31E32C60A1B7}" type="pres">
      <dgm:prSet presAssocID="{5FCA50F1-7ACB-40C0-BE28-00C9230A517F}" presName="parTx" presStyleLbl="revTx" presStyleIdx="6" presStyleCnt="8">
        <dgm:presLayoutVars>
          <dgm:chMax val="0"/>
          <dgm:chPref val="0"/>
        </dgm:presLayoutVars>
      </dgm:prSet>
      <dgm:spPr/>
    </dgm:pt>
    <dgm:pt modelId="{663501CA-DA1C-474C-AF56-D8BF2FDBE773}" type="pres">
      <dgm:prSet presAssocID="{5FCA50F1-7ACB-40C0-BE28-00C9230A517F}" presName="txSpace" presStyleCnt="0"/>
      <dgm:spPr/>
    </dgm:pt>
    <dgm:pt modelId="{A22FC57A-AEF8-4143-82CF-681D19B4C27F}" type="pres">
      <dgm:prSet presAssocID="{5FCA50F1-7ACB-40C0-BE28-00C9230A517F}" presName="desTx" presStyleLbl="revTx" presStyleIdx="7" presStyleCnt="8">
        <dgm:presLayoutVars/>
      </dgm:prSet>
      <dgm:spPr/>
    </dgm:pt>
  </dgm:ptLst>
  <dgm:cxnLst>
    <dgm:cxn modelId="{A9E40106-F4DD-45D0-904A-FB96D37175A8}" type="presOf" srcId="{B9F013DD-B534-4BDA-93F9-0E0718B5A41E}" destId="{6622EFFF-125F-49D8-94F5-ED5C6A6DDA5F}" srcOrd="0" destOrd="0" presId="urn:microsoft.com/office/officeart/2018/5/layout/CenteredIconLabelDescriptionList"/>
    <dgm:cxn modelId="{CAC2C614-D0D1-4897-8E06-7126EC2B3387}" srcId="{97E8BAB6-5775-4059-8AE0-19E05509527A}" destId="{23D079D2-E328-4F22-9E25-A3E7D82B215D}" srcOrd="0" destOrd="0" parTransId="{39E3EE1E-D76A-4E1F-97B3-62361194C9A3}" sibTransId="{A3F15032-A223-4C23-B5E2-587539885DA9}"/>
    <dgm:cxn modelId="{0EE7DE19-07F4-450C-AE3B-603F908BD491}" type="presOf" srcId="{9C607649-34B4-4A3D-98E2-DF199A91A670}" destId="{6F97F891-B2AA-43A4-8D23-EEBB5B9AF55B}" srcOrd="0" destOrd="0" presId="urn:microsoft.com/office/officeart/2018/5/layout/CenteredIconLabelDescriptionList"/>
    <dgm:cxn modelId="{C5DCD021-913F-464B-B7E0-8DD4A9219540}" srcId="{572A8CE3-426C-482C-AC39-CE0599643A8B}" destId="{90D7C316-F174-44C2-972B-CF53F590FD9E}" srcOrd="0" destOrd="0" parTransId="{5606213C-B3CE-4C6A-8AB9-A38A662F177E}" sibTransId="{4FD04ADC-0175-4EDE-87A5-6F4566FD069A}"/>
    <dgm:cxn modelId="{05C59433-5285-462B-BEE4-D6969A0ACF9F}" type="presOf" srcId="{572A8CE3-426C-482C-AC39-CE0599643A8B}" destId="{D5FA90E4-621B-4B04-8E92-230746EC0B5A}" srcOrd="0" destOrd="0" presId="urn:microsoft.com/office/officeart/2018/5/layout/CenteredIconLabelDescriptionList"/>
    <dgm:cxn modelId="{ACBC2F61-C15D-4C95-8918-0E8D326F3DE0}" srcId="{B9F013DD-B534-4BDA-93F9-0E0718B5A41E}" destId="{22F45EBE-3CE7-4013-B068-38CD36EA41C8}" srcOrd="0" destOrd="0" parTransId="{DD339446-A483-4BAF-A266-1D9C55C35BAC}" sibTransId="{05B8E945-E1E4-4CCF-BF29-5170EF8F146F}"/>
    <dgm:cxn modelId="{DEE54662-A126-488D-AC2E-EFA95DB72F24}" srcId="{9C607649-34B4-4A3D-98E2-DF199A91A670}" destId="{572A8CE3-426C-482C-AC39-CE0599643A8B}" srcOrd="0" destOrd="0" parTransId="{3EF48E47-D153-4478-BBB8-FF8D1F3ECBCD}" sibTransId="{821EC5C7-7C5F-4C07-9C3B-0BA5E51E7CFA}"/>
    <dgm:cxn modelId="{A28E6049-70DE-455C-A0C1-29D536F71671}" type="presOf" srcId="{97E8BAB6-5775-4059-8AE0-19E05509527A}" destId="{F1824EA3-671C-49E3-8749-2447D6702AD7}" srcOrd="0" destOrd="0" presId="urn:microsoft.com/office/officeart/2018/5/layout/CenteredIconLabelDescriptionList"/>
    <dgm:cxn modelId="{6AB07E6A-0786-47B7-84EC-1CD73E302880}" srcId="{97E8BAB6-5775-4059-8AE0-19E05509527A}" destId="{DC2BC7A5-9228-410F-8921-FDF8FEAEBFBD}" srcOrd="1" destOrd="0" parTransId="{AA01010F-6C49-46EE-8C0F-76B0AD9E91F6}" sibTransId="{4320220B-013B-4C05-AC64-76773E1C88CD}"/>
    <dgm:cxn modelId="{407EDC80-8CC6-4E62-8EB9-137344AF4A4D}" type="presOf" srcId="{DC2BC7A5-9228-410F-8921-FDF8FEAEBFBD}" destId="{7206B147-9A8C-4708-AF38-EF5E71859A3D}" srcOrd="0" destOrd="1" presId="urn:microsoft.com/office/officeart/2018/5/layout/CenteredIconLabelDescriptionList"/>
    <dgm:cxn modelId="{3002B285-C8BE-4F98-89E5-5E7B7956A939}" srcId="{5FCA50F1-7ACB-40C0-BE28-00C9230A517F}" destId="{2D0AE2CA-08D3-4E3A-8DE7-7A7F28EF07DE}" srcOrd="1" destOrd="0" parTransId="{05C5B9C8-2CAC-49BC-A9A4-2C8198CD0AFE}" sibTransId="{9873B999-0E5A-4B80-8D1D-69514326DD70}"/>
    <dgm:cxn modelId="{545CD193-EB04-4A6F-A30C-233356129A8E}" type="presOf" srcId="{2D0AE2CA-08D3-4E3A-8DE7-7A7F28EF07DE}" destId="{A22FC57A-AEF8-4143-82CF-681D19B4C27F}" srcOrd="0" destOrd="1" presId="urn:microsoft.com/office/officeart/2018/5/layout/CenteredIconLabelDescriptionList"/>
    <dgm:cxn modelId="{C9C1689C-5D06-4338-B4AF-5CA8FD144559}" srcId="{5FCA50F1-7ACB-40C0-BE28-00C9230A517F}" destId="{C668EE93-B20C-456E-88B1-D2F8DB8890EF}" srcOrd="0" destOrd="0" parTransId="{B40578DA-5167-421F-9B33-AD87B53059A8}" sibTransId="{24D085E1-36C8-4A57-8D9D-4577A241383C}"/>
    <dgm:cxn modelId="{E38D94A7-1ED0-452B-88FB-29CCF7BDB33B}" srcId="{9C607649-34B4-4A3D-98E2-DF199A91A670}" destId="{97E8BAB6-5775-4059-8AE0-19E05509527A}" srcOrd="2" destOrd="0" parTransId="{8942DEBA-E707-4AC1-8212-058D99A31FD7}" sibTransId="{922E68F5-9717-4C1C-9313-7C38A9BBB417}"/>
    <dgm:cxn modelId="{5D9E4FBA-4883-4355-8B94-EBA047E45331}" type="presOf" srcId="{48DF3971-5945-4390-9DCA-E0721C7FAF83}" destId="{FB4B895C-8FC6-49CB-B873-E8597307D71A}" srcOrd="0" destOrd="1" presId="urn:microsoft.com/office/officeart/2018/5/layout/CenteredIconLabelDescriptionList"/>
    <dgm:cxn modelId="{5B8AACC2-9D1C-43B2-B950-8F7EF4568400}" type="presOf" srcId="{7CFF5C49-CE1E-4C7C-8E5D-2543ABD741FD}" destId="{5974812F-CD23-4AAF-8A8B-6563B20860CF}" srcOrd="0" destOrd="1" presId="urn:microsoft.com/office/officeart/2018/5/layout/CenteredIconLabelDescriptionList"/>
    <dgm:cxn modelId="{17C43DC9-752D-4C08-B6C3-E87511F9EFD9}" srcId="{9C607649-34B4-4A3D-98E2-DF199A91A670}" destId="{B9F013DD-B534-4BDA-93F9-0E0718B5A41E}" srcOrd="1" destOrd="0" parTransId="{D92C51F9-D500-4920-9DDF-0028C37B6277}" sibTransId="{E100BBC2-D6A5-4B95-AACE-0C28B2C061E4}"/>
    <dgm:cxn modelId="{DA0DC4CB-17D2-4686-A178-E5516379CE2B}" srcId="{572A8CE3-426C-482C-AC39-CE0599643A8B}" destId="{7CFF5C49-CE1E-4C7C-8E5D-2543ABD741FD}" srcOrd="1" destOrd="0" parTransId="{DE8C8DC0-BED0-4B4D-8E79-AA3218CEBECE}" sibTransId="{C3BDA1A8-B50F-44D6-9475-AEB583375605}"/>
    <dgm:cxn modelId="{9EB991CE-B7B8-4A23-B1CE-1D6E52C46594}" srcId="{9C607649-34B4-4A3D-98E2-DF199A91A670}" destId="{5FCA50F1-7ACB-40C0-BE28-00C9230A517F}" srcOrd="3" destOrd="0" parTransId="{C605B93D-9CB2-4C68-9C02-9A093A87459E}" sibTransId="{FA8F4636-2390-4181-BAE7-00EB66E43ECE}"/>
    <dgm:cxn modelId="{5EA9CACF-40C6-42F8-9857-96786CF41692}" type="presOf" srcId="{C668EE93-B20C-456E-88B1-D2F8DB8890EF}" destId="{A22FC57A-AEF8-4143-82CF-681D19B4C27F}" srcOrd="0" destOrd="0" presId="urn:microsoft.com/office/officeart/2018/5/layout/CenteredIconLabelDescriptionList"/>
    <dgm:cxn modelId="{ACBD72D0-CD0C-428C-858B-2AE199763F51}" srcId="{B9F013DD-B534-4BDA-93F9-0E0718B5A41E}" destId="{48DF3971-5945-4390-9DCA-E0721C7FAF83}" srcOrd="1" destOrd="0" parTransId="{02A0DE40-B55B-447F-9D87-CA377FA76F88}" sibTransId="{D33C07C7-2D2B-42FD-A3EF-A094A826BC85}"/>
    <dgm:cxn modelId="{3B04B3D0-63D2-48AE-82A6-6952E6996471}" type="presOf" srcId="{22F45EBE-3CE7-4013-B068-38CD36EA41C8}" destId="{FB4B895C-8FC6-49CB-B873-E8597307D71A}" srcOrd="0" destOrd="0" presId="urn:microsoft.com/office/officeart/2018/5/layout/CenteredIconLabelDescriptionList"/>
    <dgm:cxn modelId="{D40893E6-4845-4CDB-90AB-4A7CF464FECE}" type="presOf" srcId="{90D7C316-F174-44C2-972B-CF53F590FD9E}" destId="{5974812F-CD23-4AAF-8A8B-6563B20860CF}" srcOrd="0" destOrd="0" presId="urn:microsoft.com/office/officeart/2018/5/layout/CenteredIconLabelDescriptionList"/>
    <dgm:cxn modelId="{6EA752ED-5EEF-4267-8F34-5606044DD384}" type="presOf" srcId="{5FCA50F1-7ACB-40C0-BE28-00C9230A517F}" destId="{57E3BDA5-97D6-415C-8DD4-31E32C60A1B7}" srcOrd="0" destOrd="0" presId="urn:microsoft.com/office/officeart/2018/5/layout/CenteredIconLabelDescriptionList"/>
    <dgm:cxn modelId="{F77163F8-1AB0-4448-9D03-AC02A74D7E5E}" type="presOf" srcId="{23D079D2-E328-4F22-9E25-A3E7D82B215D}" destId="{7206B147-9A8C-4708-AF38-EF5E71859A3D}" srcOrd="0" destOrd="0" presId="urn:microsoft.com/office/officeart/2018/5/layout/CenteredIconLabelDescriptionList"/>
    <dgm:cxn modelId="{9C2B4725-8B40-4D68-A5EB-01255B7A07DF}" type="presParOf" srcId="{6F97F891-B2AA-43A4-8D23-EEBB5B9AF55B}" destId="{8C9ADD46-AC84-4715-9532-39501F5AC09A}" srcOrd="0" destOrd="0" presId="urn:microsoft.com/office/officeart/2018/5/layout/CenteredIconLabelDescriptionList"/>
    <dgm:cxn modelId="{5586E4D4-327E-498F-BB68-D1495FD799E1}" type="presParOf" srcId="{8C9ADD46-AC84-4715-9532-39501F5AC09A}" destId="{A37FFCEA-01BF-4A2F-8C26-2B16DADDBE76}" srcOrd="0" destOrd="0" presId="urn:microsoft.com/office/officeart/2018/5/layout/CenteredIconLabelDescriptionList"/>
    <dgm:cxn modelId="{1425B5FB-0AA7-404B-BF28-CF74CFF4D872}" type="presParOf" srcId="{8C9ADD46-AC84-4715-9532-39501F5AC09A}" destId="{45CBAB3F-8D39-4599-9175-BD11AFB87570}" srcOrd="1" destOrd="0" presId="urn:microsoft.com/office/officeart/2018/5/layout/CenteredIconLabelDescriptionList"/>
    <dgm:cxn modelId="{5C968914-08E9-4F6E-ABE5-42CD0A799968}" type="presParOf" srcId="{8C9ADD46-AC84-4715-9532-39501F5AC09A}" destId="{D5FA90E4-621B-4B04-8E92-230746EC0B5A}" srcOrd="2" destOrd="0" presId="urn:microsoft.com/office/officeart/2018/5/layout/CenteredIconLabelDescriptionList"/>
    <dgm:cxn modelId="{1D4505D5-E179-47B4-8B85-DF455918FBBB}" type="presParOf" srcId="{8C9ADD46-AC84-4715-9532-39501F5AC09A}" destId="{AED36DDA-2204-4AF2-B44E-16DA8B42A2D9}" srcOrd="3" destOrd="0" presId="urn:microsoft.com/office/officeart/2018/5/layout/CenteredIconLabelDescriptionList"/>
    <dgm:cxn modelId="{1758E9D8-F158-4581-A5FB-BEE769B79AB9}" type="presParOf" srcId="{8C9ADD46-AC84-4715-9532-39501F5AC09A}" destId="{5974812F-CD23-4AAF-8A8B-6563B20860CF}" srcOrd="4" destOrd="0" presId="urn:microsoft.com/office/officeart/2018/5/layout/CenteredIconLabelDescriptionList"/>
    <dgm:cxn modelId="{8ADC2623-6ECA-45B3-B3BE-D4148E4946F6}" type="presParOf" srcId="{6F97F891-B2AA-43A4-8D23-EEBB5B9AF55B}" destId="{14ED4B58-05B7-4928-A9CF-E0FBF2AD895B}" srcOrd="1" destOrd="0" presId="urn:microsoft.com/office/officeart/2018/5/layout/CenteredIconLabelDescriptionList"/>
    <dgm:cxn modelId="{2FDD4160-4463-438E-8091-04F90B83D335}" type="presParOf" srcId="{6F97F891-B2AA-43A4-8D23-EEBB5B9AF55B}" destId="{687A3EA7-2D8D-428C-B3D7-9569EB463CD8}" srcOrd="2" destOrd="0" presId="urn:microsoft.com/office/officeart/2018/5/layout/CenteredIconLabelDescriptionList"/>
    <dgm:cxn modelId="{7525F32C-595D-46C5-90BB-A92D8C4FFF57}" type="presParOf" srcId="{687A3EA7-2D8D-428C-B3D7-9569EB463CD8}" destId="{2A8D46D5-37B0-4268-8489-CC3A3C28A6B5}" srcOrd="0" destOrd="0" presId="urn:microsoft.com/office/officeart/2018/5/layout/CenteredIconLabelDescriptionList"/>
    <dgm:cxn modelId="{C3750F72-AAD3-451B-B798-291872E0FF19}" type="presParOf" srcId="{687A3EA7-2D8D-428C-B3D7-9569EB463CD8}" destId="{EA43206E-7A7C-4911-BBC9-86AC45B513CD}" srcOrd="1" destOrd="0" presId="urn:microsoft.com/office/officeart/2018/5/layout/CenteredIconLabelDescriptionList"/>
    <dgm:cxn modelId="{DF1B7D91-46F5-4229-8BDA-0CD3E2AF376C}" type="presParOf" srcId="{687A3EA7-2D8D-428C-B3D7-9569EB463CD8}" destId="{6622EFFF-125F-49D8-94F5-ED5C6A6DDA5F}" srcOrd="2" destOrd="0" presId="urn:microsoft.com/office/officeart/2018/5/layout/CenteredIconLabelDescriptionList"/>
    <dgm:cxn modelId="{24426555-963D-4909-85DD-490B0294173D}" type="presParOf" srcId="{687A3EA7-2D8D-428C-B3D7-9569EB463CD8}" destId="{B6815BBB-8E45-4BF3-A63A-6BCDB7133967}" srcOrd="3" destOrd="0" presId="urn:microsoft.com/office/officeart/2018/5/layout/CenteredIconLabelDescriptionList"/>
    <dgm:cxn modelId="{DB9A6F3D-D8E1-4687-BFC0-445B3351A898}" type="presParOf" srcId="{687A3EA7-2D8D-428C-B3D7-9569EB463CD8}" destId="{FB4B895C-8FC6-49CB-B873-E8597307D71A}" srcOrd="4" destOrd="0" presId="urn:microsoft.com/office/officeart/2018/5/layout/CenteredIconLabelDescriptionList"/>
    <dgm:cxn modelId="{FED24635-F699-4757-8A45-620A65ECEAF2}" type="presParOf" srcId="{6F97F891-B2AA-43A4-8D23-EEBB5B9AF55B}" destId="{51889105-C152-437D-9407-EF95FAAE86F3}" srcOrd="3" destOrd="0" presId="urn:microsoft.com/office/officeart/2018/5/layout/CenteredIconLabelDescriptionList"/>
    <dgm:cxn modelId="{FE9CB3A2-4C9E-49EE-886C-5B4E08815DEA}" type="presParOf" srcId="{6F97F891-B2AA-43A4-8D23-EEBB5B9AF55B}" destId="{47034A06-26BC-4998-9447-BA0CDC51123B}" srcOrd="4" destOrd="0" presId="urn:microsoft.com/office/officeart/2018/5/layout/CenteredIconLabelDescriptionList"/>
    <dgm:cxn modelId="{556FF088-3862-4057-B02E-B10761AE17EE}" type="presParOf" srcId="{47034A06-26BC-4998-9447-BA0CDC51123B}" destId="{9561D734-CC2A-4969-B2AE-45E2815F2844}" srcOrd="0" destOrd="0" presId="urn:microsoft.com/office/officeart/2018/5/layout/CenteredIconLabelDescriptionList"/>
    <dgm:cxn modelId="{606EBAA2-3A5E-4B49-8D5D-00CD23E9811F}" type="presParOf" srcId="{47034A06-26BC-4998-9447-BA0CDC51123B}" destId="{DCE5B88F-EFAE-407C-B166-A9E7013208A3}" srcOrd="1" destOrd="0" presId="urn:microsoft.com/office/officeart/2018/5/layout/CenteredIconLabelDescriptionList"/>
    <dgm:cxn modelId="{ED663E68-36DF-4CD6-A88D-B6301CE2DFF1}" type="presParOf" srcId="{47034A06-26BC-4998-9447-BA0CDC51123B}" destId="{F1824EA3-671C-49E3-8749-2447D6702AD7}" srcOrd="2" destOrd="0" presId="urn:microsoft.com/office/officeart/2018/5/layout/CenteredIconLabelDescriptionList"/>
    <dgm:cxn modelId="{C49574A3-7143-4665-9DCB-516B2B6B6B0A}" type="presParOf" srcId="{47034A06-26BC-4998-9447-BA0CDC51123B}" destId="{0F6FCAA7-C89A-42AF-8C58-44041FD8466E}" srcOrd="3" destOrd="0" presId="urn:microsoft.com/office/officeart/2018/5/layout/CenteredIconLabelDescriptionList"/>
    <dgm:cxn modelId="{6F29A234-41CD-4BC4-BF45-23DAFC039079}" type="presParOf" srcId="{47034A06-26BC-4998-9447-BA0CDC51123B}" destId="{7206B147-9A8C-4708-AF38-EF5E71859A3D}" srcOrd="4" destOrd="0" presId="urn:microsoft.com/office/officeart/2018/5/layout/CenteredIconLabelDescriptionList"/>
    <dgm:cxn modelId="{3F2BA02D-A3F9-40D2-A1F1-240760CD790F}" type="presParOf" srcId="{6F97F891-B2AA-43A4-8D23-EEBB5B9AF55B}" destId="{4CBC84B8-3BED-4FC7-8FC9-F2D9CF31A666}" srcOrd="5" destOrd="0" presId="urn:microsoft.com/office/officeart/2018/5/layout/CenteredIconLabelDescriptionList"/>
    <dgm:cxn modelId="{C0BA4E97-B853-477C-98EE-25C3EAC14BAE}" type="presParOf" srcId="{6F97F891-B2AA-43A4-8D23-EEBB5B9AF55B}" destId="{1DE7160A-2287-4556-9BD3-0AA7905A25E3}" srcOrd="6" destOrd="0" presId="urn:microsoft.com/office/officeart/2018/5/layout/CenteredIconLabelDescriptionList"/>
    <dgm:cxn modelId="{4AA6CB51-3C46-4764-AA4A-F99BB7EC9698}" type="presParOf" srcId="{1DE7160A-2287-4556-9BD3-0AA7905A25E3}" destId="{B2A8DC00-3847-4625-97A5-6CE29E42DD3D}" srcOrd="0" destOrd="0" presId="urn:microsoft.com/office/officeart/2018/5/layout/CenteredIconLabelDescriptionList"/>
    <dgm:cxn modelId="{B56162B0-A50D-4E99-9EF8-26905110456C}" type="presParOf" srcId="{1DE7160A-2287-4556-9BD3-0AA7905A25E3}" destId="{1BB68F36-B426-4C20-82BE-27FDD504960A}" srcOrd="1" destOrd="0" presId="urn:microsoft.com/office/officeart/2018/5/layout/CenteredIconLabelDescriptionList"/>
    <dgm:cxn modelId="{E4FE982A-272F-4AB5-9A95-E537E3926394}" type="presParOf" srcId="{1DE7160A-2287-4556-9BD3-0AA7905A25E3}" destId="{57E3BDA5-97D6-415C-8DD4-31E32C60A1B7}" srcOrd="2" destOrd="0" presId="urn:microsoft.com/office/officeart/2018/5/layout/CenteredIconLabelDescriptionList"/>
    <dgm:cxn modelId="{98895EE2-A7BE-4B25-912C-BE9BA980EB27}" type="presParOf" srcId="{1DE7160A-2287-4556-9BD3-0AA7905A25E3}" destId="{663501CA-DA1C-474C-AF56-D8BF2FDBE773}" srcOrd="3" destOrd="0" presId="urn:microsoft.com/office/officeart/2018/5/layout/CenteredIconLabelDescriptionList"/>
    <dgm:cxn modelId="{91C2C6D4-9057-4C69-A506-C8012085BF81}" type="presParOf" srcId="{1DE7160A-2287-4556-9BD3-0AA7905A25E3}" destId="{A22FC57A-AEF8-4143-82CF-681D19B4C27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A41BF27-0A62-45A4-876D-5AC2A5E99937}" type="doc">
      <dgm:prSet loTypeId="urn:microsoft.com/office/officeart/2008/layout/LinedList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311389CD-B5CA-404C-9A95-E02DFAF68D8B}">
      <dgm:prSet/>
      <dgm:spPr/>
      <dgm:t>
        <a:bodyPr/>
        <a:lstStyle/>
        <a:p>
          <a:r>
            <a:rPr lang="es-ES"/>
            <a:t>In the Morning……</a:t>
          </a:r>
          <a:endParaRPr lang="en-US"/>
        </a:p>
      </dgm:t>
    </dgm:pt>
    <dgm:pt modelId="{6EE0405C-78D7-46A2-9D78-1420AA9EEC18}" type="parTrans" cxnId="{4B7581ED-6A61-4E3E-BDA6-47211EC02103}">
      <dgm:prSet/>
      <dgm:spPr/>
      <dgm:t>
        <a:bodyPr/>
        <a:lstStyle/>
        <a:p>
          <a:endParaRPr lang="en-US"/>
        </a:p>
      </dgm:t>
    </dgm:pt>
    <dgm:pt modelId="{B2D2BFD5-AEB6-4105-9E1D-3DEE595B469D}" type="sibTrans" cxnId="{4B7581ED-6A61-4E3E-BDA6-47211EC02103}">
      <dgm:prSet/>
      <dgm:spPr/>
      <dgm:t>
        <a:bodyPr/>
        <a:lstStyle/>
        <a:p>
          <a:endParaRPr lang="en-US"/>
        </a:p>
      </dgm:t>
    </dgm:pt>
    <dgm:pt modelId="{530BF687-8B06-4CD8-98A5-8570DD870A49}">
      <dgm:prSet/>
      <dgm:spPr/>
      <dgm:t>
        <a:bodyPr/>
        <a:lstStyle/>
        <a:p>
          <a:r>
            <a:rPr lang="es-ES" i="0"/>
            <a:t>At the Desk</a:t>
          </a:r>
          <a:r>
            <a:rPr lang="es-ES"/>
            <a:t>…..</a:t>
          </a:r>
          <a:endParaRPr lang="en-US"/>
        </a:p>
      </dgm:t>
    </dgm:pt>
    <dgm:pt modelId="{81E2B052-88CD-40DC-926B-DC26A807D5D8}" type="parTrans" cxnId="{FCF74A61-D81C-4EFD-922F-9D3735679443}">
      <dgm:prSet/>
      <dgm:spPr/>
      <dgm:t>
        <a:bodyPr/>
        <a:lstStyle/>
        <a:p>
          <a:endParaRPr lang="en-US"/>
        </a:p>
      </dgm:t>
    </dgm:pt>
    <dgm:pt modelId="{7B8703D2-06F4-412D-8AA5-65CD084147C0}" type="sibTrans" cxnId="{FCF74A61-D81C-4EFD-922F-9D3735679443}">
      <dgm:prSet/>
      <dgm:spPr/>
      <dgm:t>
        <a:bodyPr/>
        <a:lstStyle/>
        <a:p>
          <a:endParaRPr lang="en-US"/>
        </a:p>
      </dgm:t>
    </dgm:pt>
    <dgm:pt modelId="{FB1AB7CB-2478-46A1-A36A-291D5FD5B85E}">
      <dgm:prSet/>
      <dgm:spPr/>
      <dgm:t>
        <a:bodyPr/>
        <a:lstStyle/>
        <a:p>
          <a:r>
            <a:rPr lang="es-ES" i="0"/>
            <a:t>On a Tight Deadline</a:t>
          </a:r>
          <a:r>
            <a:rPr lang="es-ES"/>
            <a:t>…..</a:t>
          </a:r>
          <a:endParaRPr lang="en-US"/>
        </a:p>
      </dgm:t>
    </dgm:pt>
    <dgm:pt modelId="{D2B9947B-7825-492B-93C0-844A7424D0D5}" type="parTrans" cxnId="{97E41D35-CC0E-4123-B3DE-424A11E8617E}">
      <dgm:prSet/>
      <dgm:spPr/>
      <dgm:t>
        <a:bodyPr/>
        <a:lstStyle/>
        <a:p>
          <a:endParaRPr lang="en-US"/>
        </a:p>
      </dgm:t>
    </dgm:pt>
    <dgm:pt modelId="{C24D9570-D47C-468C-BF3A-84F348770504}" type="sibTrans" cxnId="{97E41D35-CC0E-4123-B3DE-424A11E8617E}">
      <dgm:prSet/>
      <dgm:spPr/>
      <dgm:t>
        <a:bodyPr/>
        <a:lstStyle/>
        <a:p>
          <a:endParaRPr lang="en-US"/>
        </a:p>
      </dgm:t>
    </dgm:pt>
    <dgm:pt modelId="{61506218-5026-4C0B-BFE6-DE817296E349}" type="pres">
      <dgm:prSet presAssocID="{2A41BF27-0A62-45A4-876D-5AC2A5E99937}" presName="vert0" presStyleCnt="0">
        <dgm:presLayoutVars>
          <dgm:dir/>
          <dgm:animOne val="branch"/>
          <dgm:animLvl val="lvl"/>
        </dgm:presLayoutVars>
      </dgm:prSet>
      <dgm:spPr/>
    </dgm:pt>
    <dgm:pt modelId="{49DFF7B0-75F2-4879-944C-72752A21A82F}" type="pres">
      <dgm:prSet presAssocID="{311389CD-B5CA-404C-9A95-E02DFAF68D8B}" presName="thickLine" presStyleLbl="alignNode1" presStyleIdx="0" presStyleCnt="3"/>
      <dgm:spPr/>
    </dgm:pt>
    <dgm:pt modelId="{97FE5142-B866-4D2A-BCDF-3B3E905261AB}" type="pres">
      <dgm:prSet presAssocID="{311389CD-B5CA-404C-9A95-E02DFAF68D8B}" presName="horz1" presStyleCnt="0"/>
      <dgm:spPr/>
    </dgm:pt>
    <dgm:pt modelId="{3326F7BC-E4F3-406C-9292-6C0BB3737E42}" type="pres">
      <dgm:prSet presAssocID="{311389CD-B5CA-404C-9A95-E02DFAF68D8B}" presName="tx1" presStyleLbl="revTx" presStyleIdx="0" presStyleCnt="3"/>
      <dgm:spPr/>
    </dgm:pt>
    <dgm:pt modelId="{4B118929-B7B2-4819-B9E8-7E84DEB42DF8}" type="pres">
      <dgm:prSet presAssocID="{311389CD-B5CA-404C-9A95-E02DFAF68D8B}" presName="vert1" presStyleCnt="0"/>
      <dgm:spPr/>
    </dgm:pt>
    <dgm:pt modelId="{43E0AC98-5F45-4CBC-9729-D214B53FEB53}" type="pres">
      <dgm:prSet presAssocID="{530BF687-8B06-4CD8-98A5-8570DD870A49}" presName="thickLine" presStyleLbl="alignNode1" presStyleIdx="1" presStyleCnt="3"/>
      <dgm:spPr/>
    </dgm:pt>
    <dgm:pt modelId="{98770553-61FF-433B-AF98-0EE30BE6111C}" type="pres">
      <dgm:prSet presAssocID="{530BF687-8B06-4CD8-98A5-8570DD870A49}" presName="horz1" presStyleCnt="0"/>
      <dgm:spPr/>
    </dgm:pt>
    <dgm:pt modelId="{9847D985-3EFE-4018-AAB9-518C540D97AB}" type="pres">
      <dgm:prSet presAssocID="{530BF687-8B06-4CD8-98A5-8570DD870A49}" presName="tx1" presStyleLbl="revTx" presStyleIdx="1" presStyleCnt="3"/>
      <dgm:spPr/>
    </dgm:pt>
    <dgm:pt modelId="{94CB8F25-26D6-4CF3-ABAF-F85D7AA91B7E}" type="pres">
      <dgm:prSet presAssocID="{530BF687-8B06-4CD8-98A5-8570DD870A49}" presName="vert1" presStyleCnt="0"/>
      <dgm:spPr/>
    </dgm:pt>
    <dgm:pt modelId="{56E19B8C-164E-405A-9222-96B61C515D38}" type="pres">
      <dgm:prSet presAssocID="{FB1AB7CB-2478-46A1-A36A-291D5FD5B85E}" presName="thickLine" presStyleLbl="alignNode1" presStyleIdx="2" presStyleCnt="3"/>
      <dgm:spPr/>
    </dgm:pt>
    <dgm:pt modelId="{9E27A8F9-517B-4929-8E09-0A109913F4C6}" type="pres">
      <dgm:prSet presAssocID="{FB1AB7CB-2478-46A1-A36A-291D5FD5B85E}" presName="horz1" presStyleCnt="0"/>
      <dgm:spPr/>
    </dgm:pt>
    <dgm:pt modelId="{5A328B17-10F8-435C-BE3B-B88D6774B4A1}" type="pres">
      <dgm:prSet presAssocID="{FB1AB7CB-2478-46A1-A36A-291D5FD5B85E}" presName="tx1" presStyleLbl="revTx" presStyleIdx="2" presStyleCnt="3"/>
      <dgm:spPr/>
    </dgm:pt>
    <dgm:pt modelId="{C8732489-DACF-4FD5-BD3F-35E05FA10A37}" type="pres">
      <dgm:prSet presAssocID="{FB1AB7CB-2478-46A1-A36A-291D5FD5B85E}" presName="vert1" presStyleCnt="0"/>
      <dgm:spPr/>
    </dgm:pt>
  </dgm:ptLst>
  <dgm:cxnLst>
    <dgm:cxn modelId="{97E41D35-CC0E-4123-B3DE-424A11E8617E}" srcId="{2A41BF27-0A62-45A4-876D-5AC2A5E99937}" destId="{FB1AB7CB-2478-46A1-A36A-291D5FD5B85E}" srcOrd="2" destOrd="0" parTransId="{D2B9947B-7825-492B-93C0-844A7424D0D5}" sibTransId="{C24D9570-D47C-468C-BF3A-84F348770504}"/>
    <dgm:cxn modelId="{FCF74A61-D81C-4EFD-922F-9D3735679443}" srcId="{2A41BF27-0A62-45A4-876D-5AC2A5E99937}" destId="{530BF687-8B06-4CD8-98A5-8570DD870A49}" srcOrd="1" destOrd="0" parTransId="{81E2B052-88CD-40DC-926B-DC26A807D5D8}" sibTransId="{7B8703D2-06F4-412D-8AA5-65CD084147C0}"/>
    <dgm:cxn modelId="{7E220582-E7C8-4796-BE18-4DE1EADCD2A8}" type="presOf" srcId="{FB1AB7CB-2478-46A1-A36A-291D5FD5B85E}" destId="{5A328B17-10F8-435C-BE3B-B88D6774B4A1}" srcOrd="0" destOrd="0" presId="urn:microsoft.com/office/officeart/2008/layout/LinedList"/>
    <dgm:cxn modelId="{78F46099-23B8-4E37-98F4-3E11CE08C5E1}" type="presOf" srcId="{530BF687-8B06-4CD8-98A5-8570DD870A49}" destId="{9847D985-3EFE-4018-AAB9-518C540D97AB}" srcOrd="0" destOrd="0" presId="urn:microsoft.com/office/officeart/2008/layout/LinedList"/>
    <dgm:cxn modelId="{CCA230CD-E363-428B-A409-EA9A09FAE61F}" type="presOf" srcId="{311389CD-B5CA-404C-9A95-E02DFAF68D8B}" destId="{3326F7BC-E4F3-406C-9292-6C0BB3737E42}" srcOrd="0" destOrd="0" presId="urn:microsoft.com/office/officeart/2008/layout/LinedList"/>
    <dgm:cxn modelId="{4B7581ED-6A61-4E3E-BDA6-47211EC02103}" srcId="{2A41BF27-0A62-45A4-876D-5AC2A5E99937}" destId="{311389CD-B5CA-404C-9A95-E02DFAF68D8B}" srcOrd="0" destOrd="0" parTransId="{6EE0405C-78D7-46A2-9D78-1420AA9EEC18}" sibTransId="{B2D2BFD5-AEB6-4105-9E1D-3DEE595B469D}"/>
    <dgm:cxn modelId="{ABE447EF-EFAB-4D32-8A5B-9CBB1075374A}" type="presOf" srcId="{2A41BF27-0A62-45A4-876D-5AC2A5E99937}" destId="{61506218-5026-4C0B-BFE6-DE817296E349}" srcOrd="0" destOrd="0" presId="urn:microsoft.com/office/officeart/2008/layout/LinedList"/>
    <dgm:cxn modelId="{379F4DAC-EBD2-4028-B64A-EE55725CA44F}" type="presParOf" srcId="{61506218-5026-4C0B-BFE6-DE817296E349}" destId="{49DFF7B0-75F2-4879-944C-72752A21A82F}" srcOrd="0" destOrd="0" presId="urn:microsoft.com/office/officeart/2008/layout/LinedList"/>
    <dgm:cxn modelId="{29692CA1-75D3-40EB-B1BB-DE70D050DF1F}" type="presParOf" srcId="{61506218-5026-4C0B-BFE6-DE817296E349}" destId="{97FE5142-B866-4D2A-BCDF-3B3E905261AB}" srcOrd="1" destOrd="0" presId="urn:microsoft.com/office/officeart/2008/layout/LinedList"/>
    <dgm:cxn modelId="{6B25ECAE-6F3E-4E7F-A41D-A989301FACAC}" type="presParOf" srcId="{97FE5142-B866-4D2A-BCDF-3B3E905261AB}" destId="{3326F7BC-E4F3-406C-9292-6C0BB3737E42}" srcOrd="0" destOrd="0" presId="urn:microsoft.com/office/officeart/2008/layout/LinedList"/>
    <dgm:cxn modelId="{C4A161F4-6990-4788-8369-35889668F2B1}" type="presParOf" srcId="{97FE5142-B866-4D2A-BCDF-3B3E905261AB}" destId="{4B118929-B7B2-4819-B9E8-7E84DEB42DF8}" srcOrd="1" destOrd="0" presId="urn:microsoft.com/office/officeart/2008/layout/LinedList"/>
    <dgm:cxn modelId="{83D39BDF-6B01-46AA-A7C1-B9DE519F2C5D}" type="presParOf" srcId="{61506218-5026-4C0B-BFE6-DE817296E349}" destId="{43E0AC98-5F45-4CBC-9729-D214B53FEB53}" srcOrd="2" destOrd="0" presId="urn:microsoft.com/office/officeart/2008/layout/LinedList"/>
    <dgm:cxn modelId="{DFEABB2D-0386-47BD-9027-37714CD87BBD}" type="presParOf" srcId="{61506218-5026-4C0B-BFE6-DE817296E349}" destId="{98770553-61FF-433B-AF98-0EE30BE6111C}" srcOrd="3" destOrd="0" presId="urn:microsoft.com/office/officeart/2008/layout/LinedList"/>
    <dgm:cxn modelId="{499A08E3-15B7-4AA0-BA9D-B5EB78E83ADE}" type="presParOf" srcId="{98770553-61FF-433B-AF98-0EE30BE6111C}" destId="{9847D985-3EFE-4018-AAB9-518C540D97AB}" srcOrd="0" destOrd="0" presId="urn:microsoft.com/office/officeart/2008/layout/LinedList"/>
    <dgm:cxn modelId="{C64AA7AE-1A86-43B1-91C6-BA2EBD3898CB}" type="presParOf" srcId="{98770553-61FF-433B-AF98-0EE30BE6111C}" destId="{94CB8F25-26D6-4CF3-ABAF-F85D7AA91B7E}" srcOrd="1" destOrd="0" presId="urn:microsoft.com/office/officeart/2008/layout/LinedList"/>
    <dgm:cxn modelId="{892F1AEC-28D8-4D0B-AB25-07F0ABBF3405}" type="presParOf" srcId="{61506218-5026-4C0B-BFE6-DE817296E349}" destId="{56E19B8C-164E-405A-9222-96B61C515D38}" srcOrd="4" destOrd="0" presId="urn:microsoft.com/office/officeart/2008/layout/LinedList"/>
    <dgm:cxn modelId="{7439586E-ADA3-493C-A144-5D6A92CFAC2E}" type="presParOf" srcId="{61506218-5026-4C0B-BFE6-DE817296E349}" destId="{9E27A8F9-517B-4929-8E09-0A109913F4C6}" srcOrd="5" destOrd="0" presId="urn:microsoft.com/office/officeart/2008/layout/LinedList"/>
    <dgm:cxn modelId="{9FC9C825-5E06-4508-8413-FF0796A7238B}" type="presParOf" srcId="{9E27A8F9-517B-4929-8E09-0A109913F4C6}" destId="{5A328B17-10F8-435C-BE3B-B88D6774B4A1}" srcOrd="0" destOrd="0" presId="urn:microsoft.com/office/officeart/2008/layout/LinedList"/>
    <dgm:cxn modelId="{76EBE735-11E3-43FE-9858-2DC93C9AE688}" type="presParOf" srcId="{9E27A8F9-517B-4929-8E09-0A109913F4C6}" destId="{C8732489-DACF-4FD5-BD3F-35E05FA10A3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F0CAE2F-1B8A-4C21-BA16-A6D4165A41F5}" type="doc">
      <dgm:prSet loTypeId="urn:microsoft.com/office/officeart/2008/layout/LinedList" loCatId="list" qsTypeId="urn:microsoft.com/office/officeart/2005/8/quickstyle/simple2" qsCatId="simple" csTypeId="urn:microsoft.com/office/officeart/2005/8/colors/accent6_2" csCatId="accent6"/>
      <dgm:spPr/>
      <dgm:t>
        <a:bodyPr/>
        <a:lstStyle/>
        <a:p>
          <a:endParaRPr lang="en-US"/>
        </a:p>
      </dgm:t>
    </dgm:pt>
    <dgm:pt modelId="{26E00514-F6D8-40A7-81F2-FCFF17DEBCF9}">
      <dgm:prSet/>
      <dgm:spPr/>
      <dgm:t>
        <a:bodyPr/>
        <a:lstStyle/>
        <a:p>
          <a:r>
            <a:rPr lang="es-ES" i="0"/>
            <a:t>During Lunch Break…..</a:t>
          </a:r>
          <a:endParaRPr lang="en-US"/>
        </a:p>
      </dgm:t>
    </dgm:pt>
    <dgm:pt modelId="{7428DC67-6CEB-489D-990D-8E350853F398}" type="parTrans" cxnId="{849E4198-7873-4A1C-8984-C729E35B7E22}">
      <dgm:prSet/>
      <dgm:spPr/>
      <dgm:t>
        <a:bodyPr/>
        <a:lstStyle/>
        <a:p>
          <a:endParaRPr lang="en-US"/>
        </a:p>
      </dgm:t>
    </dgm:pt>
    <dgm:pt modelId="{72796D98-1DC2-4977-A075-F6FB74F6ABCB}" type="sibTrans" cxnId="{849E4198-7873-4A1C-8984-C729E35B7E22}">
      <dgm:prSet/>
      <dgm:spPr/>
      <dgm:t>
        <a:bodyPr/>
        <a:lstStyle/>
        <a:p>
          <a:endParaRPr lang="en-US"/>
        </a:p>
      </dgm:t>
    </dgm:pt>
    <dgm:pt modelId="{48A47784-9D3A-4E80-9B27-8945CC16770C}">
      <dgm:prSet/>
      <dgm:spPr/>
      <dgm:t>
        <a:bodyPr/>
        <a:lstStyle/>
        <a:p>
          <a:r>
            <a:rPr lang="es-ES" i="0"/>
            <a:t>In a Productive Atmosphere</a:t>
          </a:r>
          <a:r>
            <a:rPr lang="es-ES"/>
            <a:t>……</a:t>
          </a:r>
          <a:endParaRPr lang="en-US"/>
        </a:p>
      </dgm:t>
    </dgm:pt>
    <dgm:pt modelId="{7B413CF4-A830-441A-8E40-A609B811E6D7}" type="parTrans" cxnId="{0FA1B3C6-C76C-478E-9DA0-0D0684966828}">
      <dgm:prSet/>
      <dgm:spPr/>
      <dgm:t>
        <a:bodyPr/>
        <a:lstStyle/>
        <a:p>
          <a:endParaRPr lang="en-US"/>
        </a:p>
      </dgm:t>
    </dgm:pt>
    <dgm:pt modelId="{3C7D0459-6AAC-49EC-B0CE-142C0D0EF3F5}" type="sibTrans" cxnId="{0FA1B3C6-C76C-478E-9DA0-0D0684966828}">
      <dgm:prSet/>
      <dgm:spPr/>
      <dgm:t>
        <a:bodyPr/>
        <a:lstStyle/>
        <a:p>
          <a:endParaRPr lang="en-US"/>
        </a:p>
      </dgm:t>
    </dgm:pt>
    <dgm:pt modelId="{E9876C14-EE6A-4C0F-B0E4-BFA363C34145}">
      <dgm:prSet/>
      <dgm:spPr/>
      <dgm:t>
        <a:bodyPr/>
        <a:lstStyle/>
        <a:p>
          <a:r>
            <a:rPr lang="es-ES" i="0"/>
            <a:t>At a Business Conference</a:t>
          </a:r>
          <a:r>
            <a:rPr lang="es-ES"/>
            <a:t>…… </a:t>
          </a:r>
          <a:endParaRPr lang="en-US"/>
        </a:p>
      </dgm:t>
    </dgm:pt>
    <dgm:pt modelId="{DC4B1BC1-83AE-436E-BE89-C668B2E56232}" type="parTrans" cxnId="{3C9E1306-6556-42F3-87E8-078B67363C72}">
      <dgm:prSet/>
      <dgm:spPr/>
      <dgm:t>
        <a:bodyPr/>
        <a:lstStyle/>
        <a:p>
          <a:endParaRPr lang="en-US"/>
        </a:p>
      </dgm:t>
    </dgm:pt>
    <dgm:pt modelId="{E51142C2-417D-4758-97ED-AB7FEDFF2340}" type="sibTrans" cxnId="{3C9E1306-6556-42F3-87E8-078B67363C72}">
      <dgm:prSet/>
      <dgm:spPr/>
      <dgm:t>
        <a:bodyPr/>
        <a:lstStyle/>
        <a:p>
          <a:endParaRPr lang="en-US"/>
        </a:p>
      </dgm:t>
    </dgm:pt>
    <dgm:pt modelId="{1BDED3B2-C9D8-439C-A9C9-53FB3CBF5EE5}">
      <dgm:prSet/>
      <dgm:spPr/>
      <dgm:t>
        <a:bodyPr/>
        <a:lstStyle/>
        <a:p>
          <a:r>
            <a:rPr lang="es-ES" i="0"/>
            <a:t>On a Regular Basis……</a:t>
          </a:r>
          <a:endParaRPr lang="en-US"/>
        </a:p>
      </dgm:t>
    </dgm:pt>
    <dgm:pt modelId="{12A5F449-8C73-4796-A4DF-8ECE34484B79}" type="parTrans" cxnId="{66047E62-1A5A-4553-92C1-4AD6D1819B06}">
      <dgm:prSet/>
      <dgm:spPr/>
      <dgm:t>
        <a:bodyPr/>
        <a:lstStyle/>
        <a:p>
          <a:endParaRPr lang="en-US"/>
        </a:p>
      </dgm:t>
    </dgm:pt>
    <dgm:pt modelId="{A584396B-538A-49BD-9DD0-7422D99C3E1F}" type="sibTrans" cxnId="{66047E62-1A5A-4553-92C1-4AD6D1819B06}">
      <dgm:prSet/>
      <dgm:spPr/>
      <dgm:t>
        <a:bodyPr/>
        <a:lstStyle/>
        <a:p>
          <a:endParaRPr lang="en-US"/>
        </a:p>
      </dgm:t>
    </dgm:pt>
    <dgm:pt modelId="{C97D0B53-5076-401C-A131-BBC9DE25AEE1}">
      <dgm:prSet/>
      <dgm:spPr/>
      <dgm:t>
        <a:bodyPr/>
        <a:lstStyle/>
        <a:p>
          <a:r>
            <a:rPr lang="es-ES" i="0"/>
            <a:t>In a Supportive Team</a:t>
          </a:r>
          <a:r>
            <a:rPr lang="es-ES"/>
            <a:t>……</a:t>
          </a:r>
          <a:endParaRPr lang="en-US"/>
        </a:p>
      </dgm:t>
    </dgm:pt>
    <dgm:pt modelId="{282ECBD0-0B4D-44A1-96DE-EC9989A46632}" type="parTrans" cxnId="{0F987595-C391-45AF-9527-67366E0C442C}">
      <dgm:prSet/>
      <dgm:spPr/>
      <dgm:t>
        <a:bodyPr/>
        <a:lstStyle/>
        <a:p>
          <a:endParaRPr lang="en-US"/>
        </a:p>
      </dgm:t>
    </dgm:pt>
    <dgm:pt modelId="{D2C8ECA4-3EBB-4FCF-83CD-732346270691}" type="sibTrans" cxnId="{0F987595-C391-45AF-9527-67366E0C442C}">
      <dgm:prSet/>
      <dgm:spPr/>
      <dgm:t>
        <a:bodyPr/>
        <a:lstStyle/>
        <a:p>
          <a:endParaRPr lang="en-US"/>
        </a:p>
      </dgm:t>
    </dgm:pt>
    <dgm:pt modelId="{39BE9AF8-41A1-4E6E-B229-3C949A7DD041}">
      <dgm:prSet/>
      <dgm:spPr/>
      <dgm:t>
        <a:bodyPr/>
        <a:lstStyle/>
        <a:p>
          <a:r>
            <a:rPr lang="es-ES" i="0"/>
            <a:t>During a Coffee Break……</a:t>
          </a:r>
          <a:endParaRPr lang="en-US"/>
        </a:p>
      </dgm:t>
    </dgm:pt>
    <dgm:pt modelId="{32FAE8D9-2201-4FEB-BFAE-3DDF372338D3}" type="parTrans" cxnId="{D90E381F-0F08-4ED3-950A-3B907C7103E5}">
      <dgm:prSet/>
      <dgm:spPr/>
      <dgm:t>
        <a:bodyPr/>
        <a:lstStyle/>
        <a:p>
          <a:endParaRPr lang="en-US"/>
        </a:p>
      </dgm:t>
    </dgm:pt>
    <dgm:pt modelId="{2D1144DD-BDE9-47CC-A787-D2BBB96D6356}" type="sibTrans" cxnId="{D90E381F-0F08-4ED3-950A-3B907C7103E5}">
      <dgm:prSet/>
      <dgm:spPr/>
      <dgm:t>
        <a:bodyPr/>
        <a:lstStyle/>
        <a:p>
          <a:endParaRPr lang="en-US"/>
        </a:p>
      </dgm:t>
    </dgm:pt>
    <dgm:pt modelId="{EFF761C8-B23C-418C-B2F3-C2D8FB8D3C86}">
      <dgm:prSet/>
      <dgm:spPr/>
      <dgm:t>
        <a:bodyPr/>
        <a:lstStyle/>
        <a:p>
          <a:r>
            <a:rPr lang="en-GB" i="0"/>
            <a:t>At the End of the Day…..</a:t>
          </a:r>
          <a:endParaRPr lang="en-US"/>
        </a:p>
      </dgm:t>
    </dgm:pt>
    <dgm:pt modelId="{C919C1B3-5C80-46EC-8E7A-4CA2EB93053B}" type="parTrans" cxnId="{E7E604AA-E9FE-4E1A-8D94-3B9D33BA2193}">
      <dgm:prSet/>
      <dgm:spPr/>
      <dgm:t>
        <a:bodyPr/>
        <a:lstStyle/>
        <a:p>
          <a:endParaRPr lang="en-US"/>
        </a:p>
      </dgm:t>
    </dgm:pt>
    <dgm:pt modelId="{FCC0D6D3-38CE-4C7D-8376-A41A2FBEB9C1}" type="sibTrans" cxnId="{E7E604AA-E9FE-4E1A-8D94-3B9D33BA2193}">
      <dgm:prSet/>
      <dgm:spPr/>
      <dgm:t>
        <a:bodyPr/>
        <a:lstStyle/>
        <a:p>
          <a:endParaRPr lang="en-US"/>
        </a:p>
      </dgm:t>
    </dgm:pt>
    <dgm:pt modelId="{37F07A5B-88DC-4BAA-BBCD-757EA8DF066D}" type="pres">
      <dgm:prSet presAssocID="{2F0CAE2F-1B8A-4C21-BA16-A6D4165A41F5}" presName="vert0" presStyleCnt="0">
        <dgm:presLayoutVars>
          <dgm:dir/>
          <dgm:animOne val="branch"/>
          <dgm:animLvl val="lvl"/>
        </dgm:presLayoutVars>
      </dgm:prSet>
      <dgm:spPr/>
    </dgm:pt>
    <dgm:pt modelId="{DB77A3FA-ADC6-4EFB-BBA6-99E241D857A9}" type="pres">
      <dgm:prSet presAssocID="{26E00514-F6D8-40A7-81F2-FCFF17DEBCF9}" presName="thickLine" presStyleLbl="alignNode1" presStyleIdx="0" presStyleCnt="7"/>
      <dgm:spPr/>
    </dgm:pt>
    <dgm:pt modelId="{BC2877EB-AC62-4EF6-B5E5-B53336CC5AC8}" type="pres">
      <dgm:prSet presAssocID="{26E00514-F6D8-40A7-81F2-FCFF17DEBCF9}" presName="horz1" presStyleCnt="0"/>
      <dgm:spPr/>
    </dgm:pt>
    <dgm:pt modelId="{87AFD5FF-34AE-4616-BE8A-3A8708340E9F}" type="pres">
      <dgm:prSet presAssocID="{26E00514-F6D8-40A7-81F2-FCFF17DEBCF9}" presName="tx1" presStyleLbl="revTx" presStyleIdx="0" presStyleCnt="7"/>
      <dgm:spPr/>
    </dgm:pt>
    <dgm:pt modelId="{7BA8F5D4-25EA-4E39-B135-439810BB6296}" type="pres">
      <dgm:prSet presAssocID="{26E00514-F6D8-40A7-81F2-FCFF17DEBCF9}" presName="vert1" presStyleCnt="0"/>
      <dgm:spPr/>
    </dgm:pt>
    <dgm:pt modelId="{A33EC247-B28E-4ED9-A861-BBE14347DFD8}" type="pres">
      <dgm:prSet presAssocID="{48A47784-9D3A-4E80-9B27-8945CC16770C}" presName="thickLine" presStyleLbl="alignNode1" presStyleIdx="1" presStyleCnt="7"/>
      <dgm:spPr/>
    </dgm:pt>
    <dgm:pt modelId="{124DB27C-2F77-4095-9A7D-8A94EFCBC9E1}" type="pres">
      <dgm:prSet presAssocID="{48A47784-9D3A-4E80-9B27-8945CC16770C}" presName="horz1" presStyleCnt="0"/>
      <dgm:spPr/>
    </dgm:pt>
    <dgm:pt modelId="{F27FF6C7-B4EF-4E0B-92D7-158A1673D3D9}" type="pres">
      <dgm:prSet presAssocID="{48A47784-9D3A-4E80-9B27-8945CC16770C}" presName="tx1" presStyleLbl="revTx" presStyleIdx="1" presStyleCnt="7"/>
      <dgm:spPr/>
    </dgm:pt>
    <dgm:pt modelId="{6EA58F4D-DC41-42F0-B1E6-914A20444AE7}" type="pres">
      <dgm:prSet presAssocID="{48A47784-9D3A-4E80-9B27-8945CC16770C}" presName="vert1" presStyleCnt="0"/>
      <dgm:spPr/>
    </dgm:pt>
    <dgm:pt modelId="{A2CDD0A7-479E-4701-BEF1-BF4BA58508AA}" type="pres">
      <dgm:prSet presAssocID="{E9876C14-EE6A-4C0F-B0E4-BFA363C34145}" presName="thickLine" presStyleLbl="alignNode1" presStyleIdx="2" presStyleCnt="7"/>
      <dgm:spPr/>
    </dgm:pt>
    <dgm:pt modelId="{CED92252-8A8C-4E3D-BB06-87B5C72DD2D4}" type="pres">
      <dgm:prSet presAssocID="{E9876C14-EE6A-4C0F-B0E4-BFA363C34145}" presName="horz1" presStyleCnt="0"/>
      <dgm:spPr/>
    </dgm:pt>
    <dgm:pt modelId="{E0BA7364-FB79-4F3D-95DB-4E23B12350DD}" type="pres">
      <dgm:prSet presAssocID="{E9876C14-EE6A-4C0F-B0E4-BFA363C34145}" presName="tx1" presStyleLbl="revTx" presStyleIdx="2" presStyleCnt="7"/>
      <dgm:spPr/>
    </dgm:pt>
    <dgm:pt modelId="{FE4A6FD4-0B8E-4DE0-BC47-C04900A987F6}" type="pres">
      <dgm:prSet presAssocID="{E9876C14-EE6A-4C0F-B0E4-BFA363C34145}" presName="vert1" presStyleCnt="0"/>
      <dgm:spPr/>
    </dgm:pt>
    <dgm:pt modelId="{483DFCB0-E2BA-410B-B70C-F8BD22663D56}" type="pres">
      <dgm:prSet presAssocID="{1BDED3B2-C9D8-439C-A9C9-53FB3CBF5EE5}" presName="thickLine" presStyleLbl="alignNode1" presStyleIdx="3" presStyleCnt="7"/>
      <dgm:spPr/>
    </dgm:pt>
    <dgm:pt modelId="{B93BDD8A-C793-4741-9FB9-DDB06E2EC311}" type="pres">
      <dgm:prSet presAssocID="{1BDED3B2-C9D8-439C-A9C9-53FB3CBF5EE5}" presName="horz1" presStyleCnt="0"/>
      <dgm:spPr/>
    </dgm:pt>
    <dgm:pt modelId="{37100632-9699-4DFB-B92F-ECADF589AE7E}" type="pres">
      <dgm:prSet presAssocID="{1BDED3B2-C9D8-439C-A9C9-53FB3CBF5EE5}" presName="tx1" presStyleLbl="revTx" presStyleIdx="3" presStyleCnt="7"/>
      <dgm:spPr/>
    </dgm:pt>
    <dgm:pt modelId="{4CF82487-F97A-43F6-8D27-653970AD70C2}" type="pres">
      <dgm:prSet presAssocID="{1BDED3B2-C9D8-439C-A9C9-53FB3CBF5EE5}" presName="vert1" presStyleCnt="0"/>
      <dgm:spPr/>
    </dgm:pt>
    <dgm:pt modelId="{7B1155C9-AF42-4488-86CE-159EEC6A91DF}" type="pres">
      <dgm:prSet presAssocID="{C97D0B53-5076-401C-A131-BBC9DE25AEE1}" presName="thickLine" presStyleLbl="alignNode1" presStyleIdx="4" presStyleCnt="7"/>
      <dgm:spPr/>
    </dgm:pt>
    <dgm:pt modelId="{F1B31C29-F2D7-4165-AC99-D316604D07DB}" type="pres">
      <dgm:prSet presAssocID="{C97D0B53-5076-401C-A131-BBC9DE25AEE1}" presName="horz1" presStyleCnt="0"/>
      <dgm:spPr/>
    </dgm:pt>
    <dgm:pt modelId="{9DAC6702-405D-46B4-9463-8DC2A3FE3305}" type="pres">
      <dgm:prSet presAssocID="{C97D0B53-5076-401C-A131-BBC9DE25AEE1}" presName="tx1" presStyleLbl="revTx" presStyleIdx="4" presStyleCnt="7"/>
      <dgm:spPr/>
    </dgm:pt>
    <dgm:pt modelId="{E401A9DA-840B-439A-ABA0-6CAEDF33F938}" type="pres">
      <dgm:prSet presAssocID="{C97D0B53-5076-401C-A131-BBC9DE25AEE1}" presName="vert1" presStyleCnt="0"/>
      <dgm:spPr/>
    </dgm:pt>
    <dgm:pt modelId="{58993DD2-84EB-4CB6-9E7B-8E0DBC7EEF05}" type="pres">
      <dgm:prSet presAssocID="{39BE9AF8-41A1-4E6E-B229-3C949A7DD041}" presName="thickLine" presStyleLbl="alignNode1" presStyleIdx="5" presStyleCnt="7"/>
      <dgm:spPr/>
    </dgm:pt>
    <dgm:pt modelId="{66313989-8948-4372-9E54-3E47BF0A089A}" type="pres">
      <dgm:prSet presAssocID="{39BE9AF8-41A1-4E6E-B229-3C949A7DD041}" presName="horz1" presStyleCnt="0"/>
      <dgm:spPr/>
    </dgm:pt>
    <dgm:pt modelId="{660AC0F3-823E-4721-B9AE-3950CE4603AF}" type="pres">
      <dgm:prSet presAssocID="{39BE9AF8-41A1-4E6E-B229-3C949A7DD041}" presName="tx1" presStyleLbl="revTx" presStyleIdx="5" presStyleCnt="7"/>
      <dgm:spPr/>
    </dgm:pt>
    <dgm:pt modelId="{1B1B99C3-BD7F-4E22-A960-654EE7B95A2B}" type="pres">
      <dgm:prSet presAssocID="{39BE9AF8-41A1-4E6E-B229-3C949A7DD041}" presName="vert1" presStyleCnt="0"/>
      <dgm:spPr/>
    </dgm:pt>
    <dgm:pt modelId="{19D83BCD-98A4-4BE4-998E-8247F51D0BF1}" type="pres">
      <dgm:prSet presAssocID="{EFF761C8-B23C-418C-B2F3-C2D8FB8D3C86}" presName="thickLine" presStyleLbl="alignNode1" presStyleIdx="6" presStyleCnt="7"/>
      <dgm:spPr/>
    </dgm:pt>
    <dgm:pt modelId="{0D477BC5-D239-41F2-9778-CDC9312BB074}" type="pres">
      <dgm:prSet presAssocID="{EFF761C8-B23C-418C-B2F3-C2D8FB8D3C86}" presName="horz1" presStyleCnt="0"/>
      <dgm:spPr/>
    </dgm:pt>
    <dgm:pt modelId="{CA0FBCA3-C705-4ED5-B6D9-CAD1EB544A68}" type="pres">
      <dgm:prSet presAssocID="{EFF761C8-B23C-418C-B2F3-C2D8FB8D3C86}" presName="tx1" presStyleLbl="revTx" presStyleIdx="6" presStyleCnt="7"/>
      <dgm:spPr/>
    </dgm:pt>
    <dgm:pt modelId="{058C2194-A17C-48F8-BBF1-ED64D3EFDCC6}" type="pres">
      <dgm:prSet presAssocID="{EFF761C8-B23C-418C-B2F3-C2D8FB8D3C86}" presName="vert1" presStyleCnt="0"/>
      <dgm:spPr/>
    </dgm:pt>
  </dgm:ptLst>
  <dgm:cxnLst>
    <dgm:cxn modelId="{3C9E1306-6556-42F3-87E8-078B67363C72}" srcId="{2F0CAE2F-1B8A-4C21-BA16-A6D4165A41F5}" destId="{E9876C14-EE6A-4C0F-B0E4-BFA363C34145}" srcOrd="2" destOrd="0" parTransId="{DC4B1BC1-83AE-436E-BE89-C668B2E56232}" sibTransId="{E51142C2-417D-4758-97ED-AB7FEDFF2340}"/>
    <dgm:cxn modelId="{DBD58A0B-9010-40B5-B892-B874F6EB1954}" type="presOf" srcId="{EFF761C8-B23C-418C-B2F3-C2D8FB8D3C86}" destId="{CA0FBCA3-C705-4ED5-B6D9-CAD1EB544A68}" srcOrd="0" destOrd="0" presId="urn:microsoft.com/office/officeart/2008/layout/LinedList"/>
    <dgm:cxn modelId="{D90E381F-0F08-4ED3-950A-3B907C7103E5}" srcId="{2F0CAE2F-1B8A-4C21-BA16-A6D4165A41F5}" destId="{39BE9AF8-41A1-4E6E-B229-3C949A7DD041}" srcOrd="5" destOrd="0" parTransId="{32FAE8D9-2201-4FEB-BFAE-3DDF372338D3}" sibTransId="{2D1144DD-BDE9-47CC-A787-D2BBB96D6356}"/>
    <dgm:cxn modelId="{66047E62-1A5A-4553-92C1-4AD6D1819B06}" srcId="{2F0CAE2F-1B8A-4C21-BA16-A6D4165A41F5}" destId="{1BDED3B2-C9D8-439C-A9C9-53FB3CBF5EE5}" srcOrd="3" destOrd="0" parTransId="{12A5F449-8C73-4796-A4DF-8ECE34484B79}" sibTransId="{A584396B-538A-49BD-9DD0-7422D99C3E1F}"/>
    <dgm:cxn modelId="{CF466556-C477-48CB-9367-5AFC1BFCA608}" type="presOf" srcId="{C97D0B53-5076-401C-A131-BBC9DE25AEE1}" destId="{9DAC6702-405D-46B4-9463-8DC2A3FE3305}" srcOrd="0" destOrd="0" presId="urn:microsoft.com/office/officeart/2008/layout/LinedList"/>
    <dgm:cxn modelId="{D9F8647F-CBE7-48FA-A927-B2A5C7E92A68}" type="presOf" srcId="{2F0CAE2F-1B8A-4C21-BA16-A6D4165A41F5}" destId="{37F07A5B-88DC-4BAA-BBCD-757EA8DF066D}" srcOrd="0" destOrd="0" presId="urn:microsoft.com/office/officeart/2008/layout/LinedList"/>
    <dgm:cxn modelId="{3FB5418A-1411-462E-87C7-42FE7B6784B6}" type="presOf" srcId="{1BDED3B2-C9D8-439C-A9C9-53FB3CBF5EE5}" destId="{37100632-9699-4DFB-B92F-ECADF589AE7E}" srcOrd="0" destOrd="0" presId="urn:microsoft.com/office/officeart/2008/layout/LinedList"/>
    <dgm:cxn modelId="{0F987595-C391-45AF-9527-67366E0C442C}" srcId="{2F0CAE2F-1B8A-4C21-BA16-A6D4165A41F5}" destId="{C97D0B53-5076-401C-A131-BBC9DE25AEE1}" srcOrd="4" destOrd="0" parTransId="{282ECBD0-0B4D-44A1-96DE-EC9989A46632}" sibTransId="{D2C8ECA4-3EBB-4FCF-83CD-732346270691}"/>
    <dgm:cxn modelId="{849E4198-7873-4A1C-8984-C729E35B7E22}" srcId="{2F0CAE2F-1B8A-4C21-BA16-A6D4165A41F5}" destId="{26E00514-F6D8-40A7-81F2-FCFF17DEBCF9}" srcOrd="0" destOrd="0" parTransId="{7428DC67-6CEB-489D-990D-8E350853F398}" sibTransId="{72796D98-1DC2-4977-A075-F6FB74F6ABCB}"/>
    <dgm:cxn modelId="{6E765799-F28A-48E3-AA1A-BD3A62FFA7D5}" type="presOf" srcId="{26E00514-F6D8-40A7-81F2-FCFF17DEBCF9}" destId="{87AFD5FF-34AE-4616-BE8A-3A8708340E9F}" srcOrd="0" destOrd="0" presId="urn:microsoft.com/office/officeart/2008/layout/LinedList"/>
    <dgm:cxn modelId="{E7E604AA-E9FE-4E1A-8D94-3B9D33BA2193}" srcId="{2F0CAE2F-1B8A-4C21-BA16-A6D4165A41F5}" destId="{EFF761C8-B23C-418C-B2F3-C2D8FB8D3C86}" srcOrd="6" destOrd="0" parTransId="{C919C1B3-5C80-46EC-8E7A-4CA2EB93053B}" sibTransId="{FCC0D6D3-38CE-4C7D-8376-A41A2FBEB9C1}"/>
    <dgm:cxn modelId="{1F49CCB4-44F8-4020-8510-FDF25415A7C0}" type="presOf" srcId="{48A47784-9D3A-4E80-9B27-8945CC16770C}" destId="{F27FF6C7-B4EF-4E0B-92D7-158A1673D3D9}" srcOrd="0" destOrd="0" presId="urn:microsoft.com/office/officeart/2008/layout/LinedList"/>
    <dgm:cxn modelId="{0FA1B3C6-C76C-478E-9DA0-0D0684966828}" srcId="{2F0CAE2F-1B8A-4C21-BA16-A6D4165A41F5}" destId="{48A47784-9D3A-4E80-9B27-8945CC16770C}" srcOrd="1" destOrd="0" parTransId="{7B413CF4-A830-441A-8E40-A609B811E6D7}" sibTransId="{3C7D0459-6AAC-49EC-B0CE-142C0D0EF3F5}"/>
    <dgm:cxn modelId="{6A827ADB-0F33-4EF7-B955-366BE3FD8768}" type="presOf" srcId="{39BE9AF8-41A1-4E6E-B229-3C949A7DD041}" destId="{660AC0F3-823E-4721-B9AE-3950CE4603AF}" srcOrd="0" destOrd="0" presId="urn:microsoft.com/office/officeart/2008/layout/LinedList"/>
    <dgm:cxn modelId="{254ABFEC-3AAA-47DC-8E1C-F24242384AD9}" type="presOf" srcId="{E9876C14-EE6A-4C0F-B0E4-BFA363C34145}" destId="{E0BA7364-FB79-4F3D-95DB-4E23B12350DD}" srcOrd="0" destOrd="0" presId="urn:microsoft.com/office/officeart/2008/layout/LinedList"/>
    <dgm:cxn modelId="{ECFD43F7-069E-4878-A956-F8505479B73D}" type="presParOf" srcId="{37F07A5B-88DC-4BAA-BBCD-757EA8DF066D}" destId="{DB77A3FA-ADC6-4EFB-BBA6-99E241D857A9}" srcOrd="0" destOrd="0" presId="urn:microsoft.com/office/officeart/2008/layout/LinedList"/>
    <dgm:cxn modelId="{AFAAA970-0041-492F-85E0-44BE94EC0661}" type="presParOf" srcId="{37F07A5B-88DC-4BAA-BBCD-757EA8DF066D}" destId="{BC2877EB-AC62-4EF6-B5E5-B53336CC5AC8}" srcOrd="1" destOrd="0" presId="urn:microsoft.com/office/officeart/2008/layout/LinedList"/>
    <dgm:cxn modelId="{036205EF-88F0-4672-B8B1-00122B4DEDE0}" type="presParOf" srcId="{BC2877EB-AC62-4EF6-B5E5-B53336CC5AC8}" destId="{87AFD5FF-34AE-4616-BE8A-3A8708340E9F}" srcOrd="0" destOrd="0" presId="urn:microsoft.com/office/officeart/2008/layout/LinedList"/>
    <dgm:cxn modelId="{45FE32D7-9942-4D12-A35A-5D5B9B34A65C}" type="presParOf" srcId="{BC2877EB-AC62-4EF6-B5E5-B53336CC5AC8}" destId="{7BA8F5D4-25EA-4E39-B135-439810BB6296}" srcOrd="1" destOrd="0" presId="urn:microsoft.com/office/officeart/2008/layout/LinedList"/>
    <dgm:cxn modelId="{52CF14CF-F7D7-4A1D-9645-6B526CE141C8}" type="presParOf" srcId="{37F07A5B-88DC-4BAA-BBCD-757EA8DF066D}" destId="{A33EC247-B28E-4ED9-A861-BBE14347DFD8}" srcOrd="2" destOrd="0" presId="urn:microsoft.com/office/officeart/2008/layout/LinedList"/>
    <dgm:cxn modelId="{AEDCCDED-CBD3-4B9D-9DB2-B42CC672ED6A}" type="presParOf" srcId="{37F07A5B-88DC-4BAA-BBCD-757EA8DF066D}" destId="{124DB27C-2F77-4095-9A7D-8A94EFCBC9E1}" srcOrd="3" destOrd="0" presId="urn:microsoft.com/office/officeart/2008/layout/LinedList"/>
    <dgm:cxn modelId="{75265A32-A774-4F90-B0A9-7E47771AF568}" type="presParOf" srcId="{124DB27C-2F77-4095-9A7D-8A94EFCBC9E1}" destId="{F27FF6C7-B4EF-4E0B-92D7-158A1673D3D9}" srcOrd="0" destOrd="0" presId="urn:microsoft.com/office/officeart/2008/layout/LinedList"/>
    <dgm:cxn modelId="{249A8D50-F3C4-4FBC-A426-93CF3589A8BF}" type="presParOf" srcId="{124DB27C-2F77-4095-9A7D-8A94EFCBC9E1}" destId="{6EA58F4D-DC41-42F0-B1E6-914A20444AE7}" srcOrd="1" destOrd="0" presId="urn:microsoft.com/office/officeart/2008/layout/LinedList"/>
    <dgm:cxn modelId="{D078FFA2-E39E-4AB6-B764-336AA1155D44}" type="presParOf" srcId="{37F07A5B-88DC-4BAA-BBCD-757EA8DF066D}" destId="{A2CDD0A7-479E-4701-BEF1-BF4BA58508AA}" srcOrd="4" destOrd="0" presId="urn:microsoft.com/office/officeart/2008/layout/LinedList"/>
    <dgm:cxn modelId="{9B90BFA0-2BB9-4509-B635-E7115B5D5677}" type="presParOf" srcId="{37F07A5B-88DC-4BAA-BBCD-757EA8DF066D}" destId="{CED92252-8A8C-4E3D-BB06-87B5C72DD2D4}" srcOrd="5" destOrd="0" presId="urn:microsoft.com/office/officeart/2008/layout/LinedList"/>
    <dgm:cxn modelId="{37DDFCF4-E04B-41B2-93DF-5C504D2FF95E}" type="presParOf" srcId="{CED92252-8A8C-4E3D-BB06-87B5C72DD2D4}" destId="{E0BA7364-FB79-4F3D-95DB-4E23B12350DD}" srcOrd="0" destOrd="0" presId="urn:microsoft.com/office/officeart/2008/layout/LinedList"/>
    <dgm:cxn modelId="{1B3AC9CD-74C3-413E-9864-1FE429F1FBFF}" type="presParOf" srcId="{CED92252-8A8C-4E3D-BB06-87B5C72DD2D4}" destId="{FE4A6FD4-0B8E-4DE0-BC47-C04900A987F6}" srcOrd="1" destOrd="0" presId="urn:microsoft.com/office/officeart/2008/layout/LinedList"/>
    <dgm:cxn modelId="{6D86B6EC-046D-44A4-80DC-C89EE62C0B49}" type="presParOf" srcId="{37F07A5B-88DC-4BAA-BBCD-757EA8DF066D}" destId="{483DFCB0-E2BA-410B-B70C-F8BD22663D56}" srcOrd="6" destOrd="0" presId="urn:microsoft.com/office/officeart/2008/layout/LinedList"/>
    <dgm:cxn modelId="{7ABE634F-9153-481F-ACFE-F88D9E290268}" type="presParOf" srcId="{37F07A5B-88DC-4BAA-BBCD-757EA8DF066D}" destId="{B93BDD8A-C793-4741-9FB9-DDB06E2EC311}" srcOrd="7" destOrd="0" presId="urn:microsoft.com/office/officeart/2008/layout/LinedList"/>
    <dgm:cxn modelId="{1D211ADE-12E3-457D-B844-B50A985CA2F5}" type="presParOf" srcId="{B93BDD8A-C793-4741-9FB9-DDB06E2EC311}" destId="{37100632-9699-4DFB-B92F-ECADF589AE7E}" srcOrd="0" destOrd="0" presId="urn:microsoft.com/office/officeart/2008/layout/LinedList"/>
    <dgm:cxn modelId="{29548E72-49CE-40D4-B4A3-7C4C163EADB7}" type="presParOf" srcId="{B93BDD8A-C793-4741-9FB9-DDB06E2EC311}" destId="{4CF82487-F97A-43F6-8D27-653970AD70C2}" srcOrd="1" destOrd="0" presId="urn:microsoft.com/office/officeart/2008/layout/LinedList"/>
    <dgm:cxn modelId="{96DD28FF-867E-49E0-95FA-7663F9A9AB2E}" type="presParOf" srcId="{37F07A5B-88DC-4BAA-BBCD-757EA8DF066D}" destId="{7B1155C9-AF42-4488-86CE-159EEC6A91DF}" srcOrd="8" destOrd="0" presId="urn:microsoft.com/office/officeart/2008/layout/LinedList"/>
    <dgm:cxn modelId="{1091A5BA-5A90-4B31-94DA-4A882401BBC8}" type="presParOf" srcId="{37F07A5B-88DC-4BAA-BBCD-757EA8DF066D}" destId="{F1B31C29-F2D7-4165-AC99-D316604D07DB}" srcOrd="9" destOrd="0" presId="urn:microsoft.com/office/officeart/2008/layout/LinedList"/>
    <dgm:cxn modelId="{73E08175-9352-4C3F-9AE0-F0EDDFE9F6A6}" type="presParOf" srcId="{F1B31C29-F2D7-4165-AC99-D316604D07DB}" destId="{9DAC6702-405D-46B4-9463-8DC2A3FE3305}" srcOrd="0" destOrd="0" presId="urn:microsoft.com/office/officeart/2008/layout/LinedList"/>
    <dgm:cxn modelId="{485057B2-6D39-4F51-BE9D-D929B8471F33}" type="presParOf" srcId="{F1B31C29-F2D7-4165-AC99-D316604D07DB}" destId="{E401A9DA-840B-439A-ABA0-6CAEDF33F938}" srcOrd="1" destOrd="0" presId="urn:microsoft.com/office/officeart/2008/layout/LinedList"/>
    <dgm:cxn modelId="{E9FA8357-D247-41BA-9035-F9F15E8E50B2}" type="presParOf" srcId="{37F07A5B-88DC-4BAA-BBCD-757EA8DF066D}" destId="{58993DD2-84EB-4CB6-9E7B-8E0DBC7EEF05}" srcOrd="10" destOrd="0" presId="urn:microsoft.com/office/officeart/2008/layout/LinedList"/>
    <dgm:cxn modelId="{588C1E64-8460-4C1B-BD52-EC1ECAE9C481}" type="presParOf" srcId="{37F07A5B-88DC-4BAA-BBCD-757EA8DF066D}" destId="{66313989-8948-4372-9E54-3E47BF0A089A}" srcOrd="11" destOrd="0" presId="urn:microsoft.com/office/officeart/2008/layout/LinedList"/>
    <dgm:cxn modelId="{EE76D2AF-E50B-4BA8-BC88-115A85214C6F}" type="presParOf" srcId="{66313989-8948-4372-9E54-3E47BF0A089A}" destId="{660AC0F3-823E-4721-B9AE-3950CE4603AF}" srcOrd="0" destOrd="0" presId="urn:microsoft.com/office/officeart/2008/layout/LinedList"/>
    <dgm:cxn modelId="{D98FE579-5FD9-4B71-AD76-ED7BACAF9FDE}" type="presParOf" srcId="{66313989-8948-4372-9E54-3E47BF0A089A}" destId="{1B1B99C3-BD7F-4E22-A960-654EE7B95A2B}" srcOrd="1" destOrd="0" presId="urn:microsoft.com/office/officeart/2008/layout/LinedList"/>
    <dgm:cxn modelId="{52C833AF-82E1-41C2-AA1A-015E9184DDD4}" type="presParOf" srcId="{37F07A5B-88DC-4BAA-BBCD-757EA8DF066D}" destId="{19D83BCD-98A4-4BE4-998E-8247F51D0BF1}" srcOrd="12" destOrd="0" presId="urn:microsoft.com/office/officeart/2008/layout/LinedList"/>
    <dgm:cxn modelId="{015F5EBF-4F29-4878-A02B-8C90B750EF16}" type="presParOf" srcId="{37F07A5B-88DC-4BAA-BBCD-757EA8DF066D}" destId="{0D477BC5-D239-41F2-9778-CDC9312BB074}" srcOrd="13" destOrd="0" presId="urn:microsoft.com/office/officeart/2008/layout/LinedList"/>
    <dgm:cxn modelId="{D123A1A4-469E-4BFE-8722-9A06AFD3E43C}" type="presParOf" srcId="{0D477BC5-D239-41F2-9778-CDC9312BB074}" destId="{CA0FBCA3-C705-4ED5-B6D9-CAD1EB544A68}" srcOrd="0" destOrd="0" presId="urn:microsoft.com/office/officeart/2008/layout/LinedList"/>
    <dgm:cxn modelId="{1B1FD602-42A5-4DB1-8490-60D5AE2A0B23}" type="presParOf" srcId="{0D477BC5-D239-41F2-9778-CDC9312BB074}" destId="{058C2194-A17C-48F8-BBF1-ED64D3EFDCC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F83A14-6CA8-440D-B078-160988F57963}">
      <dsp:nvSpPr>
        <dsp:cNvPr id="0" name=""/>
        <dsp:cNvSpPr/>
      </dsp:nvSpPr>
      <dsp:spPr>
        <a:xfrm>
          <a:off x="0" y="3248"/>
          <a:ext cx="10515600" cy="6653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84C800-7B99-48BA-9318-E48A9BC49B1A}">
      <dsp:nvSpPr>
        <dsp:cNvPr id="0" name=""/>
        <dsp:cNvSpPr/>
      </dsp:nvSpPr>
      <dsp:spPr>
        <a:xfrm>
          <a:off x="201278" y="152959"/>
          <a:ext cx="365960" cy="3659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E8067C-1D62-40AA-9F9E-D09C03682928}">
      <dsp:nvSpPr>
        <dsp:cNvPr id="0" name=""/>
        <dsp:cNvSpPr/>
      </dsp:nvSpPr>
      <dsp:spPr>
        <a:xfrm>
          <a:off x="768516" y="3248"/>
          <a:ext cx="4732020" cy="665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420" tIns="70420" rIns="70420" bIns="7042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Past Simple:</a:t>
          </a:r>
          <a:endParaRPr lang="en-US" sz="1600" kern="1200"/>
        </a:p>
      </dsp:txBody>
      <dsp:txXfrm>
        <a:off x="768516" y="3248"/>
        <a:ext cx="4732020" cy="665382"/>
      </dsp:txXfrm>
    </dsp:sp>
    <dsp:sp modelId="{CA5F04A0-1507-4D5F-851C-5497D211EDBB}">
      <dsp:nvSpPr>
        <dsp:cNvPr id="0" name=""/>
        <dsp:cNvSpPr/>
      </dsp:nvSpPr>
      <dsp:spPr>
        <a:xfrm>
          <a:off x="5500536" y="3248"/>
          <a:ext cx="5014312" cy="665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420" tIns="70420" rIns="70420" bIns="7042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Can you tell me about your first job? What did you do?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Describe a project you completed at work recently.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Did you have a favourite task or responsibility in your previous job?</a:t>
          </a:r>
          <a:endParaRPr lang="en-US" sz="1100" kern="1200"/>
        </a:p>
      </dsp:txBody>
      <dsp:txXfrm>
        <a:off x="5500536" y="3248"/>
        <a:ext cx="5014312" cy="665382"/>
      </dsp:txXfrm>
    </dsp:sp>
    <dsp:sp modelId="{5011821C-68CD-404A-8CFD-DA983B969DE1}">
      <dsp:nvSpPr>
        <dsp:cNvPr id="0" name=""/>
        <dsp:cNvSpPr/>
      </dsp:nvSpPr>
      <dsp:spPr>
        <a:xfrm>
          <a:off x="0" y="834976"/>
          <a:ext cx="10515600" cy="6653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1FDF70-5D06-4E4A-A194-D551A9A4463A}">
      <dsp:nvSpPr>
        <dsp:cNvPr id="0" name=""/>
        <dsp:cNvSpPr/>
      </dsp:nvSpPr>
      <dsp:spPr>
        <a:xfrm>
          <a:off x="201278" y="984687"/>
          <a:ext cx="365960" cy="3659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3D4C0B-D4F4-4038-A38D-CB5990FA5C7E}">
      <dsp:nvSpPr>
        <dsp:cNvPr id="0" name=""/>
        <dsp:cNvSpPr/>
      </dsp:nvSpPr>
      <dsp:spPr>
        <a:xfrm>
          <a:off x="768516" y="834976"/>
          <a:ext cx="4732020" cy="665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420" tIns="70420" rIns="70420" bIns="7042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Past Continuous:</a:t>
          </a:r>
          <a:endParaRPr lang="en-US" sz="1600" kern="1200"/>
        </a:p>
      </dsp:txBody>
      <dsp:txXfrm>
        <a:off x="768516" y="834976"/>
        <a:ext cx="4732020" cy="665382"/>
      </dsp:txXfrm>
    </dsp:sp>
    <dsp:sp modelId="{A32449E6-61A7-43EA-BE60-780937D7AFAD}">
      <dsp:nvSpPr>
        <dsp:cNvPr id="0" name=""/>
        <dsp:cNvSpPr/>
      </dsp:nvSpPr>
      <dsp:spPr>
        <a:xfrm>
          <a:off x="5500536" y="834976"/>
          <a:ext cx="5014312" cy="665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420" tIns="70420" rIns="70420" bIns="7042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What were you doing when you got your last job offer?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Describe a typical day at work last week using past continuous.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Can you share a story about a challenge you were facing at work in the past?</a:t>
          </a:r>
          <a:endParaRPr lang="en-US" sz="1100" kern="1200"/>
        </a:p>
      </dsp:txBody>
      <dsp:txXfrm>
        <a:off x="5500536" y="834976"/>
        <a:ext cx="5014312" cy="665382"/>
      </dsp:txXfrm>
    </dsp:sp>
    <dsp:sp modelId="{0CB3817D-A65C-4435-81B9-64EE94418A45}">
      <dsp:nvSpPr>
        <dsp:cNvPr id="0" name=""/>
        <dsp:cNvSpPr/>
      </dsp:nvSpPr>
      <dsp:spPr>
        <a:xfrm>
          <a:off x="0" y="1666703"/>
          <a:ext cx="10515600" cy="6653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DCD82E-A7E0-4739-8256-C1B2AC8CAB71}">
      <dsp:nvSpPr>
        <dsp:cNvPr id="0" name=""/>
        <dsp:cNvSpPr/>
      </dsp:nvSpPr>
      <dsp:spPr>
        <a:xfrm>
          <a:off x="201278" y="1816414"/>
          <a:ext cx="365960" cy="3659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96AE0D-C1C1-4543-8517-24142D1DEB78}">
      <dsp:nvSpPr>
        <dsp:cNvPr id="0" name=""/>
        <dsp:cNvSpPr/>
      </dsp:nvSpPr>
      <dsp:spPr>
        <a:xfrm>
          <a:off x="768516" y="1666703"/>
          <a:ext cx="4732020" cy="665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420" tIns="70420" rIns="70420" bIns="7042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Combining Past Simple and Past Continuous:</a:t>
          </a:r>
          <a:endParaRPr lang="en-US" sz="1600" kern="1200"/>
        </a:p>
      </dsp:txBody>
      <dsp:txXfrm>
        <a:off x="768516" y="1666703"/>
        <a:ext cx="4732020" cy="665382"/>
      </dsp:txXfrm>
    </dsp:sp>
    <dsp:sp modelId="{3279CFD5-91D6-43F1-A444-2F32772B3C76}">
      <dsp:nvSpPr>
        <dsp:cNvPr id="0" name=""/>
        <dsp:cNvSpPr/>
      </dsp:nvSpPr>
      <dsp:spPr>
        <a:xfrm>
          <a:off x="5500536" y="1666703"/>
          <a:ext cx="5014312" cy="665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420" tIns="70420" rIns="70420" bIns="7042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What were you working on when you realized you had to attend a meeting?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Describe a moment from your previous job where you were multitasking.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Can you talk about a day when you were really busy at work?</a:t>
          </a:r>
          <a:endParaRPr lang="en-US" sz="1100" kern="1200"/>
        </a:p>
      </dsp:txBody>
      <dsp:txXfrm>
        <a:off x="5500536" y="1666703"/>
        <a:ext cx="5014312" cy="665382"/>
      </dsp:txXfrm>
    </dsp:sp>
    <dsp:sp modelId="{A065AE72-07D6-4A6F-864F-65C94102E7F6}">
      <dsp:nvSpPr>
        <dsp:cNvPr id="0" name=""/>
        <dsp:cNvSpPr/>
      </dsp:nvSpPr>
      <dsp:spPr>
        <a:xfrm>
          <a:off x="0" y="2498431"/>
          <a:ext cx="10515600" cy="6653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779E30-FFCC-4155-A010-2C6CF5B26B79}">
      <dsp:nvSpPr>
        <dsp:cNvPr id="0" name=""/>
        <dsp:cNvSpPr/>
      </dsp:nvSpPr>
      <dsp:spPr>
        <a:xfrm>
          <a:off x="201278" y="2648142"/>
          <a:ext cx="365960" cy="3659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166577-46EF-4493-BE95-8D9A1161D933}">
      <dsp:nvSpPr>
        <dsp:cNvPr id="0" name=""/>
        <dsp:cNvSpPr/>
      </dsp:nvSpPr>
      <dsp:spPr>
        <a:xfrm>
          <a:off x="768516" y="2498431"/>
          <a:ext cx="4732020" cy="665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420" tIns="70420" rIns="70420" bIns="7042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Changes at Work:</a:t>
          </a:r>
          <a:endParaRPr lang="en-US" sz="1600" kern="1200"/>
        </a:p>
      </dsp:txBody>
      <dsp:txXfrm>
        <a:off x="768516" y="2498431"/>
        <a:ext cx="4732020" cy="665382"/>
      </dsp:txXfrm>
    </dsp:sp>
    <dsp:sp modelId="{F83AFDA5-271B-4B84-B39C-63B1A2CF33F5}">
      <dsp:nvSpPr>
        <dsp:cNvPr id="0" name=""/>
        <dsp:cNvSpPr/>
      </dsp:nvSpPr>
      <dsp:spPr>
        <a:xfrm>
          <a:off x="5500536" y="2498431"/>
          <a:ext cx="5014312" cy="665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420" tIns="70420" rIns="70420" bIns="7042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Discuss a time when your role or responsibilities at work changed.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What were you doing when you found out about a promotion or a raise?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Describe a day at work when something unexpected happened.</a:t>
          </a:r>
          <a:endParaRPr lang="en-US" sz="1100" kern="1200"/>
        </a:p>
      </dsp:txBody>
      <dsp:txXfrm>
        <a:off x="5500536" y="2498431"/>
        <a:ext cx="5014312" cy="665382"/>
      </dsp:txXfrm>
    </dsp:sp>
    <dsp:sp modelId="{2725B45A-DF8F-4479-B2A1-062AB04ED0ED}">
      <dsp:nvSpPr>
        <dsp:cNvPr id="0" name=""/>
        <dsp:cNvSpPr/>
      </dsp:nvSpPr>
      <dsp:spPr>
        <a:xfrm>
          <a:off x="0" y="3330159"/>
          <a:ext cx="10515600" cy="6653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A43A39-3D1A-4712-A3D9-4AAC6CDBA098}">
      <dsp:nvSpPr>
        <dsp:cNvPr id="0" name=""/>
        <dsp:cNvSpPr/>
      </dsp:nvSpPr>
      <dsp:spPr>
        <a:xfrm>
          <a:off x="201278" y="3479870"/>
          <a:ext cx="365960" cy="36596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3EA2F8-C0DA-4F2F-A66B-CAC36BD04752}">
      <dsp:nvSpPr>
        <dsp:cNvPr id="0" name=""/>
        <dsp:cNvSpPr/>
      </dsp:nvSpPr>
      <dsp:spPr>
        <a:xfrm>
          <a:off x="768516" y="3330159"/>
          <a:ext cx="4732020" cy="665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420" tIns="70420" rIns="70420" bIns="7042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Work Environment:</a:t>
          </a:r>
          <a:endParaRPr lang="en-US" sz="1600" kern="1200"/>
        </a:p>
      </dsp:txBody>
      <dsp:txXfrm>
        <a:off x="768516" y="3330159"/>
        <a:ext cx="4732020" cy="665382"/>
      </dsp:txXfrm>
    </dsp:sp>
    <dsp:sp modelId="{CB917925-7011-4EC5-BE17-15D7A8E33E7D}">
      <dsp:nvSpPr>
        <dsp:cNvPr id="0" name=""/>
        <dsp:cNvSpPr/>
      </dsp:nvSpPr>
      <dsp:spPr>
        <a:xfrm>
          <a:off x="5500536" y="3330159"/>
          <a:ext cx="5014312" cy="665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420" tIns="70420" rIns="70420" bIns="7042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Can you talk about a time when you were enjoying your work environment?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What were your colleagues doing when you arrived at work yesterday?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Describe a day when the office was particularly lively.</a:t>
          </a:r>
          <a:endParaRPr lang="en-US" sz="1100" kern="1200"/>
        </a:p>
      </dsp:txBody>
      <dsp:txXfrm>
        <a:off x="5500536" y="3330159"/>
        <a:ext cx="5014312" cy="665382"/>
      </dsp:txXfrm>
    </dsp:sp>
    <dsp:sp modelId="{B077CE59-5AE4-4532-8E86-43F680C5AE8D}">
      <dsp:nvSpPr>
        <dsp:cNvPr id="0" name=""/>
        <dsp:cNvSpPr/>
      </dsp:nvSpPr>
      <dsp:spPr>
        <a:xfrm>
          <a:off x="0" y="4161887"/>
          <a:ext cx="10515600" cy="6653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D257CD-29FE-43C2-9B8F-40F47837C64F}">
      <dsp:nvSpPr>
        <dsp:cNvPr id="0" name=""/>
        <dsp:cNvSpPr/>
      </dsp:nvSpPr>
      <dsp:spPr>
        <a:xfrm>
          <a:off x="201278" y="4311598"/>
          <a:ext cx="365960" cy="36596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E17C93-FCD4-472E-97E2-731767814F51}">
      <dsp:nvSpPr>
        <dsp:cNvPr id="0" name=""/>
        <dsp:cNvSpPr/>
      </dsp:nvSpPr>
      <dsp:spPr>
        <a:xfrm>
          <a:off x="768516" y="4161887"/>
          <a:ext cx="4732020" cy="665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420" tIns="70420" rIns="70420" bIns="7042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Work Achievements:</a:t>
          </a:r>
          <a:endParaRPr lang="en-US" sz="1600" kern="1200"/>
        </a:p>
      </dsp:txBody>
      <dsp:txXfrm>
        <a:off x="768516" y="4161887"/>
        <a:ext cx="4732020" cy="665382"/>
      </dsp:txXfrm>
    </dsp:sp>
    <dsp:sp modelId="{8323B0ED-3B31-458B-83E4-009784EA9D2B}">
      <dsp:nvSpPr>
        <dsp:cNvPr id="0" name=""/>
        <dsp:cNvSpPr/>
      </dsp:nvSpPr>
      <dsp:spPr>
        <a:xfrm>
          <a:off x="5500536" y="4161887"/>
          <a:ext cx="5014312" cy="665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420" tIns="70420" rIns="70420" bIns="7042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Tell me about a successful project you were a part of in the past.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Describe a moment when you felt proud of your accomplishments at work.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What were you doing when you received positive feedback from your boss?</a:t>
          </a:r>
          <a:endParaRPr lang="en-US" sz="1100" kern="1200"/>
        </a:p>
      </dsp:txBody>
      <dsp:txXfrm>
        <a:off x="5500536" y="4161887"/>
        <a:ext cx="5014312" cy="665382"/>
      </dsp:txXfrm>
    </dsp:sp>
    <dsp:sp modelId="{0D565684-B8D1-40B3-BD3A-05FD2719574C}">
      <dsp:nvSpPr>
        <dsp:cNvPr id="0" name=""/>
        <dsp:cNvSpPr/>
      </dsp:nvSpPr>
      <dsp:spPr>
        <a:xfrm>
          <a:off x="0" y="4993615"/>
          <a:ext cx="10515600" cy="6653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334BDD-1EAF-45ED-B2C9-AD62874C04DA}">
      <dsp:nvSpPr>
        <dsp:cNvPr id="0" name=""/>
        <dsp:cNvSpPr/>
      </dsp:nvSpPr>
      <dsp:spPr>
        <a:xfrm>
          <a:off x="201278" y="5143326"/>
          <a:ext cx="365960" cy="36596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CF53B4-DC26-4060-B5ED-59BEAF6EB741}">
      <dsp:nvSpPr>
        <dsp:cNvPr id="0" name=""/>
        <dsp:cNvSpPr/>
      </dsp:nvSpPr>
      <dsp:spPr>
        <a:xfrm>
          <a:off x="768516" y="4993615"/>
          <a:ext cx="4732020" cy="665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420" tIns="70420" rIns="70420" bIns="7042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Work Challenges:</a:t>
          </a:r>
          <a:endParaRPr lang="en-US" sz="1600" kern="1200"/>
        </a:p>
      </dsp:txBody>
      <dsp:txXfrm>
        <a:off x="768516" y="4993615"/>
        <a:ext cx="4732020" cy="665382"/>
      </dsp:txXfrm>
    </dsp:sp>
    <dsp:sp modelId="{ECF281CE-1A51-4C4C-8098-E0D6370287ED}">
      <dsp:nvSpPr>
        <dsp:cNvPr id="0" name=""/>
        <dsp:cNvSpPr/>
      </dsp:nvSpPr>
      <dsp:spPr>
        <a:xfrm>
          <a:off x="5500536" y="4993615"/>
          <a:ext cx="5014312" cy="665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420" tIns="70420" rIns="70420" bIns="7042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Discuss a time when you were facing a difficult task or challenge at work.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What were you doing to overcome a work-related problem in the past?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Describe a day when you were learning new skills to handle a challenge.</a:t>
          </a:r>
          <a:endParaRPr lang="en-US" sz="1100" kern="1200"/>
        </a:p>
      </dsp:txBody>
      <dsp:txXfrm>
        <a:off x="5500536" y="4993615"/>
        <a:ext cx="5014312" cy="6653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364553-5659-4A52-820E-0511F75AE42F}">
      <dsp:nvSpPr>
        <dsp:cNvPr id="0" name=""/>
        <dsp:cNvSpPr/>
      </dsp:nvSpPr>
      <dsp:spPr>
        <a:xfrm>
          <a:off x="393" y="434602"/>
          <a:ext cx="1098562" cy="1098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B1F074-1F2D-48CE-9C9C-F7CF70D2A8E6}">
      <dsp:nvSpPr>
        <dsp:cNvPr id="0" name=""/>
        <dsp:cNvSpPr/>
      </dsp:nvSpPr>
      <dsp:spPr>
        <a:xfrm>
          <a:off x="393" y="1682896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900" b="1" i="0" kern="1200"/>
            <a:t>In the Morning:</a:t>
          </a:r>
          <a:endParaRPr lang="en-US" sz="2900" kern="1200"/>
        </a:p>
      </dsp:txBody>
      <dsp:txXfrm>
        <a:off x="393" y="1682896"/>
        <a:ext cx="3138750" cy="470812"/>
      </dsp:txXfrm>
    </dsp:sp>
    <dsp:sp modelId="{6A3D39FE-8E04-433A-B651-B4629B05E447}">
      <dsp:nvSpPr>
        <dsp:cNvPr id="0" name=""/>
        <dsp:cNvSpPr/>
      </dsp:nvSpPr>
      <dsp:spPr>
        <a:xfrm>
          <a:off x="393" y="2223351"/>
          <a:ext cx="3138750" cy="16933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1" kern="1200"/>
            <a:t>I start my day at work in the morning, arriving at the office at 8:30.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1" kern="1200"/>
            <a:t>During the morning meeting, we discuss upcoming projects and share ideas.</a:t>
          </a:r>
          <a:endParaRPr lang="en-US" sz="1700" kern="1200"/>
        </a:p>
      </dsp:txBody>
      <dsp:txXfrm>
        <a:off x="393" y="2223351"/>
        <a:ext cx="3138750" cy="1693383"/>
      </dsp:txXfrm>
    </dsp:sp>
    <dsp:sp modelId="{69B95AF8-F993-446B-9E8D-1BD8FD019B5C}">
      <dsp:nvSpPr>
        <dsp:cNvPr id="0" name=""/>
        <dsp:cNvSpPr/>
      </dsp:nvSpPr>
      <dsp:spPr>
        <a:xfrm>
          <a:off x="3688425" y="434602"/>
          <a:ext cx="1098562" cy="1098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4DF107-652D-44B9-A838-1AF416956AEC}">
      <dsp:nvSpPr>
        <dsp:cNvPr id="0" name=""/>
        <dsp:cNvSpPr/>
      </dsp:nvSpPr>
      <dsp:spPr>
        <a:xfrm>
          <a:off x="3688425" y="1682896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900" b="1" i="0" kern="1200"/>
            <a:t>At the Desk:</a:t>
          </a:r>
          <a:endParaRPr lang="en-US" sz="2900" kern="1200"/>
        </a:p>
      </dsp:txBody>
      <dsp:txXfrm>
        <a:off x="3688425" y="1682896"/>
        <a:ext cx="3138750" cy="470812"/>
      </dsp:txXfrm>
    </dsp:sp>
    <dsp:sp modelId="{AB4AD6C5-77C2-49BF-8AB5-604E0B6261DB}">
      <dsp:nvSpPr>
        <dsp:cNvPr id="0" name=""/>
        <dsp:cNvSpPr/>
      </dsp:nvSpPr>
      <dsp:spPr>
        <a:xfrm>
          <a:off x="3688425" y="2223351"/>
          <a:ext cx="3138750" cy="16933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1" kern="1200"/>
            <a:t>I spend most of my time at my desk, working on reports and responding to emails.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1" kern="1200"/>
            <a:t>The new employee sits at the desk next to mine; she's friendly and approachable.</a:t>
          </a:r>
          <a:endParaRPr lang="en-US" sz="1700" kern="1200"/>
        </a:p>
      </dsp:txBody>
      <dsp:txXfrm>
        <a:off x="3688425" y="2223351"/>
        <a:ext cx="3138750" cy="1693383"/>
      </dsp:txXfrm>
    </dsp:sp>
    <dsp:sp modelId="{8B57A1E6-0769-4F4A-BE5F-D11617A3EEAE}">
      <dsp:nvSpPr>
        <dsp:cNvPr id="0" name=""/>
        <dsp:cNvSpPr/>
      </dsp:nvSpPr>
      <dsp:spPr>
        <a:xfrm>
          <a:off x="7376456" y="434602"/>
          <a:ext cx="1098562" cy="1098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015D4B-F53D-448C-BCEA-525F878ED64D}">
      <dsp:nvSpPr>
        <dsp:cNvPr id="0" name=""/>
        <dsp:cNvSpPr/>
      </dsp:nvSpPr>
      <dsp:spPr>
        <a:xfrm>
          <a:off x="7376456" y="1682896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900" b="1" i="0" kern="1200"/>
            <a:t>On a Tight Deadline:</a:t>
          </a:r>
          <a:endParaRPr lang="en-US" sz="2900" kern="1200"/>
        </a:p>
      </dsp:txBody>
      <dsp:txXfrm>
        <a:off x="7376456" y="1682896"/>
        <a:ext cx="3138750" cy="470812"/>
      </dsp:txXfrm>
    </dsp:sp>
    <dsp:sp modelId="{4559AEBE-B87B-4741-B113-B24C69187B94}">
      <dsp:nvSpPr>
        <dsp:cNvPr id="0" name=""/>
        <dsp:cNvSpPr/>
      </dsp:nvSpPr>
      <dsp:spPr>
        <a:xfrm>
          <a:off x="7376456" y="2223351"/>
          <a:ext cx="3138750" cy="16933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1" kern="1200"/>
            <a:t>Yesterday, I had to complete a task on a tight deadline; it was stressful but rewarding.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1" kern="1200"/>
            <a:t>We often work collaboratively on projects, especially when we're on tight deadlines.</a:t>
          </a:r>
          <a:endParaRPr lang="en-US" sz="1700" kern="1200"/>
        </a:p>
      </dsp:txBody>
      <dsp:txXfrm>
        <a:off x="7376456" y="2223351"/>
        <a:ext cx="3138750" cy="169338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7FFCEA-01BF-4A2F-8C26-2B16DADDBE76}">
      <dsp:nvSpPr>
        <dsp:cNvPr id="0" name=""/>
        <dsp:cNvSpPr/>
      </dsp:nvSpPr>
      <dsp:spPr>
        <a:xfrm>
          <a:off x="762194" y="641518"/>
          <a:ext cx="812109" cy="8121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FA90E4-621B-4B04-8E92-230746EC0B5A}">
      <dsp:nvSpPr>
        <dsp:cNvPr id="0" name=""/>
        <dsp:cNvSpPr/>
      </dsp:nvSpPr>
      <dsp:spPr>
        <a:xfrm>
          <a:off x="8092" y="1585565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900" b="1" i="0" kern="1200"/>
            <a:t>On a Regular Basis:</a:t>
          </a:r>
          <a:endParaRPr lang="en-US" sz="1900" kern="1200"/>
        </a:p>
      </dsp:txBody>
      <dsp:txXfrm>
        <a:off x="8092" y="1585565"/>
        <a:ext cx="2320312" cy="348046"/>
      </dsp:txXfrm>
    </dsp:sp>
    <dsp:sp modelId="{5974812F-CD23-4AAF-8A8B-6563B20860CF}">
      <dsp:nvSpPr>
        <dsp:cNvPr id="0" name=""/>
        <dsp:cNvSpPr/>
      </dsp:nvSpPr>
      <dsp:spPr>
        <a:xfrm>
          <a:off x="8092" y="1994977"/>
          <a:ext cx="2320312" cy="1714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0" i="1" kern="1200"/>
            <a:t>I communicate with clients on a regular basis, ensuring their needs are met.</a:t>
          </a:r>
          <a:endParaRPr lang="en-US" sz="1500" kern="120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0" i="1" kern="1200"/>
            <a:t>We have team meetings on a weekly basis to discuss ongoing projects.</a:t>
          </a:r>
          <a:endParaRPr lang="en-US" sz="1500" kern="1200"/>
        </a:p>
      </dsp:txBody>
      <dsp:txXfrm>
        <a:off x="8092" y="1994977"/>
        <a:ext cx="2320312" cy="1714841"/>
      </dsp:txXfrm>
    </dsp:sp>
    <dsp:sp modelId="{2A8D46D5-37B0-4268-8489-CC3A3C28A6B5}">
      <dsp:nvSpPr>
        <dsp:cNvPr id="0" name=""/>
        <dsp:cNvSpPr/>
      </dsp:nvSpPr>
      <dsp:spPr>
        <a:xfrm>
          <a:off x="3488561" y="641518"/>
          <a:ext cx="812109" cy="8121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22EFFF-125F-49D8-94F5-ED5C6A6DDA5F}">
      <dsp:nvSpPr>
        <dsp:cNvPr id="0" name=""/>
        <dsp:cNvSpPr/>
      </dsp:nvSpPr>
      <dsp:spPr>
        <a:xfrm>
          <a:off x="2734460" y="1585565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900" b="1" i="0" kern="1200"/>
            <a:t>In a Supportive Team:</a:t>
          </a:r>
          <a:endParaRPr lang="en-US" sz="1900" kern="1200"/>
        </a:p>
      </dsp:txBody>
      <dsp:txXfrm>
        <a:off x="2734460" y="1585565"/>
        <a:ext cx="2320312" cy="348046"/>
      </dsp:txXfrm>
    </dsp:sp>
    <dsp:sp modelId="{FB4B895C-8FC6-49CB-B873-E8597307D71A}">
      <dsp:nvSpPr>
        <dsp:cNvPr id="0" name=""/>
        <dsp:cNvSpPr/>
      </dsp:nvSpPr>
      <dsp:spPr>
        <a:xfrm>
          <a:off x="2734460" y="1994977"/>
          <a:ext cx="2320312" cy="1714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0" i="1" kern="1200"/>
            <a:t>Being part of a supportive team makes the work more enjoyable.</a:t>
          </a:r>
          <a:endParaRPr lang="en-US" sz="1500" kern="120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0" i="1" kern="1200"/>
            <a:t>I received constructive feedback during our performance reviews, which helped me grow in my role.</a:t>
          </a:r>
          <a:endParaRPr lang="en-US" sz="1500" kern="1200"/>
        </a:p>
      </dsp:txBody>
      <dsp:txXfrm>
        <a:off x="2734460" y="1994977"/>
        <a:ext cx="2320312" cy="1714841"/>
      </dsp:txXfrm>
    </dsp:sp>
    <dsp:sp modelId="{9561D734-CC2A-4969-B2AE-45E2815F2844}">
      <dsp:nvSpPr>
        <dsp:cNvPr id="0" name=""/>
        <dsp:cNvSpPr/>
      </dsp:nvSpPr>
      <dsp:spPr>
        <a:xfrm>
          <a:off x="6214928" y="641518"/>
          <a:ext cx="812109" cy="8121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824EA3-671C-49E3-8749-2447D6702AD7}">
      <dsp:nvSpPr>
        <dsp:cNvPr id="0" name=""/>
        <dsp:cNvSpPr/>
      </dsp:nvSpPr>
      <dsp:spPr>
        <a:xfrm>
          <a:off x="5460827" y="1585565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900" b="1" i="0" kern="1200"/>
            <a:t>During a Coffee Break:</a:t>
          </a:r>
          <a:endParaRPr lang="en-US" sz="1900" kern="1200"/>
        </a:p>
      </dsp:txBody>
      <dsp:txXfrm>
        <a:off x="5460827" y="1585565"/>
        <a:ext cx="2320312" cy="348046"/>
      </dsp:txXfrm>
    </dsp:sp>
    <dsp:sp modelId="{7206B147-9A8C-4708-AF38-EF5E71859A3D}">
      <dsp:nvSpPr>
        <dsp:cNvPr id="0" name=""/>
        <dsp:cNvSpPr/>
      </dsp:nvSpPr>
      <dsp:spPr>
        <a:xfrm>
          <a:off x="5460827" y="1994977"/>
          <a:ext cx="2320312" cy="1714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0" i="1" kern="1200"/>
            <a:t>We often take short breaks during the day, meeting at the coffee machine for a quick chat.</a:t>
          </a:r>
          <a:endParaRPr lang="en-US" sz="1500" kern="120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0" i="1" kern="1200"/>
            <a:t>Taking short breaks during the day helps us stay refreshed and focused.</a:t>
          </a:r>
          <a:endParaRPr lang="en-US" sz="1500" kern="1200"/>
        </a:p>
      </dsp:txBody>
      <dsp:txXfrm>
        <a:off x="5460827" y="1994977"/>
        <a:ext cx="2320312" cy="1714841"/>
      </dsp:txXfrm>
    </dsp:sp>
    <dsp:sp modelId="{B2A8DC00-3847-4625-97A5-6CE29E42DD3D}">
      <dsp:nvSpPr>
        <dsp:cNvPr id="0" name=""/>
        <dsp:cNvSpPr/>
      </dsp:nvSpPr>
      <dsp:spPr>
        <a:xfrm>
          <a:off x="8941296" y="641518"/>
          <a:ext cx="812109" cy="8121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E3BDA5-97D6-415C-8DD4-31E32C60A1B7}">
      <dsp:nvSpPr>
        <dsp:cNvPr id="0" name=""/>
        <dsp:cNvSpPr/>
      </dsp:nvSpPr>
      <dsp:spPr>
        <a:xfrm>
          <a:off x="8187194" y="1585565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900" b="1" i="0" kern="1200"/>
            <a:t>At the End of the Day:</a:t>
          </a:r>
          <a:endParaRPr lang="en-US" sz="1900" kern="1200"/>
        </a:p>
      </dsp:txBody>
      <dsp:txXfrm>
        <a:off x="8187194" y="1585565"/>
        <a:ext cx="2320312" cy="348046"/>
      </dsp:txXfrm>
    </dsp:sp>
    <dsp:sp modelId="{A22FC57A-AEF8-4143-82CF-681D19B4C27F}">
      <dsp:nvSpPr>
        <dsp:cNvPr id="0" name=""/>
        <dsp:cNvSpPr/>
      </dsp:nvSpPr>
      <dsp:spPr>
        <a:xfrm>
          <a:off x="8187194" y="1994977"/>
          <a:ext cx="2320312" cy="1714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0" i="1" kern="1200"/>
            <a:t>At the end of the day, I organize my desk and make a to-do list for the next day.</a:t>
          </a:r>
          <a:endParaRPr lang="en-US" sz="1500" kern="120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0" i="1" kern="1200"/>
            <a:t>Leaving work at a reasonable hour allows me to spend quality time with my family.</a:t>
          </a:r>
          <a:endParaRPr lang="en-US" sz="1500" kern="1200"/>
        </a:p>
      </dsp:txBody>
      <dsp:txXfrm>
        <a:off x="8187194" y="1994977"/>
        <a:ext cx="2320312" cy="171484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DFF7B0-75F2-4879-944C-72752A21A82F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26F7BC-E4F3-406C-9292-6C0BB3737E42}">
      <dsp:nvSpPr>
        <dsp:cNvPr id="0" name=""/>
        <dsp:cNvSpPr/>
      </dsp:nvSpPr>
      <dsp:spPr>
        <a:xfrm>
          <a:off x="0" y="212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6500" kern="1200"/>
            <a:t>In the Morning……</a:t>
          </a:r>
          <a:endParaRPr lang="en-US" sz="6500" kern="1200"/>
        </a:p>
      </dsp:txBody>
      <dsp:txXfrm>
        <a:off x="0" y="2124"/>
        <a:ext cx="10515600" cy="1449029"/>
      </dsp:txXfrm>
    </dsp:sp>
    <dsp:sp modelId="{43E0AC98-5F45-4CBC-9729-D214B53FEB53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47D985-3EFE-4018-AAB9-518C540D97AB}">
      <dsp:nvSpPr>
        <dsp:cNvPr id="0" name=""/>
        <dsp:cNvSpPr/>
      </dsp:nvSpPr>
      <dsp:spPr>
        <a:xfrm>
          <a:off x="0" y="145115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6500" i="0" kern="1200"/>
            <a:t>At the Desk</a:t>
          </a:r>
          <a:r>
            <a:rPr lang="es-ES" sz="6500" kern="1200"/>
            <a:t>…..</a:t>
          </a:r>
          <a:endParaRPr lang="en-US" sz="6500" kern="1200"/>
        </a:p>
      </dsp:txBody>
      <dsp:txXfrm>
        <a:off x="0" y="1451154"/>
        <a:ext cx="10515600" cy="1449029"/>
      </dsp:txXfrm>
    </dsp:sp>
    <dsp:sp modelId="{56E19B8C-164E-405A-9222-96B61C515D38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328B17-10F8-435C-BE3B-B88D6774B4A1}">
      <dsp:nvSpPr>
        <dsp:cNvPr id="0" name=""/>
        <dsp:cNvSpPr/>
      </dsp:nvSpPr>
      <dsp:spPr>
        <a:xfrm>
          <a:off x="0" y="2900183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6500" i="0" kern="1200"/>
            <a:t>On a Tight Deadline</a:t>
          </a:r>
          <a:r>
            <a:rPr lang="es-ES" sz="6500" kern="1200"/>
            <a:t>…..</a:t>
          </a:r>
          <a:endParaRPr lang="en-US" sz="6500" kern="1200"/>
        </a:p>
      </dsp:txBody>
      <dsp:txXfrm>
        <a:off x="0" y="2900183"/>
        <a:ext cx="10515600" cy="144902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77A3FA-ADC6-4EFB-BBA6-99E241D857A9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7AFD5FF-34AE-4616-BE8A-3A8708340E9F}">
      <dsp:nvSpPr>
        <dsp:cNvPr id="0" name=""/>
        <dsp:cNvSpPr/>
      </dsp:nvSpPr>
      <dsp:spPr>
        <a:xfrm>
          <a:off x="0" y="531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i="0" kern="1200"/>
            <a:t>During Lunch Break…..</a:t>
          </a:r>
          <a:endParaRPr lang="en-US" sz="2800" kern="1200"/>
        </a:p>
      </dsp:txBody>
      <dsp:txXfrm>
        <a:off x="0" y="531"/>
        <a:ext cx="10515600" cy="621467"/>
      </dsp:txXfrm>
    </dsp:sp>
    <dsp:sp modelId="{A33EC247-B28E-4ED9-A861-BBE14347DFD8}">
      <dsp:nvSpPr>
        <dsp:cNvPr id="0" name=""/>
        <dsp:cNvSpPr/>
      </dsp:nvSpPr>
      <dsp:spPr>
        <a:xfrm>
          <a:off x="0" y="621999"/>
          <a:ext cx="10515600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27FF6C7-B4EF-4E0B-92D7-158A1673D3D9}">
      <dsp:nvSpPr>
        <dsp:cNvPr id="0" name=""/>
        <dsp:cNvSpPr/>
      </dsp:nvSpPr>
      <dsp:spPr>
        <a:xfrm>
          <a:off x="0" y="621999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i="0" kern="1200"/>
            <a:t>In a Productive Atmosphere</a:t>
          </a:r>
          <a:r>
            <a:rPr lang="es-ES" sz="2800" kern="1200"/>
            <a:t>……</a:t>
          </a:r>
          <a:endParaRPr lang="en-US" sz="2800" kern="1200"/>
        </a:p>
      </dsp:txBody>
      <dsp:txXfrm>
        <a:off x="0" y="621999"/>
        <a:ext cx="10515600" cy="621467"/>
      </dsp:txXfrm>
    </dsp:sp>
    <dsp:sp modelId="{A2CDD0A7-479E-4701-BEF1-BF4BA58508AA}">
      <dsp:nvSpPr>
        <dsp:cNvPr id="0" name=""/>
        <dsp:cNvSpPr/>
      </dsp:nvSpPr>
      <dsp:spPr>
        <a:xfrm>
          <a:off x="0" y="1243467"/>
          <a:ext cx="10515600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0BA7364-FB79-4F3D-95DB-4E23B12350DD}">
      <dsp:nvSpPr>
        <dsp:cNvPr id="0" name=""/>
        <dsp:cNvSpPr/>
      </dsp:nvSpPr>
      <dsp:spPr>
        <a:xfrm>
          <a:off x="0" y="1243467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i="0" kern="1200"/>
            <a:t>At a Business Conference</a:t>
          </a:r>
          <a:r>
            <a:rPr lang="es-ES" sz="2800" kern="1200"/>
            <a:t>…… </a:t>
          </a:r>
          <a:endParaRPr lang="en-US" sz="2800" kern="1200"/>
        </a:p>
      </dsp:txBody>
      <dsp:txXfrm>
        <a:off x="0" y="1243467"/>
        <a:ext cx="10515600" cy="621467"/>
      </dsp:txXfrm>
    </dsp:sp>
    <dsp:sp modelId="{483DFCB0-E2BA-410B-B70C-F8BD22663D56}">
      <dsp:nvSpPr>
        <dsp:cNvPr id="0" name=""/>
        <dsp:cNvSpPr/>
      </dsp:nvSpPr>
      <dsp:spPr>
        <a:xfrm>
          <a:off x="0" y="1864935"/>
          <a:ext cx="10515600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7100632-9699-4DFB-B92F-ECADF589AE7E}">
      <dsp:nvSpPr>
        <dsp:cNvPr id="0" name=""/>
        <dsp:cNvSpPr/>
      </dsp:nvSpPr>
      <dsp:spPr>
        <a:xfrm>
          <a:off x="0" y="1864935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i="0" kern="1200"/>
            <a:t>On a Regular Basis……</a:t>
          </a:r>
          <a:endParaRPr lang="en-US" sz="2800" kern="1200"/>
        </a:p>
      </dsp:txBody>
      <dsp:txXfrm>
        <a:off x="0" y="1864935"/>
        <a:ext cx="10515600" cy="621467"/>
      </dsp:txXfrm>
    </dsp:sp>
    <dsp:sp modelId="{7B1155C9-AF42-4488-86CE-159EEC6A91DF}">
      <dsp:nvSpPr>
        <dsp:cNvPr id="0" name=""/>
        <dsp:cNvSpPr/>
      </dsp:nvSpPr>
      <dsp:spPr>
        <a:xfrm>
          <a:off x="0" y="2486402"/>
          <a:ext cx="10515600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DAC6702-405D-46B4-9463-8DC2A3FE3305}">
      <dsp:nvSpPr>
        <dsp:cNvPr id="0" name=""/>
        <dsp:cNvSpPr/>
      </dsp:nvSpPr>
      <dsp:spPr>
        <a:xfrm>
          <a:off x="0" y="2486402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i="0" kern="1200"/>
            <a:t>In a Supportive Team</a:t>
          </a:r>
          <a:r>
            <a:rPr lang="es-ES" sz="2800" kern="1200"/>
            <a:t>……</a:t>
          </a:r>
          <a:endParaRPr lang="en-US" sz="2800" kern="1200"/>
        </a:p>
      </dsp:txBody>
      <dsp:txXfrm>
        <a:off x="0" y="2486402"/>
        <a:ext cx="10515600" cy="621467"/>
      </dsp:txXfrm>
    </dsp:sp>
    <dsp:sp modelId="{58993DD2-84EB-4CB6-9E7B-8E0DBC7EEF05}">
      <dsp:nvSpPr>
        <dsp:cNvPr id="0" name=""/>
        <dsp:cNvSpPr/>
      </dsp:nvSpPr>
      <dsp:spPr>
        <a:xfrm>
          <a:off x="0" y="3107870"/>
          <a:ext cx="10515600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60AC0F3-823E-4721-B9AE-3950CE4603AF}">
      <dsp:nvSpPr>
        <dsp:cNvPr id="0" name=""/>
        <dsp:cNvSpPr/>
      </dsp:nvSpPr>
      <dsp:spPr>
        <a:xfrm>
          <a:off x="0" y="3107870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i="0" kern="1200"/>
            <a:t>During a Coffee Break……</a:t>
          </a:r>
          <a:endParaRPr lang="en-US" sz="2800" kern="1200"/>
        </a:p>
      </dsp:txBody>
      <dsp:txXfrm>
        <a:off x="0" y="3107870"/>
        <a:ext cx="10515600" cy="621467"/>
      </dsp:txXfrm>
    </dsp:sp>
    <dsp:sp modelId="{19D83BCD-98A4-4BE4-998E-8247F51D0BF1}">
      <dsp:nvSpPr>
        <dsp:cNvPr id="0" name=""/>
        <dsp:cNvSpPr/>
      </dsp:nvSpPr>
      <dsp:spPr>
        <a:xfrm>
          <a:off x="0" y="3729338"/>
          <a:ext cx="10515600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A0FBCA3-C705-4ED5-B6D9-CAD1EB544A68}">
      <dsp:nvSpPr>
        <dsp:cNvPr id="0" name=""/>
        <dsp:cNvSpPr/>
      </dsp:nvSpPr>
      <dsp:spPr>
        <a:xfrm>
          <a:off x="0" y="3729338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i="0" kern="1200"/>
            <a:t>At the End of the Day…..</a:t>
          </a:r>
          <a:endParaRPr lang="en-US" sz="2800" kern="1200"/>
        </a:p>
      </dsp:txBody>
      <dsp:txXfrm>
        <a:off x="0" y="3729338"/>
        <a:ext cx="10515600" cy="6214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3FEF2-FE79-CA23-42D5-2DDA3411E9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3EDF94-E324-DC8C-6AD3-81577223E9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75FDB-7C1B-D301-21CB-7B30CD987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3081-971D-41EE-A256-4B1872FBA429}" type="datetimeFigureOut">
              <a:rPr lang="es-ES" smtClean="0"/>
              <a:t>27/03/2024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6A4DC-65D4-57A1-8AA8-03E0A3199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30D70-9FCC-5910-6ED9-DACE764BE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4093-D816-4265-B1AD-B80B756BCC4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7500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0B3CA-6C21-DDC7-E170-CC2802710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7D42F-81E5-90EB-95B2-8E3B24C18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47E6F-0F6C-479F-3E23-04A46605A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3081-971D-41EE-A256-4B1872FBA429}" type="datetimeFigureOut">
              <a:rPr lang="es-ES" smtClean="0"/>
              <a:t>27/03/2024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667D8-AA35-E5AE-AF42-FDD337145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16981-7DE1-D383-78C9-8CE13E10E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4093-D816-4265-B1AD-B80B756BCC4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6095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C0DBC-A523-ED6F-B14C-95D3723BE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D5FC71-D249-BFEA-D06A-BE73278A5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867A6-9D0C-E5C8-2776-72BFCD944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3081-971D-41EE-A256-4B1872FBA429}" type="datetimeFigureOut">
              <a:rPr lang="es-ES" smtClean="0"/>
              <a:t>27/03/2024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88309-1300-C921-CC46-3BD6A881B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98EDA-3C25-FBFB-59CD-4518F9835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4093-D816-4265-B1AD-B80B756BCC4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731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4C4C3-9543-FAE3-9C7F-52A6165F9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EF593-EB86-6759-0DD7-31CFC23EC2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B3D189-2767-B6C4-5B07-78989C0B2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5A0877-2AFC-5776-F511-86FD574DD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3081-971D-41EE-A256-4B1872FBA429}" type="datetimeFigureOut">
              <a:rPr lang="es-ES" smtClean="0"/>
              <a:t>27/03/2024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9FBBCC-2226-4967-9640-E967424A8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AC964-B3FE-350F-5CC3-5CABCFC9A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4093-D816-4265-B1AD-B80B756BCC4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332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8FCD9-92D9-5F25-4721-5ECC68483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7E4759-B873-68C6-F3BE-C0F4D8814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03EDBF-7921-F20B-6245-00F982789D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C5D1C1-F88D-40FA-6009-D1F1FCEC61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F6F484-6FD2-4E15-3962-80915D5056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675A4C-12D7-FA35-2BDD-7786AC794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3081-971D-41EE-A256-4B1872FBA429}" type="datetimeFigureOut">
              <a:rPr lang="es-ES" smtClean="0"/>
              <a:t>27/03/2024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42CFF9-45B6-1160-FC51-5F8763CD8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B0D99E-2CC2-73B5-9342-77EF31598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4093-D816-4265-B1AD-B80B756BCC4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8878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C1E3B-1526-9951-C6CA-E2774114B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46AB1F-5E7F-F7A9-F0B0-91056B282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3081-971D-41EE-A256-4B1872FBA429}" type="datetimeFigureOut">
              <a:rPr lang="es-ES" smtClean="0"/>
              <a:t>27/03/2024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7C7B1E-D6F1-9BB2-FE72-1F5073458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69D417-2B07-BA45-B990-18F16596E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4093-D816-4265-B1AD-B80B756BCC4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8009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594166-7797-B92A-2173-EEE4FC156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3081-971D-41EE-A256-4B1872FBA429}" type="datetimeFigureOut">
              <a:rPr lang="es-ES" smtClean="0"/>
              <a:t>27/03/2024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4F6EC0-020F-BDF7-80CC-C03C9BC17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FBF1E-FAD8-46CD-819C-AB7509881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4093-D816-4265-B1AD-B80B756BCC4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883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91681-B59C-3FD8-0A83-A22C4E551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4BB0A-B8D1-3615-2623-401736D24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8D0198-7264-DD3A-7EB1-1597F5F7B4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4CA5D-DB44-5FC8-B949-005A8A0D4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3081-971D-41EE-A256-4B1872FBA429}" type="datetimeFigureOut">
              <a:rPr lang="es-ES" smtClean="0"/>
              <a:t>27/03/2024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19C4E3-5811-FDF1-1CCC-AAD5C0416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1E81DC-31D6-9511-E938-636D60C54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4093-D816-4265-B1AD-B80B756BCC4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4311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D2BEC-5F78-2525-A01F-6F81C9BC9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A7E3B9-A649-AE19-C37C-C4A81152E7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7211C2-235B-20A4-01C4-397C9B24B3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7DC7FB-225F-48B8-6511-AA89D03A3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3081-971D-41EE-A256-4B1872FBA429}" type="datetimeFigureOut">
              <a:rPr lang="es-ES" smtClean="0"/>
              <a:t>27/03/2024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F2A43F-6BFF-8E45-6D96-8A9830265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0C701A-53BD-7A8E-8C47-84AA6CD17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4093-D816-4265-B1AD-B80B756BCC4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449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4A4F6-03A7-ED17-A283-62AB6C40C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C4BDB4-C89F-7705-A057-A1E721386A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52446-5C5A-F2B7-C4D2-14D7F4DD6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3081-971D-41EE-A256-4B1872FBA429}" type="datetimeFigureOut">
              <a:rPr lang="es-ES" smtClean="0"/>
              <a:t>27/03/2024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B8EEF-8129-34A1-0C5C-56BC76D94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4E06E-3B7E-3C30-6613-2EAA8B4ED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4093-D816-4265-B1AD-B80B756BCC4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2542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83642F-5C78-618D-3198-F0D9ECBC97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2AF6BD-AED0-85F4-1196-555F996BE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EE3FB-21B1-E942-AA11-3013A4775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3081-971D-41EE-A256-4B1872FBA429}" type="datetimeFigureOut">
              <a:rPr lang="es-ES" smtClean="0"/>
              <a:t>27/03/2024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A7801-A0BE-F132-B42B-FCEBBF823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04432-DFF9-9848-520D-E9DD7FE1A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4093-D816-4265-B1AD-B80B756BCC4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7152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83D57D-B831-1C8B-D507-8ECB02D14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7F502-820F-38AC-1A41-A75E88BC5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A24DE-4EF3-9B22-4101-58DAC99BC4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F3081-971D-41EE-A256-4B1872FBA429}" type="datetimeFigureOut">
              <a:rPr lang="es-ES" smtClean="0"/>
              <a:t>27/03/2024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84AED-5B3C-D9CB-13E4-442BFDB1B8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16443-55A5-46C4-1A1B-4079828E2F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504093-D816-4265-B1AD-B80B756BCC4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1175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C320E-85F9-4F49-44CE-FCA2E84582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Daily activities at work</a:t>
            </a:r>
            <a:endParaRPr lang="es-E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65DD15-C3AE-E181-BA35-25A50C2558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English B1</a:t>
            </a:r>
            <a:endParaRPr lang="es-ES" dirty="0"/>
          </a:p>
        </p:txBody>
      </p:sp>
      <p:pic>
        <p:nvPicPr>
          <p:cNvPr id="5" name="Picture 4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111A596E-9344-0AC8-A803-EF5A1385D0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7341" y="268286"/>
            <a:ext cx="1636779" cy="7620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E235AB-076D-7267-B18C-176E833FE8AA}"/>
              </a:ext>
            </a:extLst>
          </p:cNvPr>
          <p:cNvSpPr txBox="1"/>
          <p:nvPr/>
        </p:nvSpPr>
        <p:spPr>
          <a:xfrm>
            <a:off x="414779" y="5893440"/>
            <a:ext cx="4072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TuSpeaking</a:t>
            </a:r>
            <a:r>
              <a:rPr lang="en-GB" dirty="0"/>
              <a:t> 2024, all rights reserved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2401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602E2-C125-005F-65DA-A0041D503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279" y="4417938"/>
            <a:ext cx="4937937" cy="11471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Warm up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7A313-081F-EAB7-3B1B-873F35D29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7496" y="5368214"/>
            <a:ext cx="4937936" cy="508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was your last job?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6E384F5-137A-40B1-97F0-694CC6ECD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122218"/>
            <a:ext cx="3730752" cy="4735782"/>
          </a:xfrm>
          <a:custGeom>
            <a:avLst/>
            <a:gdLst>
              <a:gd name="connsiteX0" fmla="*/ 640080 w 3730752"/>
              <a:gd name="connsiteY0" fmla="*/ 0 h 4735782"/>
              <a:gd name="connsiteX1" fmla="*/ 3730752 w 3730752"/>
              <a:gd name="connsiteY1" fmla="*/ 3090672 h 4735782"/>
              <a:gd name="connsiteX2" fmla="*/ 3357725 w 3730752"/>
              <a:gd name="connsiteY2" fmla="*/ 4563870 h 4735782"/>
              <a:gd name="connsiteX3" fmla="*/ 3253285 w 3730752"/>
              <a:gd name="connsiteY3" fmla="*/ 4735782 h 4735782"/>
              <a:gd name="connsiteX4" fmla="*/ 0 w 3730752"/>
              <a:gd name="connsiteY4" fmla="*/ 4735782 h 4735782"/>
              <a:gd name="connsiteX5" fmla="*/ 0 w 3730752"/>
              <a:gd name="connsiteY5" fmla="*/ 67215 h 4735782"/>
              <a:gd name="connsiteX6" fmla="*/ 17202 w 3730752"/>
              <a:gd name="connsiteY6" fmla="*/ 62792 h 4735782"/>
              <a:gd name="connsiteX7" fmla="*/ 640080 w 3730752"/>
              <a:gd name="connsiteY7" fmla="*/ 0 h 4735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30752" h="4735782">
                <a:moveTo>
                  <a:pt x="640080" y="0"/>
                </a:moveTo>
                <a:cubicBezTo>
                  <a:pt x="2347011" y="0"/>
                  <a:pt x="3730752" y="1383741"/>
                  <a:pt x="3730752" y="3090672"/>
                </a:cubicBezTo>
                <a:cubicBezTo>
                  <a:pt x="3730752" y="3624088"/>
                  <a:pt x="3595621" y="4125943"/>
                  <a:pt x="3357725" y="4563870"/>
                </a:cubicBezTo>
                <a:lnTo>
                  <a:pt x="3253285" y="4735782"/>
                </a:lnTo>
                <a:lnTo>
                  <a:pt x="0" y="4735782"/>
                </a:lnTo>
                <a:lnTo>
                  <a:pt x="0" y="67215"/>
                </a:lnTo>
                <a:lnTo>
                  <a:pt x="17202" y="62792"/>
                </a:lnTo>
                <a:cubicBezTo>
                  <a:pt x="218397" y="21621"/>
                  <a:pt x="426714" y="0"/>
                  <a:pt x="640080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DBC4630-03DA-474F-BBCB-BA3AE6B31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1982" y="-4332"/>
            <a:ext cx="4242816" cy="2454158"/>
          </a:xfrm>
          <a:custGeom>
            <a:avLst/>
            <a:gdLst>
              <a:gd name="connsiteX0" fmla="*/ 28633 w 4242816"/>
              <a:gd name="connsiteY0" fmla="*/ 0 h 2454158"/>
              <a:gd name="connsiteX1" fmla="*/ 4214183 w 4242816"/>
              <a:gd name="connsiteY1" fmla="*/ 0 h 2454158"/>
              <a:gd name="connsiteX2" fmla="*/ 4231864 w 4242816"/>
              <a:gd name="connsiteY2" fmla="*/ 115848 h 2454158"/>
              <a:gd name="connsiteX3" fmla="*/ 4242816 w 4242816"/>
              <a:gd name="connsiteY3" fmla="*/ 332750 h 2454158"/>
              <a:gd name="connsiteX4" fmla="*/ 2121408 w 4242816"/>
              <a:gd name="connsiteY4" fmla="*/ 2454158 h 2454158"/>
              <a:gd name="connsiteX5" fmla="*/ 0 w 4242816"/>
              <a:gd name="connsiteY5" fmla="*/ 332750 h 2454158"/>
              <a:gd name="connsiteX6" fmla="*/ 10953 w 4242816"/>
              <a:gd name="connsiteY6" fmla="*/ 115848 h 2454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42816" h="2454158">
                <a:moveTo>
                  <a:pt x="28633" y="0"/>
                </a:moveTo>
                <a:lnTo>
                  <a:pt x="4214183" y="0"/>
                </a:lnTo>
                <a:lnTo>
                  <a:pt x="4231864" y="115848"/>
                </a:lnTo>
                <a:cubicBezTo>
                  <a:pt x="4239106" y="187164"/>
                  <a:pt x="4242816" y="259524"/>
                  <a:pt x="4242816" y="332750"/>
                </a:cubicBezTo>
                <a:cubicBezTo>
                  <a:pt x="4242816" y="1504371"/>
                  <a:pt x="3293029" y="2454158"/>
                  <a:pt x="2121408" y="2454158"/>
                </a:cubicBezTo>
                <a:cubicBezTo>
                  <a:pt x="949787" y="2454158"/>
                  <a:pt x="0" y="1504371"/>
                  <a:pt x="0" y="332750"/>
                </a:cubicBezTo>
                <a:cubicBezTo>
                  <a:pt x="0" y="259524"/>
                  <a:pt x="3710" y="187164"/>
                  <a:pt x="10953" y="11584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Person sitting cross-legged">
            <a:extLst>
              <a:ext uri="{FF2B5EF4-FFF2-40B4-BE49-F238E27FC236}">
                <a16:creationId xmlns:a16="http://schemas.microsoft.com/office/drawing/2014/main" id="{3A9B1131-2AC9-761B-90F0-C6C0367574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82" r="-1" b="-1"/>
          <a:stretch/>
        </p:blipFill>
        <p:spPr>
          <a:xfrm>
            <a:off x="1246572" y="10"/>
            <a:ext cx="3913632" cy="2285224"/>
          </a:xfrm>
          <a:custGeom>
            <a:avLst/>
            <a:gdLst/>
            <a:ahLst/>
            <a:cxnLst/>
            <a:rect l="l" t="t" r="r" b="b"/>
            <a:pathLst>
              <a:path w="3913632" h="2285234">
                <a:moveTo>
                  <a:pt x="29691" y="0"/>
                </a:moveTo>
                <a:lnTo>
                  <a:pt x="3883942" y="0"/>
                </a:lnTo>
                <a:lnTo>
                  <a:pt x="3903529" y="128345"/>
                </a:lnTo>
                <a:cubicBezTo>
                  <a:pt x="3910210" y="194127"/>
                  <a:pt x="3913632" y="260873"/>
                  <a:pt x="3913632" y="328418"/>
                </a:cubicBezTo>
                <a:cubicBezTo>
                  <a:pt x="3913632" y="1409138"/>
                  <a:pt x="3037536" y="2285234"/>
                  <a:pt x="1956816" y="2285234"/>
                </a:cubicBezTo>
                <a:cubicBezTo>
                  <a:pt x="876096" y="2285234"/>
                  <a:pt x="0" y="1409138"/>
                  <a:pt x="0" y="328418"/>
                </a:cubicBezTo>
                <a:cubicBezTo>
                  <a:pt x="0" y="260873"/>
                  <a:pt x="3422" y="194127"/>
                  <a:pt x="10103" y="128345"/>
                </a:cubicBezTo>
                <a:close/>
              </a:path>
            </a:pathLst>
          </a:custGeom>
        </p:spPr>
      </p:pic>
      <p:pic>
        <p:nvPicPr>
          <p:cNvPr id="11" name="Picture 10" descr="Woman on video call in glass office">
            <a:extLst>
              <a:ext uri="{FF2B5EF4-FFF2-40B4-BE49-F238E27FC236}">
                <a16:creationId xmlns:a16="http://schemas.microsoft.com/office/drawing/2014/main" id="{18653A6A-FC33-310B-C5D2-F15444E789C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57" r="16074" b="1"/>
          <a:stretch/>
        </p:blipFill>
        <p:spPr>
          <a:xfrm>
            <a:off x="-1" y="2288330"/>
            <a:ext cx="3564638" cy="4569668"/>
          </a:xfrm>
          <a:custGeom>
            <a:avLst/>
            <a:gdLst/>
            <a:ahLst/>
            <a:cxnLst/>
            <a:rect l="l" t="t" r="r" b="b"/>
            <a:pathLst>
              <a:path w="3564638" h="4569668">
                <a:moveTo>
                  <a:pt x="640080" y="0"/>
                </a:moveTo>
                <a:cubicBezTo>
                  <a:pt x="2255269" y="0"/>
                  <a:pt x="3564638" y="1309369"/>
                  <a:pt x="3564638" y="2924558"/>
                </a:cubicBezTo>
                <a:cubicBezTo>
                  <a:pt x="3564638" y="3530254"/>
                  <a:pt x="3380508" y="4092944"/>
                  <a:pt x="3065170" y="4559707"/>
                </a:cubicBezTo>
                <a:lnTo>
                  <a:pt x="3057720" y="4569668"/>
                </a:lnTo>
                <a:lnTo>
                  <a:pt x="0" y="4569668"/>
                </a:lnTo>
                <a:lnTo>
                  <a:pt x="0" y="72448"/>
                </a:lnTo>
                <a:lnTo>
                  <a:pt x="50679" y="59417"/>
                </a:lnTo>
                <a:cubicBezTo>
                  <a:pt x="241061" y="20459"/>
                  <a:pt x="438181" y="0"/>
                  <a:pt x="640080" y="0"/>
                </a:cubicBezTo>
                <a:close/>
              </a:path>
            </a:pathLst>
          </a:custGeom>
        </p:spPr>
      </p:pic>
      <p:sp>
        <p:nvSpPr>
          <p:cNvPr id="24" name="Oval 23">
            <a:extLst>
              <a:ext uri="{FF2B5EF4-FFF2-40B4-BE49-F238E27FC236}">
                <a16:creationId xmlns:a16="http://schemas.microsoft.com/office/drawing/2014/main" id="{78418A25-6EAC-4140-BFE6-284E1925B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9207" y="303879"/>
            <a:ext cx="3182112" cy="3182112"/>
          </a:xfrm>
          <a:prstGeom prst="ellipse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20267F5-D4E6-477A-A590-81F2ABD1B8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85109" y="2382976"/>
            <a:ext cx="1920240" cy="1920240"/>
          </a:xfrm>
          <a:prstGeom prst="ellipse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 descr="Man working in office">
            <a:extLst>
              <a:ext uri="{FF2B5EF4-FFF2-40B4-BE49-F238E27FC236}">
                <a16:creationId xmlns:a16="http://schemas.microsoft.com/office/drawing/2014/main" id="{C6072AAD-5A7B-601F-4427-D57760CC10C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90" r="10560"/>
          <a:stretch/>
        </p:blipFill>
        <p:spPr>
          <a:xfrm>
            <a:off x="3749701" y="2547568"/>
            <a:ext cx="1591056" cy="1591056"/>
          </a:xfrm>
          <a:custGeom>
            <a:avLst/>
            <a:gdLst/>
            <a:ahLst/>
            <a:cxnLst/>
            <a:rect l="l" t="t" r="r" b="b"/>
            <a:pathLst>
              <a:path w="1591056" h="1591056">
                <a:moveTo>
                  <a:pt x="795528" y="0"/>
                </a:moveTo>
                <a:cubicBezTo>
                  <a:pt x="1234886" y="0"/>
                  <a:pt x="1591056" y="356170"/>
                  <a:pt x="1591056" y="795528"/>
                </a:cubicBezTo>
                <a:cubicBezTo>
                  <a:pt x="1591056" y="1234886"/>
                  <a:pt x="1234886" y="1591056"/>
                  <a:pt x="795528" y="1591056"/>
                </a:cubicBezTo>
                <a:cubicBezTo>
                  <a:pt x="356170" y="1591056"/>
                  <a:pt x="0" y="1234886"/>
                  <a:pt x="0" y="795528"/>
                </a:cubicBezTo>
                <a:cubicBezTo>
                  <a:pt x="0" y="356170"/>
                  <a:pt x="356170" y="0"/>
                  <a:pt x="795528" y="0"/>
                </a:cubicBezTo>
                <a:close/>
              </a:path>
            </a:pathLst>
          </a:custGeom>
        </p:spPr>
      </p:pic>
      <p:pic>
        <p:nvPicPr>
          <p:cNvPr id="15" name="Picture 14" descr="Person picking tomatoes">
            <a:extLst>
              <a:ext uri="{FF2B5EF4-FFF2-40B4-BE49-F238E27FC236}">
                <a16:creationId xmlns:a16="http://schemas.microsoft.com/office/drawing/2014/main" id="{7C716425-6BB2-7FF4-F2F2-3F323B89EF4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04" r="10545" b="-1"/>
          <a:stretch/>
        </p:blipFill>
        <p:spPr>
          <a:xfrm>
            <a:off x="5580000" y="468471"/>
            <a:ext cx="2852928" cy="2852928"/>
          </a:xfrm>
          <a:custGeom>
            <a:avLst/>
            <a:gdLst/>
            <a:ahLst/>
            <a:cxnLst/>
            <a:rect l="l" t="t" r="r" b="b"/>
            <a:pathLst>
              <a:path w="2852928" h="2852928">
                <a:moveTo>
                  <a:pt x="1426464" y="0"/>
                </a:moveTo>
                <a:cubicBezTo>
                  <a:pt x="2214278" y="0"/>
                  <a:pt x="2852928" y="638650"/>
                  <a:pt x="2852928" y="1426464"/>
                </a:cubicBezTo>
                <a:cubicBezTo>
                  <a:pt x="2852928" y="2214278"/>
                  <a:pt x="2214278" y="2852928"/>
                  <a:pt x="1426464" y="2852928"/>
                </a:cubicBezTo>
                <a:cubicBezTo>
                  <a:pt x="638650" y="2852928"/>
                  <a:pt x="0" y="2214278"/>
                  <a:pt x="0" y="1426464"/>
                </a:cubicBezTo>
                <a:cubicBezTo>
                  <a:pt x="0" y="638650"/>
                  <a:pt x="638650" y="0"/>
                  <a:pt x="1426464" y="0"/>
                </a:cubicBezTo>
                <a:close/>
              </a:path>
            </a:pathLst>
          </a:custGeom>
        </p:spPr>
      </p:pic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B9D64DB-4D5C-4A91-B45F-F301E3174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2568" y="-4332"/>
            <a:ext cx="3439432" cy="3550083"/>
          </a:xfrm>
          <a:custGeom>
            <a:avLst/>
            <a:gdLst>
              <a:gd name="connsiteX0" fmla="*/ 115336 w 3439432"/>
              <a:gd name="connsiteY0" fmla="*/ 0 h 3550083"/>
              <a:gd name="connsiteX1" fmla="*/ 3439432 w 3439432"/>
              <a:gd name="connsiteY1" fmla="*/ 0 h 3550083"/>
              <a:gd name="connsiteX2" fmla="*/ 3439432 w 3439432"/>
              <a:gd name="connsiteY2" fmla="*/ 3462762 h 3550083"/>
              <a:gd name="connsiteX3" fmla="*/ 3318024 w 3439432"/>
              <a:gd name="connsiteY3" fmla="*/ 3493980 h 3550083"/>
              <a:gd name="connsiteX4" fmla="*/ 2761488 w 3439432"/>
              <a:gd name="connsiteY4" fmla="*/ 3550083 h 3550083"/>
              <a:gd name="connsiteX5" fmla="*/ 0 w 3439432"/>
              <a:gd name="connsiteY5" fmla="*/ 788595 h 3550083"/>
              <a:gd name="connsiteX6" fmla="*/ 70713 w 3439432"/>
              <a:gd name="connsiteY6" fmla="*/ 164949 h 3550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39432" h="3550083">
                <a:moveTo>
                  <a:pt x="115336" y="0"/>
                </a:moveTo>
                <a:lnTo>
                  <a:pt x="3439432" y="0"/>
                </a:lnTo>
                <a:lnTo>
                  <a:pt x="3439432" y="3462762"/>
                </a:lnTo>
                <a:lnTo>
                  <a:pt x="3318024" y="3493980"/>
                </a:lnTo>
                <a:cubicBezTo>
                  <a:pt x="3138258" y="3530765"/>
                  <a:pt x="2952129" y="3550083"/>
                  <a:pt x="2761488" y="3550083"/>
                </a:cubicBezTo>
                <a:cubicBezTo>
                  <a:pt x="1236360" y="3550083"/>
                  <a:pt x="0" y="2313723"/>
                  <a:pt x="0" y="788595"/>
                </a:cubicBezTo>
                <a:cubicBezTo>
                  <a:pt x="0" y="574124"/>
                  <a:pt x="24450" y="365364"/>
                  <a:pt x="70713" y="16494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 descr="Jewelry maker at workbench">
            <a:extLst>
              <a:ext uri="{FF2B5EF4-FFF2-40B4-BE49-F238E27FC236}">
                <a16:creationId xmlns:a16="http://schemas.microsoft.com/office/drawing/2014/main" id="{9625D768-41A7-55D7-0238-B03B137017A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69" r="-3" b="19523"/>
          <a:stretch/>
        </p:blipFill>
        <p:spPr>
          <a:xfrm>
            <a:off x="8918761" y="-4330"/>
            <a:ext cx="3273238" cy="3383891"/>
          </a:xfrm>
          <a:custGeom>
            <a:avLst/>
            <a:gdLst/>
            <a:ahLst/>
            <a:cxnLst/>
            <a:rect l="l" t="t" r="r" b="b"/>
            <a:pathLst>
              <a:path w="3273238" h="3383891">
                <a:moveTo>
                  <a:pt x="122841" y="0"/>
                </a:moveTo>
                <a:lnTo>
                  <a:pt x="3273238" y="0"/>
                </a:lnTo>
                <a:lnTo>
                  <a:pt x="3273238" y="3291335"/>
                </a:lnTo>
                <a:lnTo>
                  <a:pt x="3118338" y="3331164"/>
                </a:lnTo>
                <a:cubicBezTo>
                  <a:pt x="2949390" y="3365736"/>
                  <a:pt x="2774463" y="3383891"/>
                  <a:pt x="2595295" y="3383891"/>
                </a:cubicBezTo>
                <a:cubicBezTo>
                  <a:pt x="1161953" y="3383891"/>
                  <a:pt x="0" y="2221938"/>
                  <a:pt x="0" y="788596"/>
                </a:cubicBezTo>
                <a:cubicBezTo>
                  <a:pt x="0" y="519845"/>
                  <a:pt x="40850" y="260634"/>
                  <a:pt x="116679" y="16835"/>
                </a:cubicBezTo>
                <a:close/>
              </a:path>
            </a:pathLst>
          </a:custGeom>
        </p:spPr>
      </p:pic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CB14CE1B-4BC5-4EF2-BE3D-05E4F580B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99331" y="3907418"/>
            <a:ext cx="2992669" cy="2950582"/>
          </a:xfrm>
          <a:custGeom>
            <a:avLst/>
            <a:gdLst>
              <a:gd name="connsiteX0" fmla="*/ 2052140 w 2992669"/>
              <a:gd name="connsiteY0" fmla="*/ 0 h 2950582"/>
              <a:gd name="connsiteX1" fmla="*/ 2850926 w 2992669"/>
              <a:gd name="connsiteY1" fmla="*/ 161267 h 2950582"/>
              <a:gd name="connsiteX2" fmla="*/ 2992669 w 2992669"/>
              <a:gd name="connsiteY2" fmla="*/ 229549 h 2950582"/>
              <a:gd name="connsiteX3" fmla="*/ 2992669 w 2992669"/>
              <a:gd name="connsiteY3" fmla="*/ 2950582 h 2950582"/>
              <a:gd name="connsiteX4" fmla="*/ 209274 w 2992669"/>
              <a:gd name="connsiteY4" fmla="*/ 2950582 h 2950582"/>
              <a:gd name="connsiteX5" fmla="*/ 161267 w 2992669"/>
              <a:gd name="connsiteY5" fmla="*/ 2850926 h 2950582"/>
              <a:gd name="connsiteX6" fmla="*/ 0 w 2992669"/>
              <a:gd name="connsiteY6" fmla="*/ 2052140 h 2950582"/>
              <a:gd name="connsiteX7" fmla="*/ 2052140 w 2992669"/>
              <a:gd name="connsiteY7" fmla="*/ 0 h 2950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669" h="2950582">
                <a:moveTo>
                  <a:pt x="2052140" y="0"/>
                </a:moveTo>
                <a:cubicBezTo>
                  <a:pt x="2335482" y="0"/>
                  <a:pt x="2605411" y="57424"/>
                  <a:pt x="2850926" y="161267"/>
                </a:cubicBezTo>
                <a:lnTo>
                  <a:pt x="2992669" y="229549"/>
                </a:lnTo>
                <a:lnTo>
                  <a:pt x="2992669" y="2950582"/>
                </a:lnTo>
                <a:lnTo>
                  <a:pt x="209274" y="2950582"/>
                </a:lnTo>
                <a:lnTo>
                  <a:pt x="161267" y="2850926"/>
                </a:lnTo>
                <a:cubicBezTo>
                  <a:pt x="57423" y="2605411"/>
                  <a:pt x="0" y="2335482"/>
                  <a:pt x="0" y="2052140"/>
                </a:cubicBezTo>
                <a:cubicBezTo>
                  <a:pt x="0" y="918774"/>
                  <a:pt x="918774" y="0"/>
                  <a:pt x="2052140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Person at desk in clothing store">
            <a:extLst>
              <a:ext uri="{FF2B5EF4-FFF2-40B4-BE49-F238E27FC236}">
                <a16:creationId xmlns:a16="http://schemas.microsoft.com/office/drawing/2014/main" id="{855D6585-C5E4-A2E8-FD91-F5A7D8CF3D5A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24" r="4" b="26622"/>
          <a:stretch/>
        </p:blipFill>
        <p:spPr>
          <a:xfrm>
            <a:off x="9363238" y="4071322"/>
            <a:ext cx="2828765" cy="2786678"/>
          </a:xfrm>
          <a:custGeom>
            <a:avLst/>
            <a:gdLst/>
            <a:ahLst/>
            <a:cxnLst/>
            <a:rect l="l" t="t" r="r" b="b"/>
            <a:pathLst>
              <a:path w="2828765" h="2786678">
                <a:moveTo>
                  <a:pt x="1888236" y="0"/>
                </a:moveTo>
                <a:cubicBezTo>
                  <a:pt x="2214125" y="0"/>
                  <a:pt x="2520731" y="82558"/>
                  <a:pt x="2788281" y="227900"/>
                </a:cubicBezTo>
                <a:lnTo>
                  <a:pt x="2828765" y="252495"/>
                </a:lnTo>
                <a:lnTo>
                  <a:pt x="2828765" y="2786678"/>
                </a:lnTo>
                <a:lnTo>
                  <a:pt x="227128" y="2786678"/>
                </a:lnTo>
                <a:lnTo>
                  <a:pt x="148387" y="2623223"/>
                </a:lnTo>
                <a:cubicBezTo>
                  <a:pt x="52837" y="2397318"/>
                  <a:pt x="0" y="2148947"/>
                  <a:pt x="0" y="1888236"/>
                </a:cubicBezTo>
                <a:cubicBezTo>
                  <a:pt x="0" y="845392"/>
                  <a:pt x="845392" y="0"/>
                  <a:pt x="188823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439846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Hourglass and a calendar">
            <a:extLst>
              <a:ext uri="{FF2B5EF4-FFF2-40B4-BE49-F238E27FC236}">
                <a16:creationId xmlns:a16="http://schemas.microsoft.com/office/drawing/2014/main" id="{275625C9-1A85-4C4B-B40B-DA0218BFED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461" r="685" b="2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FFC7AA-F042-CDB8-60F9-C2437EB48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s-ES" sz="4000"/>
              <a:t>Past Simple Tense: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EFDAF-1A56-71C0-B744-3C7C0D5A4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r>
              <a:rPr lang="en-GB" sz="2000" dirty="0"/>
              <a:t>Usage: Past simple is used to describe completed actions or events in the past.</a:t>
            </a:r>
          </a:p>
          <a:p>
            <a:r>
              <a:rPr lang="en-GB" sz="2000" dirty="0"/>
              <a:t>Structure: Subject + past simple verb</a:t>
            </a:r>
          </a:p>
          <a:p>
            <a:endParaRPr lang="en-GB" sz="2000" dirty="0"/>
          </a:p>
          <a:p>
            <a:r>
              <a:rPr lang="en-GB" sz="2000" dirty="0"/>
              <a:t>I finished the report yesterday.</a:t>
            </a:r>
          </a:p>
          <a:p>
            <a:r>
              <a:rPr lang="en-GB" sz="2000" dirty="0"/>
              <a:t>She attended a conference last week.</a:t>
            </a:r>
          </a:p>
          <a:p>
            <a:r>
              <a:rPr lang="en-GB" sz="2000" dirty="0"/>
              <a:t>We had a meeting in the afternoon.</a:t>
            </a: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2783771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6CF2A2B-0745-440C-9224-C5C6A0A42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E6D6B-84C9-4D2B-97EB-773B7369EF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Picture 16" descr="White bulbs with a yellow one standing out">
            <a:extLst>
              <a:ext uri="{FF2B5EF4-FFF2-40B4-BE49-F238E27FC236}">
                <a16:creationId xmlns:a16="http://schemas.microsoft.com/office/drawing/2014/main" id="{D89B4E93-D5DD-E63B-362D-A9B646095A0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b="15730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ED4AF2-BC42-FFDC-2589-BD132497D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728906"/>
            <a:ext cx="9792471" cy="2057037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Past Continuous Tense: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26995-D734-FE14-0F42-5E096C710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8181" y="2957665"/>
            <a:ext cx="9792471" cy="3171423"/>
          </a:xfrm>
        </p:spPr>
        <p:txBody>
          <a:bodyPr>
            <a:normAutofit/>
          </a:bodyPr>
          <a:lstStyle/>
          <a:p>
            <a:r>
              <a:rPr lang="en-GB" sz="2000" dirty="0">
                <a:solidFill>
                  <a:srgbClr val="FFFFFF"/>
                </a:solidFill>
              </a:rPr>
              <a:t>Usage: Past continuous is used to describe actions that were ongoing or in progress at a specific point in the past.</a:t>
            </a:r>
          </a:p>
          <a:p>
            <a:r>
              <a:rPr lang="en-GB" sz="2000" dirty="0">
                <a:solidFill>
                  <a:srgbClr val="FFFFFF"/>
                </a:solidFill>
              </a:rPr>
              <a:t>Structure: Subject + past continuous verb (was/were + present participle)</a:t>
            </a:r>
          </a:p>
          <a:p>
            <a:endParaRPr lang="en-GB" sz="2000" dirty="0">
              <a:solidFill>
                <a:srgbClr val="FFFFFF"/>
              </a:solidFill>
            </a:endParaRPr>
          </a:p>
          <a:p>
            <a:r>
              <a:rPr lang="en-GB" sz="2000" dirty="0">
                <a:solidFill>
                  <a:srgbClr val="FFFFFF"/>
                </a:solidFill>
              </a:rPr>
              <a:t>I was working on a project.</a:t>
            </a:r>
          </a:p>
          <a:p>
            <a:r>
              <a:rPr lang="en-GB" sz="2000" dirty="0">
                <a:solidFill>
                  <a:srgbClr val="FFFFFF"/>
                </a:solidFill>
              </a:rPr>
              <a:t>She was writing emails all morning.</a:t>
            </a:r>
          </a:p>
          <a:p>
            <a:r>
              <a:rPr lang="en-GB" sz="2000" dirty="0">
                <a:solidFill>
                  <a:srgbClr val="FFFFFF"/>
                </a:solidFill>
              </a:rPr>
              <a:t>They were discussing the new strategy during the meeting.</a:t>
            </a:r>
            <a:endParaRPr lang="es-E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712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24CDE-ECA1-6DB7-6AFF-EA74115D2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480" y="355698"/>
            <a:ext cx="10515600" cy="1325563"/>
          </a:xfrm>
        </p:spPr>
        <p:txBody>
          <a:bodyPr/>
          <a:lstStyle/>
          <a:p>
            <a:r>
              <a:rPr lang="es-ES" dirty="0" err="1"/>
              <a:t>Integrating</a:t>
            </a:r>
            <a:r>
              <a:rPr lang="es-ES" dirty="0"/>
              <a:t> </a:t>
            </a:r>
            <a:r>
              <a:rPr lang="es-ES" dirty="0" err="1"/>
              <a:t>past</a:t>
            </a:r>
            <a:r>
              <a:rPr lang="es-ES" dirty="0"/>
              <a:t> simple and </a:t>
            </a:r>
            <a:r>
              <a:rPr lang="es-ES" dirty="0" err="1"/>
              <a:t>past</a:t>
            </a:r>
            <a:r>
              <a:rPr lang="es-ES" dirty="0"/>
              <a:t> </a:t>
            </a:r>
            <a:r>
              <a:rPr lang="es-ES" dirty="0" err="1"/>
              <a:t>continuous</a:t>
            </a:r>
            <a:endParaRPr lang="es-E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5E44B23-3251-997D-3F1D-52B65621CE46}"/>
              </a:ext>
            </a:extLst>
          </p:cNvPr>
          <p:cNvCxnSpPr>
            <a:cxnSpLocks/>
          </p:cNvCxnSpPr>
          <p:nvPr/>
        </p:nvCxnSpPr>
        <p:spPr>
          <a:xfrm>
            <a:off x="866480" y="4010123"/>
            <a:ext cx="979425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9837996-91F9-F946-65A8-97A701E99C8A}"/>
              </a:ext>
            </a:extLst>
          </p:cNvPr>
          <p:cNvSpPr txBox="1"/>
          <p:nvPr/>
        </p:nvSpPr>
        <p:spPr>
          <a:xfrm>
            <a:off x="805500" y="5319056"/>
            <a:ext cx="1139700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dirty="0">
                <a:solidFill>
                  <a:schemeClr val="accent1">
                    <a:lumMod val="75000"/>
                  </a:schemeClr>
                </a:solidFill>
              </a:rPr>
              <a:t>I was working on a project, </a:t>
            </a:r>
            <a:r>
              <a:rPr lang="es-ES" sz="4400" dirty="0" err="1">
                <a:solidFill>
                  <a:srgbClr val="FF0000"/>
                </a:solidFill>
              </a:rPr>
              <a:t>when</a:t>
            </a:r>
            <a:r>
              <a:rPr lang="es-ES" sz="4400" dirty="0">
                <a:solidFill>
                  <a:srgbClr val="FF0000"/>
                </a:solidFill>
              </a:rPr>
              <a:t> </a:t>
            </a:r>
            <a:r>
              <a:rPr lang="es-ES" sz="4400" dirty="0" err="1">
                <a:solidFill>
                  <a:srgbClr val="FF0000"/>
                </a:solidFill>
              </a:rPr>
              <a:t>you</a:t>
            </a:r>
            <a:r>
              <a:rPr lang="es-ES" sz="4400" dirty="0">
                <a:solidFill>
                  <a:srgbClr val="FF0000"/>
                </a:solidFill>
              </a:rPr>
              <a:t> </a:t>
            </a:r>
            <a:r>
              <a:rPr lang="es-ES" sz="4400" dirty="0" err="1">
                <a:solidFill>
                  <a:srgbClr val="FF0000"/>
                </a:solidFill>
              </a:rPr>
              <a:t>called</a:t>
            </a:r>
            <a:r>
              <a:rPr lang="en-GB" sz="44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F0DDBAFD-57C6-DD29-EAA4-F04BD27877DB}"/>
              </a:ext>
            </a:extLst>
          </p:cNvPr>
          <p:cNvSpPr/>
          <p:nvPr/>
        </p:nvSpPr>
        <p:spPr>
          <a:xfrm>
            <a:off x="1395167" y="3704734"/>
            <a:ext cx="5882325" cy="6413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9D36EE52-EF00-C9CD-2A0E-57E4FD67361C}"/>
              </a:ext>
            </a:extLst>
          </p:cNvPr>
          <p:cNvSpPr/>
          <p:nvPr/>
        </p:nvSpPr>
        <p:spPr>
          <a:xfrm>
            <a:off x="2422197" y="2728060"/>
            <a:ext cx="3195686" cy="2623008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89AD47-CDB6-88DA-5530-75FAF4F54641}"/>
              </a:ext>
            </a:extLst>
          </p:cNvPr>
          <p:cNvSpPr txBox="1"/>
          <p:nvPr/>
        </p:nvSpPr>
        <p:spPr>
          <a:xfrm>
            <a:off x="10256363" y="3429000"/>
            <a:ext cx="540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17AC2C-5C6E-6B37-FEE6-7635C2DC86F1}"/>
              </a:ext>
            </a:extLst>
          </p:cNvPr>
          <p:cNvSpPr txBox="1"/>
          <p:nvPr/>
        </p:nvSpPr>
        <p:spPr>
          <a:xfrm>
            <a:off x="1046375" y="1750736"/>
            <a:ext cx="10155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past</a:t>
            </a:r>
            <a:r>
              <a:rPr lang="es-ES" dirty="0"/>
              <a:t> </a:t>
            </a:r>
            <a:r>
              <a:rPr lang="es-ES" dirty="0" err="1"/>
              <a:t>continuous</a:t>
            </a:r>
            <a:r>
              <a:rPr lang="es-ES" dirty="0"/>
              <a:t> describes a </a:t>
            </a:r>
            <a:r>
              <a:rPr lang="es-ES" dirty="0" err="1">
                <a:solidFill>
                  <a:schemeClr val="accent1">
                    <a:lumMod val="75000"/>
                  </a:schemeClr>
                </a:solidFill>
              </a:rPr>
              <a:t>long</a:t>
            </a:r>
            <a:r>
              <a:rPr lang="es-E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75000"/>
                  </a:schemeClr>
                </a:solidFill>
              </a:rPr>
              <a:t>action</a:t>
            </a:r>
            <a:r>
              <a:rPr lang="es-ES" dirty="0">
                <a:solidFill>
                  <a:schemeClr val="accent1">
                    <a:lumMod val="75000"/>
                  </a:schemeClr>
                </a:solidFill>
              </a:rPr>
              <a:t> in </a:t>
            </a:r>
            <a:r>
              <a:rPr lang="es-ES" dirty="0" err="1">
                <a:solidFill>
                  <a:schemeClr val="accent1">
                    <a:lumMod val="75000"/>
                  </a:schemeClr>
                </a:solidFill>
              </a:rPr>
              <a:t>the</a:t>
            </a:r>
            <a:r>
              <a:rPr lang="es-E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75000"/>
                  </a:schemeClr>
                </a:solidFill>
              </a:rPr>
              <a:t>past</a:t>
            </a:r>
            <a:r>
              <a:rPr lang="es-ES" dirty="0"/>
              <a:t>, </a:t>
            </a:r>
            <a:r>
              <a:rPr lang="es-ES" dirty="0" err="1"/>
              <a:t>while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past</a:t>
            </a:r>
            <a:r>
              <a:rPr lang="es-ES" dirty="0"/>
              <a:t> simple describes a </a:t>
            </a:r>
            <a:r>
              <a:rPr lang="es-ES" dirty="0">
                <a:solidFill>
                  <a:srgbClr val="FF0000"/>
                </a:solidFill>
              </a:rPr>
              <a:t>short </a:t>
            </a:r>
            <a:r>
              <a:rPr lang="es-ES" dirty="0" err="1">
                <a:solidFill>
                  <a:srgbClr val="FF0000"/>
                </a:solidFill>
              </a:rPr>
              <a:t>one</a:t>
            </a:r>
            <a:r>
              <a:rPr lang="es-ES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8329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125C5-2EC3-A981-574C-3FBEA2F9E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Example</a:t>
            </a:r>
            <a:r>
              <a:rPr lang="es-ES" dirty="0"/>
              <a:t> </a:t>
            </a:r>
            <a:r>
              <a:rPr lang="es-ES" dirty="0" err="1"/>
              <a:t>sentences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35EDD-576B-13E5-F26A-748C7B62D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While I was attending the conference</a:t>
            </a:r>
            <a:r>
              <a:rPr lang="en-GB" dirty="0"/>
              <a:t>, </a:t>
            </a:r>
            <a:r>
              <a:rPr lang="en-GB" dirty="0">
                <a:solidFill>
                  <a:srgbClr val="FF0000"/>
                </a:solidFill>
              </a:rPr>
              <a:t>my colleague presented our latest project.</a:t>
            </a:r>
          </a:p>
          <a:p>
            <a:endParaRPr lang="en-GB" dirty="0">
              <a:solidFill>
                <a:srgbClr val="FF0000"/>
              </a:solidFill>
            </a:endParaRPr>
          </a:p>
          <a:p>
            <a:endParaRPr lang="en-GB" dirty="0">
              <a:solidFill>
                <a:srgbClr val="FF0000"/>
              </a:solidFill>
            </a:endParaRPr>
          </a:p>
          <a:p>
            <a:r>
              <a:rPr lang="en-GB" dirty="0"/>
              <a:t>Last month, 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our team was working on a tight deadline</a:t>
            </a:r>
            <a:r>
              <a:rPr lang="en-GB" dirty="0"/>
              <a:t>, but </a:t>
            </a:r>
            <a:r>
              <a:rPr lang="en-GB" dirty="0">
                <a:solidFill>
                  <a:srgbClr val="FF0000"/>
                </a:solidFill>
              </a:rPr>
              <a:t>we completed the project successfully.</a:t>
            </a:r>
          </a:p>
          <a:p>
            <a:endParaRPr lang="en-GB" dirty="0">
              <a:solidFill>
                <a:srgbClr val="FF0000"/>
              </a:solidFill>
            </a:endParaRPr>
          </a:p>
          <a:p>
            <a:endParaRPr lang="en-GB" dirty="0">
              <a:solidFill>
                <a:srgbClr val="FF0000"/>
              </a:solidFill>
            </a:endParaRPr>
          </a:p>
          <a:p>
            <a:r>
              <a:rPr lang="en-GB" dirty="0">
                <a:solidFill>
                  <a:srgbClr val="FF0000"/>
                </a:solidFill>
              </a:rPr>
              <a:t>When the client called</a:t>
            </a:r>
            <a:r>
              <a:rPr lang="en-GB" dirty="0"/>
              <a:t>, 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I was reviewing the proposal</a:t>
            </a:r>
            <a:r>
              <a:rPr lang="en-GB" dirty="0"/>
              <a:t>, and then </a:t>
            </a:r>
            <a:r>
              <a:rPr lang="en-GB" dirty="0">
                <a:solidFill>
                  <a:srgbClr val="FF0000"/>
                </a:solidFill>
              </a:rPr>
              <a:t>I answered their questions.</a:t>
            </a:r>
          </a:p>
        </p:txBody>
      </p:sp>
    </p:spTree>
    <p:extLst>
      <p:ext uri="{BB962C8B-B14F-4D97-AF65-F5344CB8AC3E}">
        <p14:creationId xmlns:p14="http://schemas.microsoft.com/office/powerpoint/2010/main" val="3020868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ADBC7-7A0D-FD99-3E03-D480B16A6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976" y="175846"/>
            <a:ext cx="10515600" cy="1325563"/>
          </a:xfrm>
        </p:spPr>
        <p:txBody>
          <a:bodyPr/>
          <a:lstStyle/>
          <a:p>
            <a:r>
              <a:rPr lang="es-ES" dirty="0" err="1"/>
              <a:t>Practise</a:t>
            </a:r>
            <a:endParaRPr lang="es-E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294B439-307C-A78D-69FB-AE085EE5343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116623"/>
          <a:ext cx="10515600" cy="56622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313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F6C4F-29D1-6CDC-A7C1-FF6FA5CE3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Bringing everything together - Examples</a:t>
            </a:r>
            <a:endParaRPr lang="es-E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D0C2F2-98F0-156B-B3B5-16B2DA8FB94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9215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44BED9-B8BF-5FEF-8401-79EF66B64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GB" sz="5400"/>
              <a:t>Bringing everything together - Examples</a:t>
            </a:r>
            <a:endParaRPr lang="es-ES" sz="5400"/>
          </a:p>
        </p:txBody>
      </p:sp>
      <p:pic>
        <p:nvPicPr>
          <p:cNvPr id="5" name="Picture 4" descr="Conference room table">
            <a:extLst>
              <a:ext uri="{FF2B5EF4-FFF2-40B4-BE49-F238E27FC236}">
                <a16:creationId xmlns:a16="http://schemas.microsoft.com/office/drawing/2014/main" id="{6EF1CE47-06E8-ECDA-9998-C5ABDB83A0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389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A493C-D63E-BAEC-8744-E92AF8046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GB" sz="1500" b="1" i="0" dirty="0">
                <a:effectLst/>
              </a:rPr>
              <a:t>During Lunch Break:</a:t>
            </a:r>
            <a:endParaRPr lang="en-GB" sz="1500" b="0" i="0" dirty="0">
              <a:effectLst/>
            </a:endParaRPr>
          </a:p>
          <a:p>
            <a:pPr lvl="1"/>
            <a:r>
              <a:rPr lang="en-GB" sz="1500" b="0" i="1" dirty="0">
                <a:effectLst/>
              </a:rPr>
              <a:t>I usually have lunch in the cafeteria with my colleagues.</a:t>
            </a:r>
            <a:endParaRPr lang="en-GB" sz="1500" b="0" i="0" dirty="0">
              <a:effectLst/>
            </a:endParaRPr>
          </a:p>
          <a:p>
            <a:pPr lvl="1"/>
            <a:r>
              <a:rPr lang="en-GB" sz="1500" b="0" i="1" dirty="0">
                <a:effectLst/>
              </a:rPr>
              <a:t>Sometimes, I prefer to eat at my desk, especially when I have a lot of work to catch up on.</a:t>
            </a:r>
            <a:endParaRPr lang="en-GB" sz="1500" b="0" i="0" dirty="0">
              <a:effectLst/>
            </a:endParaRPr>
          </a:p>
          <a:p>
            <a:pPr>
              <a:buFont typeface="+mj-lt"/>
              <a:buAutoNum type="arabicPeriod"/>
            </a:pPr>
            <a:r>
              <a:rPr lang="en-GB" sz="1500" b="1" i="0" dirty="0">
                <a:effectLst/>
              </a:rPr>
              <a:t>In a Productive Atmosphere:</a:t>
            </a:r>
            <a:endParaRPr lang="en-GB" sz="1500" b="0" i="0" dirty="0">
              <a:effectLst/>
            </a:endParaRPr>
          </a:p>
          <a:p>
            <a:pPr lvl="1"/>
            <a:r>
              <a:rPr lang="en-GB" sz="1500" b="0" i="1" dirty="0">
                <a:effectLst/>
              </a:rPr>
              <a:t>The office is always busy and bustling with activity; it creates a productive atmosphere.</a:t>
            </a:r>
            <a:endParaRPr lang="en-GB" sz="1500" b="0" i="0" dirty="0">
              <a:effectLst/>
            </a:endParaRPr>
          </a:p>
          <a:p>
            <a:pPr lvl="1"/>
            <a:r>
              <a:rPr lang="en-GB" sz="1500" b="0" i="1" dirty="0">
                <a:effectLst/>
              </a:rPr>
              <a:t>During team meetings, we brainstorm ideas and collaborate in an open and friendly environment.</a:t>
            </a:r>
            <a:endParaRPr lang="en-GB" sz="1500" b="0" i="0" dirty="0">
              <a:effectLst/>
            </a:endParaRPr>
          </a:p>
          <a:p>
            <a:pPr>
              <a:buFont typeface="+mj-lt"/>
              <a:buAutoNum type="arabicPeriod"/>
            </a:pPr>
            <a:r>
              <a:rPr lang="en-GB" sz="1500" b="1" i="0" dirty="0">
                <a:effectLst/>
              </a:rPr>
              <a:t>At a Business Conference:</a:t>
            </a:r>
            <a:endParaRPr lang="en-GB" sz="1500" b="0" i="0" dirty="0">
              <a:effectLst/>
            </a:endParaRPr>
          </a:p>
          <a:p>
            <a:pPr lvl="1"/>
            <a:r>
              <a:rPr lang="en-GB" sz="1500" b="0" i="1" dirty="0">
                <a:effectLst/>
              </a:rPr>
              <a:t>Next month, I'll be attending a business conference in Chicago.</a:t>
            </a:r>
            <a:endParaRPr lang="en-GB" sz="1500" b="0" i="0" dirty="0">
              <a:effectLst/>
            </a:endParaRPr>
          </a:p>
          <a:p>
            <a:pPr lvl="1"/>
            <a:r>
              <a:rPr lang="en-GB" sz="1500" b="0" i="1" dirty="0">
                <a:effectLst/>
              </a:rPr>
              <a:t>I enjoy networking at these conferences; they provide valuable insights into industry trends.</a:t>
            </a:r>
            <a:endParaRPr lang="en-GB" sz="1500" b="0" i="0" dirty="0">
              <a:effectLst/>
            </a:endParaRPr>
          </a:p>
          <a:p>
            <a:endParaRPr lang="es-ES" sz="1500" dirty="0"/>
          </a:p>
        </p:txBody>
      </p:sp>
    </p:spTree>
    <p:extLst>
      <p:ext uri="{BB962C8B-B14F-4D97-AF65-F5344CB8AC3E}">
        <p14:creationId xmlns:p14="http://schemas.microsoft.com/office/powerpoint/2010/main" val="736287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2E227-3B4F-AD60-E507-08A50FF25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Bringing everything together - Examples</a:t>
            </a:r>
            <a:endParaRPr lang="es-E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E80596B-BAA7-0D9B-696F-96171E9C872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40856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B1A1F3B-278A-E3C1-55C5-030B404345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11290" b="444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D226A9-CC93-48C9-A615-392BF510B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2800"/>
              <a:t>Practise yourselves – Quickfire sentences</a:t>
            </a:r>
            <a:br>
              <a:rPr lang="en-GB" sz="2800"/>
            </a:br>
            <a:r>
              <a:rPr lang="en-GB" sz="2800"/>
              <a:t>Take turns to make a sentence according to each prompt:</a:t>
            </a:r>
            <a:br>
              <a:rPr lang="en-US" sz="2800"/>
            </a:br>
            <a:endParaRPr lang="es-ES" sz="28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A369FB-7F4E-7E9C-0138-957C9FC46A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810047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125615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unlit desk">
            <a:extLst>
              <a:ext uri="{FF2B5EF4-FFF2-40B4-BE49-F238E27FC236}">
                <a16:creationId xmlns:a16="http://schemas.microsoft.com/office/drawing/2014/main" id="{5FF32768-E3C6-A6A2-0649-9FA27631F5B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3735" b="1199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D226A9-CC93-48C9-A615-392BF510B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/>
              <a:t>Practise yourselves – Quickfire sentences</a:t>
            </a:r>
            <a:endParaRPr lang="es-ES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9AF1FC3D-5A50-4C4C-89F4-00A01400BD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397878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341088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44319-6B68-9BB0-F83D-925643A71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Delayed</a:t>
            </a:r>
            <a:r>
              <a:rPr lang="es-ES" dirty="0"/>
              <a:t> </a:t>
            </a:r>
            <a:r>
              <a:rPr lang="es-ES" dirty="0" err="1"/>
              <a:t>feedback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0AED2-CC2D-91CF-EE01-34AC35D8E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12945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981</Words>
  <Application>Microsoft Office PowerPoint</Application>
  <PresentationFormat>Widescreen</PresentationFormat>
  <Paragraphs>106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Daily activities at work</vt:lpstr>
      <vt:lpstr>Warm up 2</vt:lpstr>
      <vt:lpstr>Past Simple Tense:</vt:lpstr>
      <vt:lpstr>Past Continuous Tense:</vt:lpstr>
      <vt:lpstr>Integrating past simple and past continuous</vt:lpstr>
      <vt:lpstr>Example sentences</vt:lpstr>
      <vt:lpstr>Practise</vt:lpstr>
      <vt:lpstr>Bringing everything together - Examples</vt:lpstr>
      <vt:lpstr>Bringing everything together - Examples</vt:lpstr>
      <vt:lpstr>Bringing everything together - Examples</vt:lpstr>
      <vt:lpstr>Practise yourselves – Quickfire sentences Take turns to make a sentence according to each prompt: </vt:lpstr>
      <vt:lpstr>Practise yourselves – Quickfire sentences</vt:lpstr>
      <vt:lpstr>Delayed 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Daily activities at work</dc:title>
  <dc:creator>Theo Clarke</dc:creator>
  <cp:lastModifiedBy>Theo Clarke</cp:lastModifiedBy>
  <cp:revision>6</cp:revision>
  <dcterms:created xsi:type="dcterms:W3CDTF">2024-01-24T09:39:42Z</dcterms:created>
  <dcterms:modified xsi:type="dcterms:W3CDTF">2024-03-27T12:29:54Z</dcterms:modified>
</cp:coreProperties>
</file>