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74" r:id="rId8"/>
    <p:sldId id="275" r:id="rId9"/>
    <p:sldId id="261" r:id="rId10"/>
    <p:sldId id="268" r:id="rId1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7" d="100"/>
          <a:sy n="117" d="100"/>
        </p:scale>
        <p:origin x="29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CFE1A-98D5-7B29-819C-7C68201F92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ES"/>
          </a:p>
        </p:txBody>
      </p:sp>
      <p:sp>
        <p:nvSpPr>
          <p:cNvPr id="3" name="Subtitle 2">
            <a:extLst>
              <a:ext uri="{FF2B5EF4-FFF2-40B4-BE49-F238E27FC236}">
                <a16:creationId xmlns:a16="http://schemas.microsoft.com/office/drawing/2014/main" id="{A5C8BF39-95CF-5472-A34B-AEB2CC8761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ES"/>
          </a:p>
        </p:txBody>
      </p:sp>
      <p:sp>
        <p:nvSpPr>
          <p:cNvPr id="4" name="Date Placeholder 3">
            <a:extLst>
              <a:ext uri="{FF2B5EF4-FFF2-40B4-BE49-F238E27FC236}">
                <a16:creationId xmlns:a16="http://schemas.microsoft.com/office/drawing/2014/main" id="{90FEDF85-DD1A-1EAD-88B5-F5087A204991}"/>
              </a:ext>
            </a:extLst>
          </p:cNvPr>
          <p:cNvSpPr>
            <a:spLocks noGrp="1"/>
          </p:cNvSpPr>
          <p:nvPr>
            <p:ph type="dt" sz="half" idx="10"/>
          </p:nvPr>
        </p:nvSpPr>
        <p:spPr/>
        <p:txBody>
          <a:bodyPr/>
          <a:lstStyle/>
          <a:p>
            <a:fld id="{DD7DB6D9-05DC-475C-93F2-9CACAD7B97E8}" type="datetimeFigureOut">
              <a:rPr lang="es-ES" smtClean="0"/>
              <a:t>12/09/2024</a:t>
            </a:fld>
            <a:endParaRPr lang="es-ES"/>
          </a:p>
        </p:txBody>
      </p:sp>
      <p:sp>
        <p:nvSpPr>
          <p:cNvPr id="5" name="Footer Placeholder 4">
            <a:extLst>
              <a:ext uri="{FF2B5EF4-FFF2-40B4-BE49-F238E27FC236}">
                <a16:creationId xmlns:a16="http://schemas.microsoft.com/office/drawing/2014/main" id="{6A5C77A0-6CB8-BFC7-A227-8612B68302FF}"/>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4B61313E-743F-CD27-E31E-29CEC0DC0F61}"/>
              </a:ext>
            </a:extLst>
          </p:cNvPr>
          <p:cNvSpPr>
            <a:spLocks noGrp="1"/>
          </p:cNvSpPr>
          <p:nvPr>
            <p:ph type="sldNum" sz="quarter" idx="12"/>
          </p:nvPr>
        </p:nvSpPr>
        <p:spPr/>
        <p:txBody>
          <a:bodyPr/>
          <a:lstStyle/>
          <a:p>
            <a:fld id="{F24B126E-EF77-4455-82E3-F2658C6BF06D}" type="slidenum">
              <a:rPr lang="es-ES" smtClean="0"/>
              <a:t>‹#›</a:t>
            </a:fld>
            <a:endParaRPr lang="es-ES"/>
          </a:p>
        </p:txBody>
      </p:sp>
    </p:spTree>
    <p:extLst>
      <p:ext uri="{BB962C8B-B14F-4D97-AF65-F5344CB8AC3E}">
        <p14:creationId xmlns:p14="http://schemas.microsoft.com/office/powerpoint/2010/main" val="1220298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71046-D8F1-2B80-1F09-0FB7DAEF661C}"/>
              </a:ext>
            </a:extLst>
          </p:cNvPr>
          <p:cNvSpPr>
            <a:spLocks noGrp="1"/>
          </p:cNvSpPr>
          <p:nvPr>
            <p:ph type="title"/>
          </p:nvPr>
        </p:nvSpPr>
        <p:spPr/>
        <p:txBody>
          <a:bodyPr/>
          <a:lstStyle/>
          <a:p>
            <a:r>
              <a:rPr lang="en-US"/>
              <a:t>Click to edit Master title style</a:t>
            </a:r>
            <a:endParaRPr lang="es-ES"/>
          </a:p>
        </p:txBody>
      </p:sp>
      <p:sp>
        <p:nvSpPr>
          <p:cNvPr id="3" name="Content Placeholder 2">
            <a:extLst>
              <a:ext uri="{FF2B5EF4-FFF2-40B4-BE49-F238E27FC236}">
                <a16:creationId xmlns:a16="http://schemas.microsoft.com/office/drawing/2014/main" id="{96C93992-B115-0143-2B55-149A5DB9B2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109E9DCF-A5C0-1815-64F4-D0C1EA92043F}"/>
              </a:ext>
            </a:extLst>
          </p:cNvPr>
          <p:cNvSpPr>
            <a:spLocks noGrp="1"/>
          </p:cNvSpPr>
          <p:nvPr>
            <p:ph type="dt" sz="half" idx="10"/>
          </p:nvPr>
        </p:nvSpPr>
        <p:spPr/>
        <p:txBody>
          <a:bodyPr/>
          <a:lstStyle/>
          <a:p>
            <a:fld id="{DD7DB6D9-05DC-475C-93F2-9CACAD7B97E8}" type="datetimeFigureOut">
              <a:rPr lang="es-ES" smtClean="0"/>
              <a:t>12/09/2024</a:t>
            </a:fld>
            <a:endParaRPr lang="es-ES"/>
          </a:p>
        </p:txBody>
      </p:sp>
      <p:sp>
        <p:nvSpPr>
          <p:cNvPr id="5" name="Footer Placeholder 4">
            <a:extLst>
              <a:ext uri="{FF2B5EF4-FFF2-40B4-BE49-F238E27FC236}">
                <a16:creationId xmlns:a16="http://schemas.microsoft.com/office/drawing/2014/main" id="{B13FCCE4-C025-4793-6DD8-398447B7E0CF}"/>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F4DA9F5F-D939-D72B-5E60-BCD4CA802E73}"/>
              </a:ext>
            </a:extLst>
          </p:cNvPr>
          <p:cNvSpPr>
            <a:spLocks noGrp="1"/>
          </p:cNvSpPr>
          <p:nvPr>
            <p:ph type="sldNum" sz="quarter" idx="12"/>
          </p:nvPr>
        </p:nvSpPr>
        <p:spPr/>
        <p:txBody>
          <a:bodyPr/>
          <a:lstStyle/>
          <a:p>
            <a:fld id="{F24B126E-EF77-4455-82E3-F2658C6BF06D}" type="slidenum">
              <a:rPr lang="es-ES" smtClean="0"/>
              <a:t>‹#›</a:t>
            </a:fld>
            <a:endParaRPr lang="es-ES"/>
          </a:p>
        </p:txBody>
      </p:sp>
    </p:spTree>
    <p:extLst>
      <p:ext uri="{BB962C8B-B14F-4D97-AF65-F5344CB8AC3E}">
        <p14:creationId xmlns:p14="http://schemas.microsoft.com/office/powerpoint/2010/main" val="229989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E988D-82B7-DBDD-AE0B-D157088B58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ES"/>
          </a:p>
        </p:txBody>
      </p:sp>
      <p:sp>
        <p:nvSpPr>
          <p:cNvPr id="3" name="Text Placeholder 2">
            <a:extLst>
              <a:ext uri="{FF2B5EF4-FFF2-40B4-BE49-F238E27FC236}">
                <a16:creationId xmlns:a16="http://schemas.microsoft.com/office/drawing/2014/main" id="{FA178963-0BC5-3D9B-D942-EF2F860BB3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5A1C25-0AA1-48FA-3B15-CDC10BEA2B02}"/>
              </a:ext>
            </a:extLst>
          </p:cNvPr>
          <p:cNvSpPr>
            <a:spLocks noGrp="1"/>
          </p:cNvSpPr>
          <p:nvPr>
            <p:ph type="dt" sz="half" idx="10"/>
          </p:nvPr>
        </p:nvSpPr>
        <p:spPr/>
        <p:txBody>
          <a:bodyPr/>
          <a:lstStyle/>
          <a:p>
            <a:fld id="{DD7DB6D9-05DC-475C-93F2-9CACAD7B97E8}" type="datetimeFigureOut">
              <a:rPr lang="es-ES" smtClean="0"/>
              <a:t>12/09/2024</a:t>
            </a:fld>
            <a:endParaRPr lang="es-ES"/>
          </a:p>
        </p:txBody>
      </p:sp>
      <p:sp>
        <p:nvSpPr>
          <p:cNvPr id="5" name="Footer Placeholder 4">
            <a:extLst>
              <a:ext uri="{FF2B5EF4-FFF2-40B4-BE49-F238E27FC236}">
                <a16:creationId xmlns:a16="http://schemas.microsoft.com/office/drawing/2014/main" id="{3D447479-9882-8C34-8B3A-19F7C094C2A2}"/>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435B024A-FE62-438E-F93C-A742A51310AC}"/>
              </a:ext>
            </a:extLst>
          </p:cNvPr>
          <p:cNvSpPr>
            <a:spLocks noGrp="1"/>
          </p:cNvSpPr>
          <p:nvPr>
            <p:ph type="sldNum" sz="quarter" idx="12"/>
          </p:nvPr>
        </p:nvSpPr>
        <p:spPr/>
        <p:txBody>
          <a:bodyPr/>
          <a:lstStyle/>
          <a:p>
            <a:fld id="{F24B126E-EF77-4455-82E3-F2658C6BF06D}" type="slidenum">
              <a:rPr lang="es-ES" smtClean="0"/>
              <a:t>‹#›</a:t>
            </a:fld>
            <a:endParaRPr lang="es-ES"/>
          </a:p>
        </p:txBody>
      </p:sp>
    </p:spTree>
    <p:extLst>
      <p:ext uri="{BB962C8B-B14F-4D97-AF65-F5344CB8AC3E}">
        <p14:creationId xmlns:p14="http://schemas.microsoft.com/office/powerpoint/2010/main" val="3751346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40062-DB7C-2BBB-CE5C-6DCCB0A97364}"/>
              </a:ext>
            </a:extLst>
          </p:cNvPr>
          <p:cNvSpPr>
            <a:spLocks noGrp="1"/>
          </p:cNvSpPr>
          <p:nvPr>
            <p:ph type="title"/>
          </p:nvPr>
        </p:nvSpPr>
        <p:spPr/>
        <p:txBody>
          <a:bodyPr/>
          <a:lstStyle/>
          <a:p>
            <a:r>
              <a:rPr lang="en-US"/>
              <a:t>Click to edit Master title style</a:t>
            </a:r>
            <a:endParaRPr lang="es-ES"/>
          </a:p>
        </p:txBody>
      </p:sp>
      <p:sp>
        <p:nvSpPr>
          <p:cNvPr id="3" name="Content Placeholder 2">
            <a:extLst>
              <a:ext uri="{FF2B5EF4-FFF2-40B4-BE49-F238E27FC236}">
                <a16:creationId xmlns:a16="http://schemas.microsoft.com/office/drawing/2014/main" id="{1ED5E24E-B8C0-BB15-6EEE-79AA39BB0C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Content Placeholder 3">
            <a:extLst>
              <a:ext uri="{FF2B5EF4-FFF2-40B4-BE49-F238E27FC236}">
                <a16:creationId xmlns:a16="http://schemas.microsoft.com/office/drawing/2014/main" id="{24C1AF3B-7CDF-B590-C7D8-66070D3938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5" name="Date Placeholder 4">
            <a:extLst>
              <a:ext uri="{FF2B5EF4-FFF2-40B4-BE49-F238E27FC236}">
                <a16:creationId xmlns:a16="http://schemas.microsoft.com/office/drawing/2014/main" id="{B3BA9904-0D27-FE8B-FAF8-CA073EF517DF}"/>
              </a:ext>
            </a:extLst>
          </p:cNvPr>
          <p:cNvSpPr>
            <a:spLocks noGrp="1"/>
          </p:cNvSpPr>
          <p:nvPr>
            <p:ph type="dt" sz="half" idx="10"/>
          </p:nvPr>
        </p:nvSpPr>
        <p:spPr/>
        <p:txBody>
          <a:bodyPr/>
          <a:lstStyle/>
          <a:p>
            <a:fld id="{DD7DB6D9-05DC-475C-93F2-9CACAD7B97E8}" type="datetimeFigureOut">
              <a:rPr lang="es-ES" smtClean="0"/>
              <a:t>12/09/2024</a:t>
            </a:fld>
            <a:endParaRPr lang="es-ES"/>
          </a:p>
        </p:txBody>
      </p:sp>
      <p:sp>
        <p:nvSpPr>
          <p:cNvPr id="6" name="Footer Placeholder 5">
            <a:extLst>
              <a:ext uri="{FF2B5EF4-FFF2-40B4-BE49-F238E27FC236}">
                <a16:creationId xmlns:a16="http://schemas.microsoft.com/office/drawing/2014/main" id="{A86D1410-A31F-2AA3-7B0A-18752B05A5D5}"/>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id="{EADD4864-0113-1437-8589-B07E46067BD2}"/>
              </a:ext>
            </a:extLst>
          </p:cNvPr>
          <p:cNvSpPr>
            <a:spLocks noGrp="1"/>
          </p:cNvSpPr>
          <p:nvPr>
            <p:ph type="sldNum" sz="quarter" idx="12"/>
          </p:nvPr>
        </p:nvSpPr>
        <p:spPr/>
        <p:txBody>
          <a:bodyPr/>
          <a:lstStyle/>
          <a:p>
            <a:fld id="{F24B126E-EF77-4455-82E3-F2658C6BF06D}" type="slidenum">
              <a:rPr lang="es-ES" smtClean="0"/>
              <a:t>‹#›</a:t>
            </a:fld>
            <a:endParaRPr lang="es-ES"/>
          </a:p>
        </p:txBody>
      </p:sp>
    </p:spTree>
    <p:extLst>
      <p:ext uri="{BB962C8B-B14F-4D97-AF65-F5344CB8AC3E}">
        <p14:creationId xmlns:p14="http://schemas.microsoft.com/office/powerpoint/2010/main" val="1427480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47F9F-79FE-FCCC-615B-5D7D2CB65372}"/>
              </a:ext>
            </a:extLst>
          </p:cNvPr>
          <p:cNvSpPr>
            <a:spLocks noGrp="1"/>
          </p:cNvSpPr>
          <p:nvPr>
            <p:ph type="title"/>
          </p:nvPr>
        </p:nvSpPr>
        <p:spPr>
          <a:xfrm>
            <a:off x="839788" y="365125"/>
            <a:ext cx="10515600" cy="1325563"/>
          </a:xfrm>
        </p:spPr>
        <p:txBody>
          <a:bodyPr/>
          <a:lstStyle/>
          <a:p>
            <a:r>
              <a:rPr lang="en-US"/>
              <a:t>Click to edit Master title style</a:t>
            </a:r>
            <a:endParaRPr lang="es-ES"/>
          </a:p>
        </p:txBody>
      </p:sp>
      <p:sp>
        <p:nvSpPr>
          <p:cNvPr id="3" name="Text Placeholder 2">
            <a:extLst>
              <a:ext uri="{FF2B5EF4-FFF2-40B4-BE49-F238E27FC236}">
                <a16:creationId xmlns:a16="http://schemas.microsoft.com/office/drawing/2014/main" id="{5D34785A-6F25-B0D0-7F0D-C673DCF88F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F8E5BB-AFCF-5E29-469F-6DF8042A84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5" name="Text Placeholder 4">
            <a:extLst>
              <a:ext uri="{FF2B5EF4-FFF2-40B4-BE49-F238E27FC236}">
                <a16:creationId xmlns:a16="http://schemas.microsoft.com/office/drawing/2014/main" id="{EE1B0A69-DE67-2C3A-7439-2B970D0125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2363E6-4132-E899-6CBE-3F188054C9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7" name="Date Placeholder 6">
            <a:extLst>
              <a:ext uri="{FF2B5EF4-FFF2-40B4-BE49-F238E27FC236}">
                <a16:creationId xmlns:a16="http://schemas.microsoft.com/office/drawing/2014/main" id="{D0264106-B9F9-0C76-6C4C-279511E3B0ED}"/>
              </a:ext>
            </a:extLst>
          </p:cNvPr>
          <p:cNvSpPr>
            <a:spLocks noGrp="1"/>
          </p:cNvSpPr>
          <p:nvPr>
            <p:ph type="dt" sz="half" idx="10"/>
          </p:nvPr>
        </p:nvSpPr>
        <p:spPr/>
        <p:txBody>
          <a:bodyPr/>
          <a:lstStyle/>
          <a:p>
            <a:fld id="{DD7DB6D9-05DC-475C-93F2-9CACAD7B97E8}" type="datetimeFigureOut">
              <a:rPr lang="es-ES" smtClean="0"/>
              <a:t>12/09/2024</a:t>
            </a:fld>
            <a:endParaRPr lang="es-ES"/>
          </a:p>
        </p:txBody>
      </p:sp>
      <p:sp>
        <p:nvSpPr>
          <p:cNvPr id="8" name="Footer Placeholder 7">
            <a:extLst>
              <a:ext uri="{FF2B5EF4-FFF2-40B4-BE49-F238E27FC236}">
                <a16:creationId xmlns:a16="http://schemas.microsoft.com/office/drawing/2014/main" id="{54F01256-B1C1-5225-21E3-0B45279CBDC5}"/>
              </a:ext>
            </a:extLst>
          </p:cNvPr>
          <p:cNvSpPr>
            <a:spLocks noGrp="1"/>
          </p:cNvSpPr>
          <p:nvPr>
            <p:ph type="ftr" sz="quarter" idx="11"/>
          </p:nvPr>
        </p:nvSpPr>
        <p:spPr/>
        <p:txBody>
          <a:bodyPr/>
          <a:lstStyle/>
          <a:p>
            <a:endParaRPr lang="es-ES"/>
          </a:p>
        </p:txBody>
      </p:sp>
      <p:sp>
        <p:nvSpPr>
          <p:cNvPr id="9" name="Slide Number Placeholder 8">
            <a:extLst>
              <a:ext uri="{FF2B5EF4-FFF2-40B4-BE49-F238E27FC236}">
                <a16:creationId xmlns:a16="http://schemas.microsoft.com/office/drawing/2014/main" id="{DB2B210F-2160-B547-AEB3-256E6FE0F6BE}"/>
              </a:ext>
            </a:extLst>
          </p:cNvPr>
          <p:cNvSpPr>
            <a:spLocks noGrp="1"/>
          </p:cNvSpPr>
          <p:nvPr>
            <p:ph type="sldNum" sz="quarter" idx="12"/>
          </p:nvPr>
        </p:nvSpPr>
        <p:spPr/>
        <p:txBody>
          <a:bodyPr/>
          <a:lstStyle/>
          <a:p>
            <a:fld id="{F24B126E-EF77-4455-82E3-F2658C6BF06D}" type="slidenum">
              <a:rPr lang="es-ES" smtClean="0"/>
              <a:t>‹#›</a:t>
            </a:fld>
            <a:endParaRPr lang="es-ES"/>
          </a:p>
        </p:txBody>
      </p:sp>
    </p:spTree>
    <p:extLst>
      <p:ext uri="{BB962C8B-B14F-4D97-AF65-F5344CB8AC3E}">
        <p14:creationId xmlns:p14="http://schemas.microsoft.com/office/powerpoint/2010/main" val="55262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42213-05AD-01B6-6D05-C20FED5ACC90}"/>
              </a:ext>
            </a:extLst>
          </p:cNvPr>
          <p:cNvSpPr>
            <a:spLocks noGrp="1"/>
          </p:cNvSpPr>
          <p:nvPr>
            <p:ph type="title"/>
          </p:nvPr>
        </p:nvSpPr>
        <p:spPr/>
        <p:txBody>
          <a:bodyPr/>
          <a:lstStyle/>
          <a:p>
            <a:r>
              <a:rPr lang="en-US"/>
              <a:t>Click to edit Master title style</a:t>
            </a:r>
            <a:endParaRPr lang="es-ES"/>
          </a:p>
        </p:txBody>
      </p:sp>
      <p:sp>
        <p:nvSpPr>
          <p:cNvPr id="3" name="Date Placeholder 2">
            <a:extLst>
              <a:ext uri="{FF2B5EF4-FFF2-40B4-BE49-F238E27FC236}">
                <a16:creationId xmlns:a16="http://schemas.microsoft.com/office/drawing/2014/main" id="{72FD0F1E-59E9-50DC-3B04-ABC3F1F37A6A}"/>
              </a:ext>
            </a:extLst>
          </p:cNvPr>
          <p:cNvSpPr>
            <a:spLocks noGrp="1"/>
          </p:cNvSpPr>
          <p:nvPr>
            <p:ph type="dt" sz="half" idx="10"/>
          </p:nvPr>
        </p:nvSpPr>
        <p:spPr/>
        <p:txBody>
          <a:bodyPr/>
          <a:lstStyle/>
          <a:p>
            <a:fld id="{DD7DB6D9-05DC-475C-93F2-9CACAD7B97E8}" type="datetimeFigureOut">
              <a:rPr lang="es-ES" smtClean="0"/>
              <a:t>12/09/2024</a:t>
            </a:fld>
            <a:endParaRPr lang="es-ES"/>
          </a:p>
        </p:txBody>
      </p:sp>
      <p:sp>
        <p:nvSpPr>
          <p:cNvPr id="4" name="Footer Placeholder 3">
            <a:extLst>
              <a:ext uri="{FF2B5EF4-FFF2-40B4-BE49-F238E27FC236}">
                <a16:creationId xmlns:a16="http://schemas.microsoft.com/office/drawing/2014/main" id="{210645D3-29D2-38A9-539A-1A7FA2EF3914}"/>
              </a:ext>
            </a:extLst>
          </p:cNvPr>
          <p:cNvSpPr>
            <a:spLocks noGrp="1"/>
          </p:cNvSpPr>
          <p:nvPr>
            <p:ph type="ftr" sz="quarter" idx="11"/>
          </p:nvPr>
        </p:nvSpPr>
        <p:spPr/>
        <p:txBody>
          <a:bodyPr/>
          <a:lstStyle/>
          <a:p>
            <a:endParaRPr lang="es-ES"/>
          </a:p>
        </p:txBody>
      </p:sp>
      <p:sp>
        <p:nvSpPr>
          <p:cNvPr id="5" name="Slide Number Placeholder 4">
            <a:extLst>
              <a:ext uri="{FF2B5EF4-FFF2-40B4-BE49-F238E27FC236}">
                <a16:creationId xmlns:a16="http://schemas.microsoft.com/office/drawing/2014/main" id="{ED8EE222-B282-708D-B4C7-D83613BA04DC}"/>
              </a:ext>
            </a:extLst>
          </p:cNvPr>
          <p:cNvSpPr>
            <a:spLocks noGrp="1"/>
          </p:cNvSpPr>
          <p:nvPr>
            <p:ph type="sldNum" sz="quarter" idx="12"/>
          </p:nvPr>
        </p:nvSpPr>
        <p:spPr/>
        <p:txBody>
          <a:bodyPr/>
          <a:lstStyle/>
          <a:p>
            <a:fld id="{F24B126E-EF77-4455-82E3-F2658C6BF06D}" type="slidenum">
              <a:rPr lang="es-ES" smtClean="0"/>
              <a:t>‹#›</a:t>
            </a:fld>
            <a:endParaRPr lang="es-ES"/>
          </a:p>
        </p:txBody>
      </p:sp>
    </p:spTree>
    <p:extLst>
      <p:ext uri="{BB962C8B-B14F-4D97-AF65-F5344CB8AC3E}">
        <p14:creationId xmlns:p14="http://schemas.microsoft.com/office/powerpoint/2010/main" val="1440493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853A90-160D-511F-9CBE-CE6933AFDC83}"/>
              </a:ext>
            </a:extLst>
          </p:cNvPr>
          <p:cNvSpPr>
            <a:spLocks noGrp="1"/>
          </p:cNvSpPr>
          <p:nvPr>
            <p:ph type="dt" sz="half" idx="10"/>
          </p:nvPr>
        </p:nvSpPr>
        <p:spPr/>
        <p:txBody>
          <a:bodyPr/>
          <a:lstStyle/>
          <a:p>
            <a:fld id="{DD7DB6D9-05DC-475C-93F2-9CACAD7B97E8}" type="datetimeFigureOut">
              <a:rPr lang="es-ES" smtClean="0"/>
              <a:t>12/09/2024</a:t>
            </a:fld>
            <a:endParaRPr lang="es-ES"/>
          </a:p>
        </p:txBody>
      </p:sp>
      <p:sp>
        <p:nvSpPr>
          <p:cNvPr id="3" name="Footer Placeholder 2">
            <a:extLst>
              <a:ext uri="{FF2B5EF4-FFF2-40B4-BE49-F238E27FC236}">
                <a16:creationId xmlns:a16="http://schemas.microsoft.com/office/drawing/2014/main" id="{C97A0975-AA85-2FB4-6827-5EEF5C45FD4A}"/>
              </a:ext>
            </a:extLst>
          </p:cNvPr>
          <p:cNvSpPr>
            <a:spLocks noGrp="1"/>
          </p:cNvSpPr>
          <p:nvPr>
            <p:ph type="ftr" sz="quarter" idx="11"/>
          </p:nvPr>
        </p:nvSpPr>
        <p:spPr/>
        <p:txBody>
          <a:bodyPr/>
          <a:lstStyle/>
          <a:p>
            <a:endParaRPr lang="es-ES"/>
          </a:p>
        </p:txBody>
      </p:sp>
      <p:sp>
        <p:nvSpPr>
          <p:cNvPr id="4" name="Slide Number Placeholder 3">
            <a:extLst>
              <a:ext uri="{FF2B5EF4-FFF2-40B4-BE49-F238E27FC236}">
                <a16:creationId xmlns:a16="http://schemas.microsoft.com/office/drawing/2014/main" id="{1092E142-71CA-BE34-E012-C09E2B12BE8F}"/>
              </a:ext>
            </a:extLst>
          </p:cNvPr>
          <p:cNvSpPr>
            <a:spLocks noGrp="1"/>
          </p:cNvSpPr>
          <p:nvPr>
            <p:ph type="sldNum" sz="quarter" idx="12"/>
          </p:nvPr>
        </p:nvSpPr>
        <p:spPr/>
        <p:txBody>
          <a:bodyPr/>
          <a:lstStyle/>
          <a:p>
            <a:fld id="{F24B126E-EF77-4455-82E3-F2658C6BF06D}" type="slidenum">
              <a:rPr lang="es-ES" smtClean="0"/>
              <a:t>‹#›</a:t>
            </a:fld>
            <a:endParaRPr lang="es-ES"/>
          </a:p>
        </p:txBody>
      </p:sp>
    </p:spTree>
    <p:extLst>
      <p:ext uri="{BB962C8B-B14F-4D97-AF65-F5344CB8AC3E}">
        <p14:creationId xmlns:p14="http://schemas.microsoft.com/office/powerpoint/2010/main" val="1853127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44D14-CB5D-4172-EB47-03DC259A0F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
          </a:p>
        </p:txBody>
      </p:sp>
      <p:sp>
        <p:nvSpPr>
          <p:cNvPr id="3" name="Content Placeholder 2">
            <a:extLst>
              <a:ext uri="{FF2B5EF4-FFF2-40B4-BE49-F238E27FC236}">
                <a16:creationId xmlns:a16="http://schemas.microsoft.com/office/drawing/2014/main" id="{31A9907A-11E6-1E3F-A2E7-6159D58674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Text Placeholder 3">
            <a:extLst>
              <a:ext uri="{FF2B5EF4-FFF2-40B4-BE49-F238E27FC236}">
                <a16:creationId xmlns:a16="http://schemas.microsoft.com/office/drawing/2014/main" id="{86F28318-EC22-72B3-9137-CBFDD4AA1D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3895C3-355F-BBA3-5D7E-CF8651199BC5}"/>
              </a:ext>
            </a:extLst>
          </p:cNvPr>
          <p:cNvSpPr>
            <a:spLocks noGrp="1"/>
          </p:cNvSpPr>
          <p:nvPr>
            <p:ph type="dt" sz="half" idx="10"/>
          </p:nvPr>
        </p:nvSpPr>
        <p:spPr/>
        <p:txBody>
          <a:bodyPr/>
          <a:lstStyle/>
          <a:p>
            <a:fld id="{DD7DB6D9-05DC-475C-93F2-9CACAD7B97E8}" type="datetimeFigureOut">
              <a:rPr lang="es-ES" smtClean="0"/>
              <a:t>12/09/2024</a:t>
            </a:fld>
            <a:endParaRPr lang="es-ES"/>
          </a:p>
        </p:txBody>
      </p:sp>
      <p:sp>
        <p:nvSpPr>
          <p:cNvPr id="6" name="Footer Placeholder 5">
            <a:extLst>
              <a:ext uri="{FF2B5EF4-FFF2-40B4-BE49-F238E27FC236}">
                <a16:creationId xmlns:a16="http://schemas.microsoft.com/office/drawing/2014/main" id="{0C9C16FA-C1AC-44FE-BC0B-91CDA8945676}"/>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id="{B7902F2F-C3CC-3D23-99E3-0082113588FD}"/>
              </a:ext>
            </a:extLst>
          </p:cNvPr>
          <p:cNvSpPr>
            <a:spLocks noGrp="1"/>
          </p:cNvSpPr>
          <p:nvPr>
            <p:ph type="sldNum" sz="quarter" idx="12"/>
          </p:nvPr>
        </p:nvSpPr>
        <p:spPr/>
        <p:txBody>
          <a:bodyPr/>
          <a:lstStyle/>
          <a:p>
            <a:fld id="{F24B126E-EF77-4455-82E3-F2658C6BF06D}" type="slidenum">
              <a:rPr lang="es-ES" smtClean="0"/>
              <a:t>‹#›</a:t>
            </a:fld>
            <a:endParaRPr lang="es-ES"/>
          </a:p>
        </p:txBody>
      </p:sp>
    </p:spTree>
    <p:extLst>
      <p:ext uri="{BB962C8B-B14F-4D97-AF65-F5344CB8AC3E}">
        <p14:creationId xmlns:p14="http://schemas.microsoft.com/office/powerpoint/2010/main" val="398695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C8E31-A65E-8C2E-1D53-5BFA6F65A8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
          </a:p>
        </p:txBody>
      </p:sp>
      <p:sp>
        <p:nvSpPr>
          <p:cNvPr id="3" name="Picture Placeholder 2">
            <a:extLst>
              <a:ext uri="{FF2B5EF4-FFF2-40B4-BE49-F238E27FC236}">
                <a16:creationId xmlns:a16="http://schemas.microsoft.com/office/drawing/2014/main" id="{A5AFFD3F-C887-5BEA-4D82-9FFF6C771E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Text Placeholder 3">
            <a:extLst>
              <a:ext uri="{FF2B5EF4-FFF2-40B4-BE49-F238E27FC236}">
                <a16:creationId xmlns:a16="http://schemas.microsoft.com/office/drawing/2014/main" id="{A6BF9314-D72F-D72F-4705-53168C705A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0D2E8D-6493-717C-CE90-D2FB63D2E1E3}"/>
              </a:ext>
            </a:extLst>
          </p:cNvPr>
          <p:cNvSpPr>
            <a:spLocks noGrp="1"/>
          </p:cNvSpPr>
          <p:nvPr>
            <p:ph type="dt" sz="half" idx="10"/>
          </p:nvPr>
        </p:nvSpPr>
        <p:spPr/>
        <p:txBody>
          <a:bodyPr/>
          <a:lstStyle/>
          <a:p>
            <a:fld id="{DD7DB6D9-05DC-475C-93F2-9CACAD7B97E8}" type="datetimeFigureOut">
              <a:rPr lang="es-ES" smtClean="0"/>
              <a:t>12/09/2024</a:t>
            </a:fld>
            <a:endParaRPr lang="es-ES"/>
          </a:p>
        </p:txBody>
      </p:sp>
      <p:sp>
        <p:nvSpPr>
          <p:cNvPr id="6" name="Footer Placeholder 5">
            <a:extLst>
              <a:ext uri="{FF2B5EF4-FFF2-40B4-BE49-F238E27FC236}">
                <a16:creationId xmlns:a16="http://schemas.microsoft.com/office/drawing/2014/main" id="{FE710BC1-5783-1C99-69A1-75086E2BA010}"/>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id="{F8E26E43-3353-7016-58D8-F4454D31C536}"/>
              </a:ext>
            </a:extLst>
          </p:cNvPr>
          <p:cNvSpPr>
            <a:spLocks noGrp="1"/>
          </p:cNvSpPr>
          <p:nvPr>
            <p:ph type="sldNum" sz="quarter" idx="12"/>
          </p:nvPr>
        </p:nvSpPr>
        <p:spPr/>
        <p:txBody>
          <a:bodyPr/>
          <a:lstStyle/>
          <a:p>
            <a:fld id="{F24B126E-EF77-4455-82E3-F2658C6BF06D}" type="slidenum">
              <a:rPr lang="es-ES" smtClean="0"/>
              <a:t>‹#›</a:t>
            </a:fld>
            <a:endParaRPr lang="es-ES"/>
          </a:p>
        </p:txBody>
      </p:sp>
    </p:spTree>
    <p:extLst>
      <p:ext uri="{BB962C8B-B14F-4D97-AF65-F5344CB8AC3E}">
        <p14:creationId xmlns:p14="http://schemas.microsoft.com/office/powerpoint/2010/main" val="3735192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A6A69-D855-0CC1-F626-9447E07403D5}"/>
              </a:ext>
            </a:extLst>
          </p:cNvPr>
          <p:cNvSpPr>
            <a:spLocks noGrp="1"/>
          </p:cNvSpPr>
          <p:nvPr>
            <p:ph type="title"/>
          </p:nvPr>
        </p:nvSpPr>
        <p:spPr/>
        <p:txBody>
          <a:bodyPr/>
          <a:lstStyle/>
          <a:p>
            <a:r>
              <a:rPr lang="en-US"/>
              <a:t>Click to edit Master title style</a:t>
            </a:r>
            <a:endParaRPr lang="es-ES"/>
          </a:p>
        </p:txBody>
      </p:sp>
      <p:sp>
        <p:nvSpPr>
          <p:cNvPr id="3" name="Vertical Text Placeholder 2">
            <a:extLst>
              <a:ext uri="{FF2B5EF4-FFF2-40B4-BE49-F238E27FC236}">
                <a16:creationId xmlns:a16="http://schemas.microsoft.com/office/drawing/2014/main" id="{D57B0CDB-4A54-FFCC-37ED-50EB8F805B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C997472F-67D4-D5E1-8916-BC97F24E332F}"/>
              </a:ext>
            </a:extLst>
          </p:cNvPr>
          <p:cNvSpPr>
            <a:spLocks noGrp="1"/>
          </p:cNvSpPr>
          <p:nvPr>
            <p:ph type="dt" sz="half" idx="10"/>
          </p:nvPr>
        </p:nvSpPr>
        <p:spPr/>
        <p:txBody>
          <a:bodyPr/>
          <a:lstStyle/>
          <a:p>
            <a:fld id="{DD7DB6D9-05DC-475C-93F2-9CACAD7B97E8}" type="datetimeFigureOut">
              <a:rPr lang="es-ES" smtClean="0"/>
              <a:t>12/09/2024</a:t>
            </a:fld>
            <a:endParaRPr lang="es-ES"/>
          </a:p>
        </p:txBody>
      </p:sp>
      <p:sp>
        <p:nvSpPr>
          <p:cNvPr id="5" name="Footer Placeholder 4">
            <a:extLst>
              <a:ext uri="{FF2B5EF4-FFF2-40B4-BE49-F238E27FC236}">
                <a16:creationId xmlns:a16="http://schemas.microsoft.com/office/drawing/2014/main" id="{6C1922C0-EC1F-20B8-25C8-EDD824B68530}"/>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43F25E56-4C74-4D23-37F5-FF28D1D5D4CB}"/>
              </a:ext>
            </a:extLst>
          </p:cNvPr>
          <p:cNvSpPr>
            <a:spLocks noGrp="1"/>
          </p:cNvSpPr>
          <p:nvPr>
            <p:ph type="sldNum" sz="quarter" idx="12"/>
          </p:nvPr>
        </p:nvSpPr>
        <p:spPr/>
        <p:txBody>
          <a:bodyPr/>
          <a:lstStyle/>
          <a:p>
            <a:fld id="{F24B126E-EF77-4455-82E3-F2658C6BF06D}" type="slidenum">
              <a:rPr lang="es-ES" smtClean="0"/>
              <a:t>‹#›</a:t>
            </a:fld>
            <a:endParaRPr lang="es-ES"/>
          </a:p>
        </p:txBody>
      </p:sp>
    </p:spTree>
    <p:extLst>
      <p:ext uri="{BB962C8B-B14F-4D97-AF65-F5344CB8AC3E}">
        <p14:creationId xmlns:p14="http://schemas.microsoft.com/office/powerpoint/2010/main" val="2373471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E29C4D-4E4D-5FD7-4F37-3A2A961CCB4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ES"/>
          </a:p>
        </p:txBody>
      </p:sp>
      <p:sp>
        <p:nvSpPr>
          <p:cNvPr id="3" name="Vertical Text Placeholder 2">
            <a:extLst>
              <a:ext uri="{FF2B5EF4-FFF2-40B4-BE49-F238E27FC236}">
                <a16:creationId xmlns:a16="http://schemas.microsoft.com/office/drawing/2014/main" id="{742FDFC1-8DF8-9DD9-681B-568F07D795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70A4B624-AC3B-A7C2-A789-8790C791813F}"/>
              </a:ext>
            </a:extLst>
          </p:cNvPr>
          <p:cNvSpPr>
            <a:spLocks noGrp="1"/>
          </p:cNvSpPr>
          <p:nvPr>
            <p:ph type="dt" sz="half" idx="10"/>
          </p:nvPr>
        </p:nvSpPr>
        <p:spPr/>
        <p:txBody>
          <a:bodyPr/>
          <a:lstStyle/>
          <a:p>
            <a:fld id="{DD7DB6D9-05DC-475C-93F2-9CACAD7B97E8}" type="datetimeFigureOut">
              <a:rPr lang="es-ES" smtClean="0"/>
              <a:t>12/09/2024</a:t>
            </a:fld>
            <a:endParaRPr lang="es-ES"/>
          </a:p>
        </p:txBody>
      </p:sp>
      <p:sp>
        <p:nvSpPr>
          <p:cNvPr id="5" name="Footer Placeholder 4">
            <a:extLst>
              <a:ext uri="{FF2B5EF4-FFF2-40B4-BE49-F238E27FC236}">
                <a16:creationId xmlns:a16="http://schemas.microsoft.com/office/drawing/2014/main" id="{B7B2C93D-83E2-DC4F-32CF-071E9906C7C4}"/>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36B3CFFE-D2EC-1523-1954-B14F8598BA32}"/>
              </a:ext>
            </a:extLst>
          </p:cNvPr>
          <p:cNvSpPr>
            <a:spLocks noGrp="1"/>
          </p:cNvSpPr>
          <p:nvPr>
            <p:ph type="sldNum" sz="quarter" idx="12"/>
          </p:nvPr>
        </p:nvSpPr>
        <p:spPr/>
        <p:txBody>
          <a:bodyPr/>
          <a:lstStyle/>
          <a:p>
            <a:fld id="{F24B126E-EF77-4455-82E3-F2658C6BF06D}" type="slidenum">
              <a:rPr lang="es-ES" smtClean="0"/>
              <a:t>‹#›</a:t>
            </a:fld>
            <a:endParaRPr lang="es-ES"/>
          </a:p>
        </p:txBody>
      </p:sp>
    </p:spTree>
    <p:extLst>
      <p:ext uri="{BB962C8B-B14F-4D97-AF65-F5344CB8AC3E}">
        <p14:creationId xmlns:p14="http://schemas.microsoft.com/office/powerpoint/2010/main" val="28307951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9CD1C1-A044-C5B1-6E93-B90FE87CB2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ES"/>
          </a:p>
        </p:txBody>
      </p:sp>
      <p:sp>
        <p:nvSpPr>
          <p:cNvPr id="3" name="Text Placeholder 2">
            <a:extLst>
              <a:ext uri="{FF2B5EF4-FFF2-40B4-BE49-F238E27FC236}">
                <a16:creationId xmlns:a16="http://schemas.microsoft.com/office/drawing/2014/main" id="{BBF38A99-531D-28F2-D982-4440E4C74A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C0979050-D1A1-A25F-FD11-8B7ECF3F19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7DB6D9-05DC-475C-93F2-9CACAD7B97E8}" type="datetimeFigureOut">
              <a:rPr lang="es-ES" smtClean="0"/>
              <a:t>12/09/2024</a:t>
            </a:fld>
            <a:endParaRPr lang="es-ES"/>
          </a:p>
        </p:txBody>
      </p:sp>
      <p:sp>
        <p:nvSpPr>
          <p:cNvPr id="5" name="Footer Placeholder 4">
            <a:extLst>
              <a:ext uri="{FF2B5EF4-FFF2-40B4-BE49-F238E27FC236}">
                <a16:creationId xmlns:a16="http://schemas.microsoft.com/office/drawing/2014/main" id="{27B7F443-5377-88DB-EE59-144BD0CBB1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Slide Number Placeholder 5">
            <a:extLst>
              <a:ext uri="{FF2B5EF4-FFF2-40B4-BE49-F238E27FC236}">
                <a16:creationId xmlns:a16="http://schemas.microsoft.com/office/drawing/2014/main" id="{E477C36A-5440-E4BE-7A2C-C39A0B9CBC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4B126E-EF77-4455-82E3-F2658C6BF06D}" type="slidenum">
              <a:rPr lang="es-ES" smtClean="0"/>
              <a:t>‹#›</a:t>
            </a:fld>
            <a:endParaRPr lang="es-ES"/>
          </a:p>
        </p:txBody>
      </p:sp>
    </p:spTree>
    <p:extLst>
      <p:ext uri="{BB962C8B-B14F-4D97-AF65-F5344CB8AC3E}">
        <p14:creationId xmlns:p14="http://schemas.microsoft.com/office/powerpoint/2010/main" val="26527892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87C2B-C875-4A3F-005F-06DED1813064}"/>
              </a:ext>
            </a:extLst>
          </p:cNvPr>
          <p:cNvSpPr>
            <a:spLocks noGrp="1"/>
          </p:cNvSpPr>
          <p:nvPr>
            <p:ph type="ctrTitle"/>
          </p:nvPr>
        </p:nvSpPr>
        <p:spPr/>
        <p:txBody>
          <a:bodyPr/>
          <a:lstStyle/>
          <a:p>
            <a:r>
              <a:rPr lang="es-ES" dirty="0" err="1"/>
              <a:t>The</a:t>
            </a:r>
            <a:r>
              <a:rPr lang="es-ES" dirty="0"/>
              <a:t> media and </a:t>
            </a:r>
            <a:r>
              <a:rPr lang="es-ES" dirty="0" err="1"/>
              <a:t>the</a:t>
            </a:r>
            <a:r>
              <a:rPr lang="es-ES" dirty="0"/>
              <a:t> </a:t>
            </a:r>
            <a:r>
              <a:rPr lang="es-ES" dirty="0" err="1"/>
              <a:t>climate</a:t>
            </a:r>
            <a:endParaRPr lang="es-ES" dirty="0"/>
          </a:p>
        </p:txBody>
      </p:sp>
      <p:sp>
        <p:nvSpPr>
          <p:cNvPr id="3" name="Subtitle 2">
            <a:extLst>
              <a:ext uri="{FF2B5EF4-FFF2-40B4-BE49-F238E27FC236}">
                <a16:creationId xmlns:a16="http://schemas.microsoft.com/office/drawing/2014/main" id="{9A947E82-4743-303D-B7FA-1BF327F10C2A}"/>
              </a:ext>
            </a:extLst>
          </p:cNvPr>
          <p:cNvSpPr>
            <a:spLocks noGrp="1"/>
          </p:cNvSpPr>
          <p:nvPr>
            <p:ph type="subTitle" idx="1"/>
          </p:nvPr>
        </p:nvSpPr>
        <p:spPr/>
        <p:txBody>
          <a:bodyPr/>
          <a:lstStyle/>
          <a:p>
            <a:r>
              <a:rPr lang="es-ES" dirty="0"/>
              <a:t>B1 English</a:t>
            </a:r>
          </a:p>
        </p:txBody>
      </p:sp>
      <p:pic>
        <p:nvPicPr>
          <p:cNvPr id="5" name="Picture 4">
            <a:extLst>
              <a:ext uri="{FF2B5EF4-FFF2-40B4-BE49-F238E27FC236}">
                <a16:creationId xmlns:a16="http://schemas.microsoft.com/office/drawing/2014/main" id="{D881B206-5E12-3CD4-A75B-83812EAE6E31}"/>
              </a:ext>
            </a:extLst>
          </p:cNvPr>
          <p:cNvPicPr>
            <a:picLocks noChangeAspect="1"/>
          </p:cNvPicPr>
          <p:nvPr/>
        </p:nvPicPr>
        <p:blipFill>
          <a:blip r:embed="rId2"/>
          <a:stretch>
            <a:fillRect/>
          </a:stretch>
        </p:blipFill>
        <p:spPr>
          <a:xfrm>
            <a:off x="10182225" y="5876925"/>
            <a:ext cx="1638300" cy="762000"/>
          </a:xfrm>
          <a:prstGeom prst="rect">
            <a:avLst/>
          </a:prstGeom>
        </p:spPr>
      </p:pic>
    </p:spTree>
    <p:extLst>
      <p:ext uri="{BB962C8B-B14F-4D97-AF65-F5344CB8AC3E}">
        <p14:creationId xmlns:p14="http://schemas.microsoft.com/office/powerpoint/2010/main" val="787197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08953E74-D241-4DDF-8508-F0365EA13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Freeform: Shape 1032">
            <a:extLst>
              <a:ext uri="{FF2B5EF4-FFF2-40B4-BE49-F238E27FC236}">
                <a16:creationId xmlns:a16="http://schemas.microsoft.com/office/drawing/2014/main" id="{5C3C901A-B2F4-4A3C-BCDD-7C8D587EC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371134"/>
          </a:xfrm>
          <a:custGeom>
            <a:avLst/>
            <a:gdLst>
              <a:gd name="connsiteX0" fmla="*/ 0 w 12192000"/>
              <a:gd name="connsiteY0" fmla="*/ 0 h 2515690"/>
              <a:gd name="connsiteX1" fmla="*/ 170442 w 12192000"/>
              <a:gd name="connsiteY1" fmla="*/ 96074 h 2515690"/>
              <a:gd name="connsiteX2" fmla="*/ 424739 w 12192000"/>
              <a:gd name="connsiteY2" fmla="*/ 224865 h 2515690"/>
              <a:gd name="connsiteX3" fmla="*/ 748273 w 12192000"/>
              <a:gd name="connsiteY3" fmla="*/ 373939 h 2515690"/>
              <a:gd name="connsiteX4" fmla="*/ 1037058 w 12192000"/>
              <a:gd name="connsiteY4" fmla="*/ 499994 h 2515690"/>
              <a:gd name="connsiteX5" fmla="*/ 1101312 w 12192000"/>
              <a:gd name="connsiteY5" fmla="*/ 428540 h 2515690"/>
              <a:gd name="connsiteX6" fmla="*/ 1367071 w 12192000"/>
              <a:gd name="connsiteY6" fmla="*/ 516118 h 2515690"/>
              <a:gd name="connsiteX7" fmla="*/ 2189943 w 12192000"/>
              <a:gd name="connsiteY7" fmla="*/ 794533 h 2515690"/>
              <a:gd name="connsiteX8" fmla="*/ 2390329 w 12192000"/>
              <a:gd name="connsiteY8" fmla="*/ 920897 h 2515690"/>
              <a:gd name="connsiteX9" fmla="*/ 2459570 w 12192000"/>
              <a:gd name="connsiteY9" fmla="*/ 983740 h 2515690"/>
              <a:gd name="connsiteX10" fmla="*/ 2503252 w 12192000"/>
              <a:gd name="connsiteY10" fmla="*/ 1000151 h 2515690"/>
              <a:gd name="connsiteX11" fmla="*/ 2503252 w 12192000"/>
              <a:gd name="connsiteY11" fmla="*/ 1008273 h 2515690"/>
              <a:gd name="connsiteX12" fmla="*/ 2511191 w 12192000"/>
              <a:gd name="connsiteY12" fmla="*/ 1009499 h 2515690"/>
              <a:gd name="connsiteX13" fmla="*/ 2565029 w 12192000"/>
              <a:gd name="connsiteY13" fmla="*/ 1015977 h 2515690"/>
              <a:gd name="connsiteX14" fmla="*/ 2593745 w 12192000"/>
              <a:gd name="connsiteY14" fmla="*/ 1019963 h 2515690"/>
              <a:gd name="connsiteX15" fmla="*/ 2591015 w 12192000"/>
              <a:gd name="connsiteY15" fmla="*/ 1019651 h 2515690"/>
              <a:gd name="connsiteX16" fmla="*/ 2590137 w 12192000"/>
              <a:gd name="connsiteY16" fmla="*/ 1019549 h 2515690"/>
              <a:gd name="connsiteX17" fmla="*/ 2589021 w 12192000"/>
              <a:gd name="connsiteY17" fmla="*/ 1019424 h 2515690"/>
              <a:gd name="connsiteX18" fmla="*/ 2591015 w 12192000"/>
              <a:gd name="connsiteY18" fmla="*/ 1019651 h 2515690"/>
              <a:gd name="connsiteX19" fmla="*/ 2602385 w 12192000"/>
              <a:gd name="connsiteY19" fmla="*/ 1020975 h 2515690"/>
              <a:gd name="connsiteX20" fmla="*/ 2614445 w 12192000"/>
              <a:gd name="connsiteY20" fmla="*/ 1022389 h 2515690"/>
              <a:gd name="connsiteX21" fmla="*/ 2614445 w 12192000"/>
              <a:gd name="connsiteY21" fmla="*/ 1020966 h 2515690"/>
              <a:gd name="connsiteX22" fmla="*/ 2676661 w 12192000"/>
              <a:gd name="connsiteY22" fmla="*/ 1029355 h 2515690"/>
              <a:gd name="connsiteX23" fmla="*/ 2788597 w 12192000"/>
              <a:gd name="connsiteY23" fmla="*/ 1048926 h 2515690"/>
              <a:gd name="connsiteX24" fmla="*/ 2812742 w 12192000"/>
              <a:gd name="connsiteY24" fmla="*/ 1057667 h 2515690"/>
              <a:gd name="connsiteX25" fmla="*/ 2970201 w 12192000"/>
              <a:gd name="connsiteY25" fmla="*/ 949091 h 2515690"/>
              <a:gd name="connsiteX26" fmla="*/ 3030610 w 12192000"/>
              <a:gd name="connsiteY26" fmla="*/ 1049340 h 2515690"/>
              <a:gd name="connsiteX27" fmla="*/ 3058913 w 12192000"/>
              <a:gd name="connsiteY27" fmla="*/ 1048085 h 2515690"/>
              <a:gd name="connsiteX28" fmla="*/ 3072697 w 12192000"/>
              <a:gd name="connsiteY28" fmla="*/ 1045316 h 2515690"/>
              <a:gd name="connsiteX29" fmla="*/ 3083305 w 12192000"/>
              <a:gd name="connsiteY29" fmla="*/ 1040550 h 2515690"/>
              <a:gd name="connsiteX30" fmla="*/ 3125603 w 12192000"/>
              <a:gd name="connsiteY30" fmla="*/ 1004583 h 2515690"/>
              <a:gd name="connsiteX31" fmla="*/ 3385106 w 12192000"/>
              <a:gd name="connsiteY31" fmla="*/ 1042233 h 2515690"/>
              <a:gd name="connsiteX32" fmla="*/ 3424945 w 12192000"/>
              <a:gd name="connsiteY32" fmla="*/ 1065268 h 2515690"/>
              <a:gd name="connsiteX33" fmla="*/ 3436948 w 12192000"/>
              <a:gd name="connsiteY33" fmla="*/ 1068018 h 2515690"/>
              <a:gd name="connsiteX34" fmla="*/ 3466714 w 12192000"/>
              <a:gd name="connsiteY34" fmla="*/ 1063419 h 2515690"/>
              <a:gd name="connsiteX35" fmla="*/ 3550909 w 12192000"/>
              <a:gd name="connsiteY35" fmla="*/ 1044511 h 2515690"/>
              <a:gd name="connsiteX36" fmla="*/ 3555900 w 12192000"/>
              <a:gd name="connsiteY36" fmla="*/ 1041996 h 2515690"/>
              <a:gd name="connsiteX37" fmla="*/ 3625978 w 12192000"/>
              <a:gd name="connsiteY37" fmla="*/ 1023459 h 2515690"/>
              <a:gd name="connsiteX38" fmla="*/ 3632465 w 12192000"/>
              <a:gd name="connsiteY38" fmla="*/ 1023522 h 2515690"/>
              <a:gd name="connsiteX39" fmla="*/ 3649063 w 12192000"/>
              <a:gd name="connsiteY39" fmla="*/ 1018726 h 2515690"/>
              <a:gd name="connsiteX40" fmla="*/ 3805954 w 12192000"/>
              <a:gd name="connsiteY40" fmla="*/ 917517 h 2515690"/>
              <a:gd name="connsiteX41" fmla="*/ 4020506 w 12192000"/>
              <a:gd name="connsiteY41" fmla="*/ 816231 h 2515690"/>
              <a:gd name="connsiteX42" fmla="*/ 4233682 w 12192000"/>
              <a:gd name="connsiteY42" fmla="*/ 799511 h 2515690"/>
              <a:gd name="connsiteX43" fmla="*/ 4306552 w 12192000"/>
              <a:gd name="connsiteY43" fmla="*/ 610207 h 2515690"/>
              <a:gd name="connsiteX44" fmla="*/ 4816604 w 12192000"/>
              <a:gd name="connsiteY44" fmla="*/ 773163 h 2515690"/>
              <a:gd name="connsiteX45" fmla="*/ 4916502 w 12192000"/>
              <a:gd name="connsiteY45" fmla="*/ 788104 h 2515690"/>
              <a:gd name="connsiteX46" fmla="*/ 5224415 w 12192000"/>
              <a:gd name="connsiteY46" fmla="*/ 674418 h 2515690"/>
              <a:gd name="connsiteX47" fmla="*/ 5274077 w 12192000"/>
              <a:gd name="connsiteY47" fmla="*/ 655978 h 2515690"/>
              <a:gd name="connsiteX48" fmla="*/ 5371217 w 12192000"/>
              <a:gd name="connsiteY48" fmla="*/ 614372 h 2515690"/>
              <a:gd name="connsiteX49" fmla="*/ 5364523 w 12192000"/>
              <a:gd name="connsiteY49" fmla="*/ 502501 h 2515690"/>
              <a:gd name="connsiteX50" fmla="*/ 5457871 w 12192000"/>
              <a:gd name="connsiteY50" fmla="*/ 558285 h 2515690"/>
              <a:gd name="connsiteX51" fmla="*/ 5750580 w 12192000"/>
              <a:gd name="connsiteY51" fmla="*/ 663503 h 2515690"/>
              <a:gd name="connsiteX52" fmla="*/ 5976618 w 12192000"/>
              <a:gd name="connsiteY52" fmla="*/ 582652 h 2515690"/>
              <a:gd name="connsiteX53" fmla="*/ 6009346 w 12192000"/>
              <a:gd name="connsiteY53" fmla="*/ 559470 h 2515690"/>
              <a:gd name="connsiteX54" fmla="*/ 6069735 w 12192000"/>
              <a:gd name="connsiteY54" fmla="*/ 587803 h 2515690"/>
              <a:gd name="connsiteX55" fmla="*/ 6270319 w 12192000"/>
              <a:gd name="connsiteY55" fmla="*/ 643982 h 2515690"/>
              <a:gd name="connsiteX56" fmla="*/ 6406781 w 12192000"/>
              <a:gd name="connsiteY56" fmla="*/ 672327 h 2515690"/>
              <a:gd name="connsiteX57" fmla="*/ 6469508 w 12192000"/>
              <a:gd name="connsiteY57" fmla="*/ 708574 h 2515690"/>
              <a:gd name="connsiteX58" fmla="*/ 6515869 w 12192000"/>
              <a:gd name="connsiteY58" fmla="*/ 715738 h 2515690"/>
              <a:gd name="connsiteX59" fmla="*/ 6725938 w 12192000"/>
              <a:gd name="connsiteY59" fmla="*/ 691128 h 2515690"/>
              <a:gd name="connsiteX60" fmla="*/ 6778240 w 12192000"/>
              <a:gd name="connsiteY60" fmla="*/ 678998 h 2515690"/>
              <a:gd name="connsiteX61" fmla="*/ 6806944 w 12192000"/>
              <a:gd name="connsiteY61" fmla="*/ 646178 h 2515690"/>
              <a:gd name="connsiteX62" fmla="*/ 6830632 w 12192000"/>
              <a:gd name="connsiteY62" fmla="*/ 633915 h 2515690"/>
              <a:gd name="connsiteX63" fmla="*/ 6858072 w 12192000"/>
              <a:gd name="connsiteY63" fmla="*/ 646178 h 2515690"/>
              <a:gd name="connsiteX64" fmla="*/ 6891322 w 12192000"/>
              <a:gd name="connsiteY64" fmla="*/ 678998 h 2515690"/>
              <a:gd name="connsiteX65" fmla="*/ 6951905 w 12192000"/>
              <a:gd name="connsiteY65" fmla="*/ 691128 h 2515690"/>
              <a:gd name="connsiteX66" fmla="*/ 7195246 w 12192000"/>
              <a:gd name="connsiteY66" fmla="*/ 715738 h 2515690"/>
              <a:gd name="connsiteX67" fmla="*/ 7248949 w 12192000"/>
              <a:gd name="connsiteY67" fmla="*/ 708574 h 2515690"/>
              <a:gd name="connsiteX68" fmla="*/ 7321609 w 12192000"/>
              <a:gd name="connsiteY68" fmla="*/ 672327 h 2515690"/>
              <a:gd name="connsiteX69" fmla="*/ 7479684 w 12192000"/>
              <a:gd name="connsiteY69" fmla="*/ 643982 h 2515690"/>
              <a:gd name="connsiteX70" fmla="*/ 7712035 w 12192000"/>
              <a:gd name="connsiteY70" fmla="*/ 587803 h 2515690"/>
              <a:gd name="connsiteX71" fmla="*/ 7781987 w 12192000"/>
              <a:gd name="connsiteY71" fmla="*/ 559470 h 2515690"/>
              <a:gd name="connsiteX72" fmla="*/ 7819900 w 12192000"/>
              <a:gd name="connsiteY72" fmla="*/ 582652 h 2515690"/>
              <a:gd name="connsiteX73" fmla="*/ 8081736 w 12192000"/>
              <a:gd name="connsiteY73" fmla="*/ 663503 h 2515690"/>
              <a:gd name="connsiteX74" fmla="*/ 8420801 w 12192000"/>
              <a:gd name="connsiteY74" fmla="*/ 558285 h 2515690"/>
              <a:gd name="connsiteX75" fmla="*/ 8528933 w 12192000"/>
              <a:gd name="connsiteY75" fmla="*/ 502501 h 2515690"/>
              <a:gd name="connsiteX76" fmla="*/ 8521178 w 12192000"/>
              <a:gd name="connsiteY76" fmla="*/ 614372 h 2515690"/>
              <a:gd name="connsiteX77" fmla="*/ 8633702 w 12192000"/>
              <a:gd name="connsiteY77" fmla="*/ 655978 h 2515690"/>
              <a:gd name="connsiteX78" fmla="*/ 8691231 w 12192000"/>
              <a:gd name="connsiteY78" fmla="*/ 674418 h 2515690"/>
              <a:gd name="connsiteX79" fmla="*/ 9047908 w 12192000"/>
              <a:gd name="connsiteY79" fmla="*/ 788104 h 2515690"/>
              <a:gd name="connsiteX80" fmla="*/ 9163628 w 12192000"/>
              <a:gd name="connsiteY80" fmla="*/ 773163 h 2515690"/>
              <a:gd name="connsiteX81" fmla="*/ 9754459 w 12192000"/>
              <a:gd name="connsiteY81" fmla="*/ 610207 h 2515690"/>
              <a:gd name="connsiteX82" fmla="*/ 9838868 w 12192000"/>
              <a:gd name="connsiteY82" fmla="*/ 799511 h 2515690"/>
              <a:gd name="connsiteX83" fmla="*/ 10085808 w 12192000"/>
              <a:gd name="connsiteY83" fmla="*/ 816231 h 2515690"/>
              <a:gd name="connsiteX84" fmla="*/ 10334338 w 12192000"/>
              <a:gd name="connsiteY84" fmla="*/ 917517 h 2515690"/>
              <a:gd name="connsiteX85" fmla="*/ 10516076 w 12192000"/>
              <a:gd name="connsiteY85" fmla="*/ 1018726 h 2515690"/>
              <a:gd name="connsiteX86" fmla="*/ 10535302 w 12192000"/>
              <a:gd name="connsiteY86" fmla="*/ 1023522 h 2515690"/>
              <a:gd name="connsiteX87" fmla="*/ 10542819 w 12192000"/>
              <a:gd name="connsiteY87" fmla="*/ 1023458 h 2515690"/>
              <a:gd name="connsiteX88" fmla="*/ 10623994 w 12192000"/>
              <a:gd name="connsiteY88" fmla="*/ 1041996 h 2515690"/>
              <a:gd name="connsiteX89" fmla="*/ 10629774 w 12192000"/>
              <a:gd name="connsiteY89" fmla="*/ 1044511 h 2515690"/>
              <a:gd name="connsiteX90" fmla="*/ 10727305 w 12192000"/>
              <a:gd name="connsiteY90" fmla="*/ 1063419 h 2515690"/>
              <a:gd name="connsiteX91" fmla="*/ 10761785 w 12192000"/>
              <a:gd name="connsiteY91" fmla="*/ 1068017 h 2515690"/>
              <a:gd name="connsiteX92" fmla="*/ 10775688 w 12192000"/>
              <a:gd name="connsiteY92" fmla="*/ 1065268 h 2515690"/>
              <a:gd name="connsiteX93" fmla="*/ 10821837 w 12192000"/>
              <a:gd name="connsiteY93" fmla="*/ 1042232 h 2515690"/>
              <a:gd name="connsiteX94" fmla="*/ 11122438 w 12192000"/>
              <a:gd name="connsiteY94" fmla="*/ 1004583 h 2515690"/>
              <a:gd name="connsiteX95" fmla="*/ 11171433 w 12192000"/>
              <a:gd name="connsiteY95" fmla="*/ 1040550 h 2515690"/>
              <a:gd name="connsiteX96" fmla="*/ 11183724 w 12192000"/>
              <a:gd name="connsiteY96" fmla="*/ 1045316 h 2515690"/>
              <a:gd name="connsiteX97" fmla="*/ 11199690 w 12192000"/>
              <a:gd name="connsiteY97" fmla="*/ 1048085 h 2515690"/>
              <a:gd name="connsiteX98" fmla="*/ 11232475 w 12192000"/>
              <a:gd name="connsiteY98" fmla="*/ 1049340 h 2515690"/>
              <a:gd name="connsiteX99" fmla="*/ 11302451 w 12192000"/>
              <a:gd name="connsiteY99" fmla="*/ 949091 h 2515690"/>
              <a:gd name="connsiteX100" fmla="*/ 11484849 w 12192000"/>
              <a:gd name="connsiteY100" fmla="*/ 1057667 h 2515690"/>
              <a:gd name="connsiteX101" fmla="*/ 11512818 w 12192000"/>
              <a:gd name="connsiteY101" fmla="*/ 1048926 h 2515690"/>
              <a:gd name="connsiteX102" fmla="*/ 11642481 w 12192000"/>
              <a:gd name="connsiteY102" fmla="*/ 1029355 h 2515690"/>
              <a:gd name="connsiteX103" fmla="*/ 11714551 w 12192000"/>
              <a:gd name="connsiteY103" fmla="*/ 1020966 h 2515690"/>
              <a:gd name="connsiteX104" fmla="*/ 11714551 w 12192000"/>
              <a:gd name="connsiteY104" fmla="*/ 1022389 h 2515690"/>
              <a:gd name="connsiteX105" fmla="*/ 11728519 w 12192000"/>
              <a:gd name="connsiteY105" fmla="*/ 1020975 h 2515690"/>
              <a:gd name="connsiteX106" fmla="*/ 11741691 w 12192000"/>
              <a:gd name="connsiteY106" fmla="*/ 1019651 h 2515690"/>
              <a:gd name="connsiteX107" fmla="*/ 11743999 w 12192000"/>
              <a:gd name="connsiteY107" fmla="*/ 1019424 h 2515690"/>
              <a:gd name="connsiteX108" fmla="*/ 11742709 w 12192000"/>
              <a:gd name="connsiteY108" fmla="*/ 1019549 h 2515690"/>
              <a:gd name="connsiteX109" fmla="*/ 11741691 w 12192000"/>
              <a:gd name="connsiteY109" fmla="*/ 1019651 h 2515690"/>
              <a:gd name="connsiteX110" fmla="*/ 11738529 w 12192000"/>
              <a:gd name="connsiteY110" fmla="*/ 1019963 h 2515690"/>
              <a:gd name="connsiteX111" fmla="*/ 11771791 w 12192000"/>
              <a:gd name="connsiteY111" fmla="*/ 1015977 h 2515690"/>
              <a:gd name="connsiteX112" fmla="*/ 11834157 w 12192000"/>
              <a:gd name="connsiteY112" fmla="*/ 1009499 h 2515690"/>
              <a:gd name="connsiteX113" fmla="*/ 11843354 w 12192000"/>
              <a:gd name="connsiteY113" fmla="*/ 1008273 h 2515690"/>
              <a:gd name="connsiteX114" fmla="*/ 11843354 w 12192000"/>
              <a:gd name="connsiteY114" fmla="*/ 1000151 h 2515690"/>
              <a:gd name="connsiteX115" fmla="*/ 11893955 w 12192000"/>
              <a:gd name="connsiteY115" fmla="*/ 983740 h 2515690"/>
              <a:gd name="connsiteX116" fmla="*/ 11974160 w 12192000"/>
              <a:gd name="connsiteY116" fmla="*/ 920897 h 2515690"/>
              <a:gd name="connsiteX117" fmla="*/ 12143531 w 12192000"/>
              <a:gd name="connsiteY117" fmla="*/ 823664 h 2515690"/>
              <a:gd name="connsiteX118" fmla="*/ 12192000 w 12192000"/>
              <a:gd name="connsiteY118" fmla="*/ 801163 h 2515690"/>
              <a:gd name="connsiteX119" fmla="*/ 12192000 w 12192000"/>
              <a:gd name="connsiteY119" fmla="*/ 2515690 h 2515690"/>
              <a:gd name="connsiteX120" fmla="*/ 0 w 12192000"/>
              <a:gd name="connsiteY120" fmla="*/ 2515690 h 251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2192000" h="251569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8" name="Title 7">
            <a:extLst>
              <a:ext uri="{FF2B5EF4-FFF2-40B4-BE49-F238E27FC236}">
                <a16:creationId xmlns:a16="http://schemas.microsoft.com/office/drawing/2014/main" id="{A40EF3DE-4424-095C-E3B1-669AE4AFA002}"/>
              </a:ext>
            </a:extLst>
          </p:cNvPr>
          <p:cNvSpPr>
            <a:spLocks noGrp="1"/>
          </p:cNvSpPr>
          <p:nvPr>
            <p:ph type="title"/>
          </p:nvPr>
        </p:nvSpPr>
        <p:spPr>
          <a:xfrm>
            <a:off x="838200" y="365125"/>
            <a:ext cx="10515600" cy="930275"/>
          </a:xfrm>
        </p:spPr>
        <p:txBody>
          <a:bodyPr>
            <a:normAutofit/>
          </a:bodyPr>
          <a:lstStyle/>
          <a:p>
            <a:r>
              <a:rPr lang="en-GB"/>
              <a:t>Warm up – Read the article</a:t>
            </a:r>
            <a:endParaRPr lang="es-ES" dirty="0"/>
          </a:p>
        </p:txBody>
      </p:sp>
      <p:pic>
        <p:nvPicPr>
          <p:cNvPr id="10" name="Picture 9">
            <a:extLst>
              <a:ext uri="{FF2B5EF4-FFF2-40B4-BE49-F238E27FC236}">
                <a16:creationId xmlns:a16="http://schemas.microsoft.com/office/drawing/2014/main" id="{9CC92CBB-D957-7FA2-0CCD-7E7CA13DE9D3}"/>
              </a:ext>
            </a:extLst>
          </p:cNvPr>
          <p:cNvPicPr>
            <a:picLocks noChangeAspect="1"/>
          </p:cNvPicPr>
          <p:nvPr/>
        </p:nvPicPr>
        <p:blipFill>
          <a:blip r:embed="rId2"/>
          <a:stretch>
            <a:fillRect/>
          </a:stretch>
        </p:blipFill>
        <p:spPr>
          <a:xfrm>
            <a:off x="1503106" y="2011363"/>
            <a:ext cx="9112468" cy="1633960"/>
          </a:xfrm>
          <a:prstGeom prst="rect">
            <a:avLst/>
          </a:prstGeom>
        </p:spPr>
      </p:pic>
      <p:sp>
        <p:nvSpPr>
          <p:cNvPr id="11" name="TextBox 10">
            <a:extLst>
              <a:ext uri="{FF2B5EF4-FFF2-40B4-BE49-F238E27FC236}">
                <a16:creationId xmlns:a16="http://schemas.microsoft.com/office/drawing/2014/main" id="{3503B725-8163-4538-4320-18BD75B87C0A}"/>
              </a:ext>
            </a:extLst>
          </p:cNvPr>
          <p:cNvSpPr txBox="1"/>
          <p:nvPr/>
        </p:nvSpPr>
        <p:spPr>
          <a:xfrm>
            <a:off x="2249387" y="3949072"/>
            <a:ext cx="6551714" cy="2056332"/>
          </a:xfrm>
          <a:prstGeom prst="rect">
            <a:avLst/>
          </a:prstGeom>
          <a:noFill/>
        </p:spPr>
        <p:txBody>
          <a:bodyPr wrap="square" rtlCol="0">
            <a:spAutoFit/>
          </a:bodyPr>
          <a:lstStyle/>
          <a:p>
            <a:pPr>
              <a:lnSpc>
                <a:spcPct val="107000"/>
              </a:lnSpc>
              <a:spcAft>
                <a:spcPts val="800"/>
              </a:spcAft>
            </a:pPr>
            <a:r>
              <a:rPr lang="en-GB" sz="1800" kern="100" dirty="0">
                <a:effectLst/>
                <a:latin typeface="Calibri" panose="020F0502020204030204" pitchFamily="34" charset="0"/>
                <a:ea typeface="Calibri" panose="020F0502020204030204" pitchFamily="34" charset="0"/>
                <a:cs typeface="Arial" panose="020B0604020202020204" pitchFamily="34" charset="0"/>
              </a:rPr>
              <a:t>Did you hear the news that it snowed in Las Vegas? Yes, it's becoming a bit like a slushy city. Odd, right? And what's happening in Vegas isn't staying there.</a:t>
            </a:r>
            <a:endParaRPr lang="es-ES" sz="18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GB" sz="1800" kern="100" dirty="0">
                <a:effectLst/>
                <a:latin typeface="Calibri" panose="020F0502020204030204" pitchFamily="34" charset="0"/>
                <a:ea typeface="Calibri" panose="020F0502020204030204" pitchFamily="34" charset="0"/>
                <a:cs typeface="Arial" panose="020B0604020202020204" pitchFamily="34" charset="0"/>
              </a:rPr>
              <a:t>Cold weather and storms are already common, even though it's not officially winter yet.</a:t>
            </a:r>
            <a:endParaRPr lang="es-ES" sz="1800" kern="100" dirty="0">
              <a:effectLst/>
              <a:latin typeface="Calibri" panose="020F0502020204030204" pitchFamily="34" charset="0"/>
              <a:ea typeface="Calibri" panose="020F0502020204030204" pitchFamily="34" charset="0"/>
              <a:cs typeface="Arial" panose="020B0604020202020204" pitchFamily="34" charset="0"/>
            </a:endParaRPr>
          </a:p>
          <a:p>
            <a:pPr>
              <a:spcAft>
                <a:spcPts val="600"/>
              </a:spcAft>
            </a:pPr>
            <a:endParaRPr lang="es-ES" dirty="0"/>
          </a:p>
        </p:txBody>
      </p:sp>
      <p:sp>
        <p:nvSpPr>
          <p:cNvPr id="13" name="TextBox 12">
            <a:extLst>
              <a:ext uri="{FF2B5EF4-FFF2-40B4-BE49-F238E27FC236}">
                <a16:creationId xmlns:a16="http://schemas.microsoft.com/office/drawing/2014/main" id="{DD5464D9-5E85-F1D3-42A8-79E799492B27}"/>
              </a:ext>
            </a:extLst>
          </p:cNvPr>
          <p:cNvSpPr txBox="1"/>
          <p:nvPr/>
        </p:nvSpPr>
        <p:spPr>
          <a:xfrm>
            <a:off x="5641462" y="5762593"/>
            <a:ext cx="5027569" cy="850617"/>
          </a:xfrm>
          <a:prstGeom prst="rect">
            <a:avLst/>
          </a:prstGeom>
          <a:noFill/>
        </p:spPr>
        <p:txBody>
          <a:bodyPr wrap="square">
            <a:spAutoFit/>
          </a:bodyPr>
          <a:lstStyle/>
          <a:p>
            <a:pPr defTabSz="749808">
              <a:spcAft>
                <a:spcPts val="600"/>
              </a:spcAft>
            </a:pPr>
            <a:r>
              <a:rPr lang="es-ES" sz="1476" kern="1200" dirty="0" err="1">
                <a:solidFill>
                  <a:schemeClr val="tx1"/>
                </a:solidFill>
                <a:latin typeface="+mn-lt"/>
                <a:ea typeface="+mn-ea"/>
                <a:cs typeface="+mn-cs"/>
              </a:rPr>
              <a:t>Adapted</a:t>
            </a:r>
            <a:r>
              <a:rPr lang="es-ES" sz="1476" kern="1200" dirty="0">
                <a:solidFill>
                  <a:schemeClr val="tx1"/>
                </a:solidFill>
                <a:latin typeface="+mn-lt"/>
                <a:ea typeface="+mn-ea"/>
                <a:cs typeface="+mn-cs"/>
              </a:rPr>
              <a:t> </a:t>
            </a:r>
            <a:r>
              <a:rPr lang="es-ES" sz="1476" kern="1200" dirty="0" err="1">
                <a:solidFill>
                  <a:schemeClr val="tx1"/>
                </a:solidFill>
                <a:latin typeface="+mn-lt"/>
                <a:ea typeface="+mn-ea"/>
                <a:cs typeface="+mn-cs"/>
              </a:rPr>
              <a:t>from</a:t>
            </a:r>
            <a:r>
              <a:rPr lang="es-ES" sz="1476" kern="1200" dirty="0">
                <a:solidFill>
                  <a:schemeClr val="tx1"/>
                </a:solidFill>
                <a:latin typeface="+mn-lt"/>
                <a:ea typeface="+mn-ea"/>
                <a:cs typeface="+mn-cs"/>
              </a:rPr>
              <a:t>:</a:t>
            </a:r>
          </a:p>
          <a:p>
            <a:pPr defTabSz="749808">
              <a:spcAft>
                <a:spcPts val="600"/>
              </a:spcAft>
            </a:pPr>
            <a:r>
              <a:rPr lang="es-ES" sz="1476" kern="1200" dirty="0">
                <a:solidFill>
                  <a:schemeClr val="tx1"/>
                </a:solidFill>
                <a:latin typeface="+mn-lt"/>
                <a:ea typeface="+mn-ea"/>
                <a:cs typeface="+mn-cs"/>
              </a:rPr>
              <a:t>https://www.foxnews.com/story/the-cause-of-cold-weather-is-global-warming</a:t>
            </a:r>
            <a:endParaRPr lang="es-ES" dirty="0"/>
          </a:p>
        </p:txBody>
      </p:sp>
      <p:pic>
        <p:nvPicPr>
          <p:cNvPr id="1026" name="Picture 2" descr="Neil Cavuto">
            <a:extLst>
              <a:ext uri="{FF2B5EF4-FFF2-40B4-BE49-F238E27FC236}">
                <a16:creationId xmlns:a16="http://schemas.microsoft.com/office/drawing/2014/main" id="{4246F1B3-5FCE-FE9C-2B2D-ADA6FA7547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69558" y="3209119"/>
            <a:ext cx="1599473" cy="15994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4024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8C774A-3101-5CEB-2FF0-2DDE2F17060D}"/>
              </a:ext>
            </a:extLst>
          </p:cNvPr>
          <p:cNvSpPr>
            <a:spLocks noGrp="1"/>
          </p:cNvSpPr>
          <p:nvPr>
            <p:ph idx="1"/>
          </p:nvPr>
        </p:nvSpPr>
        <p:spPr>
          <a:xfrm>
            <a:off x="838200" y="609600"/>
            <a:ext cx="10515600" cy="5567363"/>
          </a:xfrm>
        </p:spPr>
        <p:txBody>
          <a:bodyPr>
            <a:normAutofit/>
          </a:bodyPr>
          <a:lstStyle/>
          <a:p>
            <a:pPr marL="0" indent="0">
              <a:lnSpc>
                <a:spcPct val="107000"/>
              </a:lnSpc>
              <a:spcAft>
                <a:spcPts val="800"/>
              </a:spcAft>
              <a:buNone/>
            </a:pPr>
            <a:r>
              <a:rPr lang="en-GB" sz="2400" kern="100" dirty="0">
                <a:effectLst/>
                <a:latin typeface="Calibri" panose="020F0502020204030204" pitchFamily="34" charset="0"/>
                <a:ea typeface="Calibri" panose="020F0502020204030204" pitchFamily="34" charset="0"/>
                <a:cs typeface="Arial" panose="020B0604020202020204" pitchFamily="34" charset="0"/>
              </a:rPr>
              <a:t>For the first time in 30 years, southern Nevada is experiencing this kind of weather. In southern California, it's the coldest it's been in the early months for two decades.</a:t>
            </a:r>
            <a:endParaRPr lang="es-ES" sz="2400" kern="10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07000"/>
              </a:lnSpc>
              <a:spcAft>
                <a:spcPts val="800"/>
              </a:spcAft>
              <a:buNone/>
            </a:pPr>
            <a:r>
              <a:rPr lang="en-GB" sz="2400" kern="100" dirty="0">
                <a:effectLst/>
                <a:latin typeface="Calibri" panose="020F0502020204030204" pitchFamily="34" charset="0"/>
                <a:ea typeface="Calibri" panose="020F0502020204030204" pitchFamily="34" charset="0"/>
                <a:cs typeface="Arial" panose="020B0604020202020204" pitchFamily="34" charset="0"/>
              </a:rPr>
              <a:t>So, I'm looking at all this strange weather and asking my friend, who knows a lot about the environment. I want to know, "What's happening? I thought we could put away our warm jackets and wear something lighter?"</a:t>
            </a:r>
            <a:endParaRPr lang="es-ES" sz="2400" kern="10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07000"/>
              </a:lnSpc>
              <a:spcAft>
                <a:spcPts val="800"/>
              </a:spcAft>
              <a:buNone/>
            </a:pPr>
            <a:r>
              <a:rPr lang="en-GB" sz="2400" kern="100" dirty="0">
                <a:effectLst/>
                <a:latin typeface="Calibri" panose="020F0502020204030204" pitchFamily="34" charset="0"/>
                <a:ea typeface="Calibri" panose="020F0502020204030204" pitchFamily="34" charset="0"/>
                <a:cs typeface="Arial" panose="020B0604020202020204" pitchFamily="34" charset="0"/>
              </a:rPr>
              <a:t>My friend, who cares a lot about nature, didn't like the idea. He said, "Neil, this is because of global warming."</a:t>
            </a:r>
            <a:endParaRPr lang="es-ES" sz="2400" kern="10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07000"/>
              </a:lnSpc>
              <a:spcAft>
                <a:spcPts val="800"/>
              </a:spcAft>
              <a:buNone/>
            </a:pPr>
            <a:r>
              <a:rPr lang="en-GB" sz="2400" kern="100" dirty="0">
                <a:effectLst/>
                <a:latin typeface="Calibri" panose="020F0502020204030204" pitchFamily="34" charset="0"/>
                <a:ea typeface="Calibri" panose="020F0502020204030204" pitchFamily="34" charset="0"/>
                <a:cs typeface="Arial" panose="020B0604020202020204" pitchFamily="34" charset="0"/>
              </a:rPr>
              <a:t>I got confused. "Wait, doesn't global warming mean things get hotter?" But no, my friend explained that it's all connected to how humans have treated the planet.</a:t>
            </a:r>
            <a:endParaRPr lang="es-ES" sz="2400" kern="1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es-ES" dirty="0"/>
          </a:p>
        </p:txBody>
      </p:sp>
      <p:pic>
        <p:nvPicPr>
          <p:cNvPr id="2050" name="Picture 2" descr="Neil Cavuto">
            <a:extLst>
              <a:ext uri="{FF2B5EF4-FFF2-40B4-BE49-F238E27FC236}">
                <a16:creationId xmlns:a16="http://schemas.microsoft.com/office/drawing/2014/main" id="{B701696B-E684-4442-E728-F7F2F89454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67975" y="5191125"/>
            <a:ext cx="1495424" cy="1495424"/>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79E6C4A1-E977-AFFB-9A38-0AA6A691C0B8}"/>
              </a:ext>
            </a:extLst>
          </p:cNvPr>
          <p:cNvCxnSpPr/>
          <p:nvPr/>
        </p:nvCxnSpPr>
        <p:spPr>
          <a:xfrm>
            <a:off x="9279467" y="6096000"/>
            <a:ext cx="10837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306C82A-0C12-8329-2855-C0F4F3523C8B}"/>
              </a:ext>
            </a:extLst>
          </p:cNvPr>
          <p:cNvSpPr txBox="1"/>
          <p:nvPr/>
        </p:nvSpPr>
        <p:spPr>
          <a:xfrm>
            <a:off x="7916333" y="5877758"/>
            <a:ext cx="2047399" cy="369332"/>
          </a:xfrm>
          <a:prstGeom prst="rect">
            <a:avLst/>
          </a:prstGeom>
          <a:noFill/>
        </p:spPr>
        <p:txBody>
          <a:bodyPr wrap="square" rtlCol="0">
            <a:spAutoFit/>
          </a:bodyPr>
          <a:lstStyle/>
          <a:p>
            <a:r>
              <a:rPr lang="en-GB" dirty="0"/>
              <a:t>Neil Cavuto</a:t>
            </a:r>
            <a:endParaRPr lang="es-ES" dirty="0"/>
          </a:p>
        </p:txBody>
      </p:sp>
    </p:spTree>
    <p:extLst>
      <p:ext uri="{BB962C8B-B14F-4D97-AF65-F5344CB8AC3E}">
        <p14:creationId xmlns:p14="http://schemas.microsoft.com/office/powerpoint/2010/main" val="3293597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65DD26-9453-0715-3089-7E623022B982}"/>
              </a:ext>
            </a:extLst>
          </p:cNvPr>
          <p:cNvSpPr>
            <a:spLocks noGrp="1"/>
          </p:cNvSpPr>
          <p:nvPr>
            <p:ph idx="1"/>
          </p:nvPr>
        </p:nvSpPr>
        <p:spPr>
          <a:xfrm>
            <a:off x="838200" y="819150"/>
            <a:ext cx="10515600" cy="5357813"/>
          </a:xfrm>
        </p:spPr>
        <p:txBody>
          <a:bodyPr>
            <a:normAutofit/>
          </a:bodyPr>
          <a:lstStyle/>
          <a:p>
            <a:pPr marL="0" indent="0">
              <a:lnSpc>
                <a:spcPct val="107000"/>
              </a:lnSpc>
              <a:spcAft>
                <a:spcPts val="800"/>
              </a:spcAft>
              <a:buNone/>
            </a:pPr>
            <a:r>
              <a:rPr lang="en-GB" sz="2400" kern="100" dirty="0">
                <a:effectLst/>
                <a:latin typeface="Calibri" panose="020F0502020204030204" pitchFamily="34" charset="0"/>
                <a:ea typeface="Calibri" panose="020F0502020204030204" pitchFamily="34" charset="0"/>
                <a:cs typeface="Arial" panose="020B0604020202020204" pitchFamily="34" charset="0"/>
              </a:rPr>
              <a:t>He told me last year that snow would become rare, the oceans would warm up, more hurricanes would come, and glaciers would melt. But this year, there's more snow than ever.</a:t>
            </a:r>
            <a:endParaRPr lang="es-ES" sz="2400" kern="10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07000"/>
              </a:lnSpc>
              <a:spcAft>
                <a:spcPts val="800"/>
              </a:spcAft>
              <a:buNone/>
            </a:pPr>
            <a:endParaRPr lang="es-ES" sz="2400" kern="10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07000"/>
              </a:lnSpc>
              <a:spcAft>
                <a:spcPts val="800"/>
              </a:spcAft>
              <a:buNone/>
            </a:pPr>
            <a:r>
              <a:rPr lang="en-GB" sz="2400" kern="100" dirty="0">
                <a:effectLst/>
                <a:latin typeface="Calibri" panose="020F0502020204030204" pitchFamily="34" charset="0"/>
                <a:ea typeface="Calibri" panose="020F0502020204030204" pitchFamily="34" charset="0"/>
                <a:cs typeface="Arial" panose="020B0604020202020204" pitchFamily="34" charset="0"/>
              </a:rPr>
              <a:t>Vegas saw its first snow in 30 years, and some states in the Midwest and west have temperatures below zero, the earliest it's happened in any year.</a:t>
            </a:r>
            <a:endParaRPr lang="es-ES" sz="2400" kern="10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07000"/>
              </a:lnSpc>
              <a:spcAft>
                <a:spcPts val="800"/>
              </a:spcAft>
              <a:buNone/>
            </a:pPr>
            <a:r>
              <a:rPr lang="en-GB" sz="2400" kern="100" dirty="0">
                <a:effectLst/>
                <a:latin typeface="Calibri" panose="020F0502020204030204" pitchFamily="34" charset="0"/>
                <a:ea typeface="Calibri" panose="020F0502020204030204" pitchFamily="34" charset="0"/>
                <a:cs typeface="Arial" panose="020B0604020202020204" pitchFamily="34" charset="0"/>
              </a:rPr>
              <a:t> </a:t>
            </a:r>
            <a:endParaRPr lang="es-ES" sz="2400" kern="10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07000"/>
              </a:lnSpc>
              <a:spcAft>
                <a:spcPts val="800"/>
              </a:spcAft>
              <a:buNone/>
            </a:pPr>
            <a:r>
              <a:rPr lang="en-GB" sz="2400" kern="100" dirty="0">
                <a:effectLst/>
                <a:latin typeface="Calibri" panose="020F0502020204030204" pitchFamily="34" charset="0"/>
                <a:ea typeface="Calibri" panose="020F0502020204030204" pitchFamily="34" charset="0"/>
                <a:cs typeface="Arial" panose="020B0604020202020204" pitchFamily="34" charset="0"/>
              </a:rPr>
              <a:t>My friend thinks it's all part of the changes in the climate. He's not saying something new; he just adjusted his predictions. It's like you can care about the environment and still have things stay the same.</a:t>
            </a:r>
            <a:endParaRPr lang="es-ES" sz="2400" kern="1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GB" dirty="0"/>
          </a:p>
          <a:p>
            <a:endParaRPr lang="es-ES" dirty="0"/>
          </a:p>
        </p:txBody>
      </p:sp>
      <p:pic>
        <p:nvPicPr>
          <p:cNvPr id="3074" name="Picture 2" descr="Neil Cavuto">
            <a:extLst>
              <a:ext uri="{FF2B5EF4-FFF2-40B4-BE49-F238E27FC236}">
                <a16:creationId xmlns:a16="http://schemas.microsoft.com/office/drawing/2014/main" id="{DA59ED4A-3015-0CC5-2DC5-AF2A325F2F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48950" y="5246687"/>
            <a:ext cx="1409700" cy="1409700"/>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a:extLst>
              <a:ext uri="{FF2B5EF4-FFF2-40B4-BE49-F238E27FC236}">
                <a16:creationId xmlns:a16="http://schemas.microsoft.com/office/drawing/2014/main" id="{4B0D00BA-6E05-4BE6-A85C-761BA1586695}"/>
              </a:ext>
            </a:extLst>
          </p:cNvPr>
          <p:cNvCxnSpPr/>
          <p:nvPr/>
        </p:nvCxnSpPr>
        <p:spPr>
          <a:xfrm>
            <a:off x="9279467" y="6096000"/>
            <a:ext cx="10837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DFA1EE8-FE78-622E-DB6A-61650D29F3D9}"/>
              </a:ext>
            </a:extLst>
          </p:cNvPr>
          <p:cNvSpPr txBox="1"/>
          <p:nvPr/>
        </p:nvSpPr>
        <p:spPr>
          <a:xfrm>
            <a:off x="7916333" y="5877758"/>
            <a:ext cx="2047399" cy="369332"/>
          </a:xfrm>
          <a:prstGeom prst="rect">
            <a:avLst/>
          </a:prstGeom>
          <a:noFill/>
        </p:spPr>
        <p:txBody>
          <a:bodyPr wrap="square" rtlCol="0">
            <a:spAutoFit/>
          </a:bodyPr>
          <a:lstStyle/>
          <a:p>
            <a:r>
              <a:rPr lang="en-GB" dirty="0"/>
              <a:t>Neil Cavuto</a:t>
            </a:r>
            <a:endParaRPr lang="es-ES" dirty="0"/>
          </a:p>
        </p:txBody>
      </p:sp>
    </p:spTree>
    <p:extLst>
      <p:ext uri="{BB962C8B-B14F-4D97-AF65-F5344CB8AC3E}">
        <p14:creationId xmlns:p14="http://schemas.microsoft.com/office/powerpoint/2010/main" val="3020556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3AE554-D361-EB52-3BFB-EFA042F1A6ED}"/>
              </a:ext>
            </a:extLst>
          </p:cNvPr>
          <p:cNvSpPr>
            <a:spLocks noGrp="1"/>
          </p:cNvSpPr>
          <p:nvPr>
            <p:ph idx="1"/>
          </p:nvPr>
        </p:nvSpPr>
        <p:spPr>
          <a:xfrm>
            <a:off x="838200" y="666750"/>
            <a:ext cx="10515600" cy="5510213"/>
          </a:xfrm>
        </p:spPr>
        <p:txBody>
          <a:bodyPr>
            <a:normAutofit/>
          </a:bodyPr>
          <a:lstStyle/>
          <a:p>
            <a:pPr marL="0" indent="0">
              <a:lnSpc>
                <a:spcPct val="107000"/>
              </a:lnSpc>
              <a:spcAft>
                <a:spcPts val="800"/>
              </a:spcAft>
              <a:buNone/>
            </a:pPr>
            <a:r>
              <a:rPr lang="en-GB" kern="100" dirty="0">
                <a:effectLst/>
                <a:latin typeface="Calibri" panose="020F0502020204030204" pitchFamily="34" charset="0"/>
                <a:ea typeface="Calibri" panose="020F0502020204030204" pitchFamily="34" charset="0"/>
                <a:cs typeface="Arial" panose="020B0604020202020204" pitchFamily="34" charset="0"/>
              </a:rPr>
              <a:t>He believes that even if the Earth is getting warmer in some places, the changes in weather are all part of the same problem. </a:t>
            </a:r>
          </a:p>
          <a:p>
            <a:pPr marL="0" indent="0">
              <a:lnSpc>
                <a:spcPct val="107000"/>
              </a:lnSpc>
              <a:spcAft>
                <a:spcPts val="800"/>
              </a:spcAft>
              <a:buNone/>
            </a:pPr>
            <a:r>
              <a:rPr lang="en-GB" kern="1200" dirty="0">
                <a:solidFill>
                  <a:srgbClr val="000000"/>
                </a:solidFill>
                <a:effectLst/>
                <a:latin typeface="Calibri" panose="020F0502020204030204" pitchFamily="34" charset="0"/>
                <a:ea typeface="+mn-ea"/>
                <a:cs typeface="+mn-cs"/>
              </a:rPr>
              <a:t>Where the earth getting warmer is warming, and the earth getting cooler is warming?</a:t>
            </a:r>
            <a:endParaRPr lang="en-GB" kern="100" dirty="0">
              <a:latin typeface="Calibri" panose="020F0502020204030204" pitchFamily="34" charset="0"/>
              <a:ea typeface="Calibri" panose="020F0502020204030204" pitchFamily="34" charset="0"/>
              <a:cs typeface="Arial" panose="020B0604020202020204" pitchFamily="34" charset="0"/>
            </a:endParaRPr>
          </a:p>
          <a:p>
            <a:pPr marL="0" indent="0">
              <a:lnSpc>
                <a:spcPct val="107000"/>
              </a:lnSpc>
              <a:spcAft>
                <a:spcPts val="800"/>
              </a:spcAft>
              <a:buNone/>
            </a:pPr>
            <a:r>
              <a:rPr lang="en-GB" kern="100" dirty="0">
                <a:effectLst/>
                <a:latin typeface="Calibri" panose="020F0502020204030204" pitchFamily="34" charset="0"/>
                <a:ea typeface="Calibri" panose="020F0502020204030204" pitchFamily="34" charset="0"/>
                <a:cs typeface="Arial" panose="020B0604020202020204" pitchFamily="34" charset="0"/>
              </a:rPr>
              <a:t>So, he's encouraging the government to spend more on environmental issues.</a:t>
            </a:r>
            <a:endParaRPr lang="es-ES" kern="10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07000"/>
              </a:lnSpc>
              <a:spcAft>
                <a:spcPts val="800"/>
              </a:spcAft>
              <a:buNone/>
            </a:pPr>
            <a:r>
              <a:rPr lang="en-GB" kern="100" dirty="0">
                <a:effectLst/>
                <a:latin typeface="Calibri" panose="020F0502020204030204" pitchFamily="34" charset="0"/>
                <a:ea typeface="Calibri" panose="020F0502020204030204" pitchFamily="34" charset="0"/>
                <a:cs typeface="Arial" panose="020B0604020202020204" pitchFamily="34" charset="0"/>
              </a:rPr>
              <a:t>I wished him luck and suggested one more thing: "Bring a coat."</a:t>
            </a:r>
            <a:endParaRPr lang="es-ES" kern="100" dirty="0">
              <a:effectLst/>
              <a:latin typeface="Calibri" panose="020F0502020204030204" pitchFamily="34" charset="0"/>
              <a:ea typeface="Calibri" panose="020F0502020204030204" pitchFamily="34" charset="0"/>
              <a:cs typeface="Arial" panose="020B0604020202020204" pitchFamily="34" charset="0"/>
            </a:endParaRPr>
          </a:p>
          <a:p>
            <a:endParaRPr lang="es-ES" dirty="0"/>
          </a:p>
        </p:txBody>
      </p:sp>
      <p:pic>
        <p:nvPicPr>
          <p:cNvPr id="4" name="Picture 2" descr="Neil Cavuto">
            <a:extLst>
              <a:ext uri="{FF2B5EF4-FFF2-40B4-BE49-F238E27FC236}">
                <a16:creationId xmlns:a16="http://schemas.microsoft.com/office/drawing/2014/main" id="{39E5FBC3-2B91-FF83-08AC-CAD4CE96D6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58424" y="4981574"/>
            <a:ext cx="1609725" cy="1609725"/>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C3642589-C9F2-01DE-0EDD-7DCA050C3B9C}"/>
              </a:ext>
            </a:extLst>
          </p:cNvPr>
          <p:cNvCxnSpPr/>
          <p:nvPr/>
        </p:nvCxnSpPr>
        <p:spPr>
          <a:xfrm>
            <a:off x="9279467" y="6096000"/>
            <a:ext cx="10837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61C18ED-822C-0120-F9C0-613343837A96}"/>
              </a:ext>
            </a:extLst>
          </p:cNvPr>
          <p:cNvSpPr txBox="1"/>
          <p:nvPr/>
        </p:nvSpPr>
        <p:spPr>
          <a:xfrm>
            <a:off x="7916333" y="5877758"/>
            <a:ext cx="2047399" cy="369332"/>
          </a:xfrm>
          <a:prstGeom prst="rect">
            <a:avLst/>
          </a:prstGeom>
          <a:noFill/>
        </p:spPr>
        <p:txBody>
          <a:bodyPr wrap="square" rtlCol="0">
            <a:spAutoFit/>
          </a:bodyPr>
          <a:lstStyle/>
          <a:p>
            <a:r>
              <a:rPr lang="en-GB" dirty="0"/>
              <a:t>Neil Cavuto</a:t>
            </a:r>
            <a:endParaRPr lang="es-ES" dirty="0"/>
          </a:p>
        </p:txBody>
      </p:sp>
    </p:spTree>
    <p:extLst>
      <p:ext uri="{BB962C8B-B14F-4D97-AF65-F5344CB8AC3E}">
        <p14:creationId xmlns:p14="http://schemas.microsoft.com/office/powerpoint/2010/main" val="3375657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EE7BFC7-ECA7-6242-7E84-97816972F8A4}"/>
              </a:ext>
            </a:extLst>
          </p:cNvPr>
          <p:cNvSpPr>
            <a:spLocks noGrp="1"/>
          </p:cNvSpPr>
          <p:nvPr>
            <p:ph type="title"/>
          </p:nvPr>
        </p:nvSpPr>
        <p:spPr>
          <a:xfrm>
            <a:off x="6234865" y="568517"/>
            <a:ext cx="5248221" cy="1067209"/>
          </a:xfrm>
        </p:spPr>
        <p:txBody>
          <a:bodyPr>
            <a:normAutofit/>
          </a:bodyPr>
          <a:lstStyle/>
          <a:p>
            <a:r>
              <a:rPr lang="en-GB">
                <a:solidFill>
                  <a:schemeClr val="bg1"/>
                </a:solidFill>
              </a:rPr>
              <a:t>Summary	</a:t>
            </a:r>
            <a:endParaRPr lang="es-ES">
              <a:solidFill>
                <a:schemeClr val="bg1"/>
              </a:solidFill>
            </a:endParaRPr>
          </a:p>
        </p:txBody>
      </p:sp>
      <p:pic>
        <p:nvPicPr>
          <p:cNvPr id="5" name="Picture 4">
            <a:extLst>
              <a:ext uri="{FF2B5EF4-FFF2-40B4-BE49-F238E27FC236}">
                <a16:creationId xmlns:a16="http://schemas.microsoft.com/office/drawing/2014/main" id="{BDD3E4B5-46E7-62DE-D344-21829F9C66DE}"/>
              </a:ext>
            </a:extLst>
          </p:cNvPr>
          <p:cNvPicPr>
            <a:picLocks noChangeAspect="1"/>
          </p:cNvPicPr>
          <p:nvPr/>
        </p:nvPicPr>
        <p:blipFill rotWithShape="1">
          <a:blip r:embed="rId2"/>
          <a:srcRect r="1" b="1"/>
          <a:stretch/>
        </p:blipFill>
        <p:spPr>
          <a:xfrm>
            <a:off x="739959" y="1095407"/>
            <a:ext cx="4754947" cy="4754947"/>
          </a:xfrm>
          <a:custGeom>
            <a:avLst/>
            <a:gdLst/>
            <a:ahLst/>
            <a:cxnLst/>
            <a:rect l="l" t="t" r="r" b="b"/>
            <a:pathLst>
              <a:path w="2388070" h="2388070">
                <a:moveTo>
                  <a:pt x="1194035" y="0"/>
                </a:moveTo>
                <a:cubicBezTo>
                  <a:pt x="1853482" y="0"/>
                  <a:pt x="2388070" y="534588"/>
                  <a:pt x="2388070" y="1194035"/>
                </a:cubicBezTo>
                <a:cubicBezTo>
                  <a:pt x="2388070" y="1853482"/>
                  <a:pt x="1853482" y="2388070"/>
                  <a:pt x="1194035" y="2388070"/>
                </a:cubicBezTo>
                <a:cubicBezTo>
                  <a:pt x="534588" y="2388070"/>
                  <a:pt x="0" y="1853482"/>
                  <a:pt x="0" y="1194035"/>
                </a:cubicBezTo>
                <a:cubicBezTo>
                  <a:pt x="0" y="534588"/>
                  <a:pt x="534588" y="0"/>
                  <a:pt x="1194035" y="0"/>
                </a:cubicBezTo>
                <a:close/>
              </a:path>
            </a:pathLst>
          </a:custGeom>
          <a:ln w="28575">
            <a:noFill/>
          </a:ln>
        </p:spPr>
      </p:pic>
      <p:grpSp>
        <p:nvGrpSpPr>
          <p:cNvPr id="22" name="Group 21">
            <a:extLst>
              <a:ext uri="{FF2B5EF4-FFF2-40B4-BE49-F238E27FC236}">
                <a16:creationId xmlns:a16="http://schemas.microsoft.com/office/drawing/2014/main" id="{B894EFA8-F425-4D19-A94B-445388B31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13" name="Freeform: Shape 12">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4" name="Freeform: Shape 13">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3" name="Content Placeholder 2">
            <a:extLst>
              <a:ext uri="{FF2B5EF4-FFF2-40B4-BE49-F238E27FC236}">
                <a16:creationId xmlns:a16="http://schemas.microsoft.com/office/drawing/2014/main" id="{AC20462C-32EB-F50A-B2BE-F8DB38A7E25C}"/>
              </a:ext>
            </a:extLst>
          </p:cNvPr>
          <p:cNvSpPr>
            <a:spLocks noGrp="1"/>
          </p:cNvSpPr>
          <p:nvPr>
            <p:ph idx="1"/>
          </p:nvPr>
        </p:nvSpPr>
        <p:spPr>
          <a:xfrm>
            <a:off x="6234868" y="1820369"/>
            <a:ext cx="5217173" cy="4351338"/>
          </a:xfrm>
        </p:spPr>
        <p:txBody>
          <a:bodyPr>
            <a:normAutofit/>
          </a:bodyPr>
          <a:lstStyle/>
          <a:p>
            <a:r>
              <a:rPr lang="en-GB" dirty="0">
                <a:solidFill>
                  <a:schemeClr val="bg1"/>
                </a:solidFill>
              </a:rPr>
              <a:t>What do you think of Neil’s opinion?</a:t>
            </a:r>
          </a:p>
          <a:p>
            <a:endParaRPr lang="en-GB" dirty="0">
              <a:solidFill>
                <a:schemeClr val="bg1"/>
              </a:solidFill>
            </a:endParaRPr>
          </a:p>
          <a:p>
            <a:r>
              <a:rPr lang="en-GB" dirty="0">
                <a:solidFill>
                  <a:schemeClr val="bg1"/>
                </a:solidFill>
              </a:rPr>
              <a:t>Can you find any flaws in his argument?</a:t>
            </a:r>
          </a:p>
          <a:p>
            <a:endParaRPr lang="en-GB" dirty="0">
              <a:solidFill>
                <a:schemeClr val="bg1"/>
              </a:solidFill>
            </a:endParaRPr>
          </a:p>
          <a:p>
            <a:r>
              <a:rPr lang="en-GB" dirty="0">
                <a:solidFill>
                  <a:schemeClr val="bg1"/>
                </a:solidFill>
              </a:rPr>
              <a:t>What would you say to Neil if you met him?</a:t>
            </a:r>
            <a:endParaRPr lang="es-ES" dirty="0">
              <a:solidFill>
                <a:schemeClr val="bg1"/>
              </a:solidFill>
            </a:endParaRPr>
          </a:p>
        </p:txBody>
      </p:sp>
      <p:grpSp>
        <p:nvGrpSpPr>
          <p:cNvPr id="16" name="Graphic 185">
            <a:extLst>
              <a:ext uri="{FF2B5EF4-FFF2-40B4-BE49-F238E27FC236}">
                <a16:creationId xmlns:a16="http://schemas.microsoft.com/office/drawing/2014/main" id="{582A903B-6B78-4F0A-B7C9-3D80499020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17" name="Freeform: Shape 16">
              <a:extLst>
                <a:ext uri="{FF2B5EF4-FFF2-40B4-BE49-F238E27FC236}">
                  <a16:creationId xmlns:a16="http://schemas.microsoft.com/office/drawing/2014/main" id="{D510EA93-8F64-42C8-A630-D449506E9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06CB53FC-E4DA-4001-928B-9998A85EA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D210B969-4FDF-4AAC-9397-63D543495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570B3EF0-84EA-4F47-86A3-1EA1F644A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259369A8-EF57-42A1-8EC8-F6A9F92A3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955064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A9D1F-1F5A-A5FF-363E-4F361B8B6D3A}"/>
              </a:ext>
            </a:extLst>
          </p:cNvPr>
          <p:cNvSpPr>
            <a:spLocks noGrp="1"/>
          </p:cNvSpPr>
          <p:nvPr>
            <p:ph type="title"/>
          </p:nvPr>
        </p:nvSpPr>
        <p:spPr/>
        <p:txBody>
          <a:bodyPr/>
          <a:lstStyle/>
          <a:p>
            <a:r>
              <a:rPr lang="en-GB" dirty="0"/>
              <a:t>Grammar review points</a:t>
            </a:r>
            <a:endParaRPr lang="es-ES" dirty="0"/>
          </a:p>
        </p:txBody>
      </p:sp>
      <p:sp>
        <p:nvSpPr>
          <p:cNvPr id="3" name="Content Placeholder 2">
            <a:extLst>
              <a:ext uri="{FF2B5EF4-FFF2-40B4-BE49-F238E27FC236}">
                <a16:creationId xmlns:a16="http://schemas.microsoft.com/office/drawing/2014/main" id="{F9BD4575-2F63-7FFA-4B69-D3BC14D17C17}"/>
              </a:ext>
            </a:extLst>
          </p:cNvPr>
          <p:cNvSpPr>
            <a:spLocks noGrp="1"/>
          </p:cNvSpPr>
          <p:nvPr>
            <p:ph idx="1"/>
          </p:nvPr>
        </p:nvSpPr>
        <p:spPr>
          <a:xfrm>
            <a:off x="838200" y="1529863"/>
            <a:ext cx="10515600" cy="4202722"/>
          </a:xfrm>
        </p:spPr>
        <p:txBody>
          <a:bodyPr numCol="1">
            <a:noAutofit/>
          </a:bodyPr>
          <a:lstStyle/>
          <a:p>
            <a:pPr algn="l">
              <a:buFont typeface="+mj-lt"/>
              <a:buAutoNum type="arabicPeriod"/>
            </a:pPr>
            <a:r>
              <a:rPr lang="en-GB" sz="2000" b="1" i="0" dirty="0">
                <a:solidFill>
                  <a:srgbClr val="374151"/>
                </a:solidFill>
                <a:effectLst/>
              </a:rPr>
              <a:t>Present Simple Tense:</a:t>
            </a:r>
            <a:endParaRPr lang="en-GB" sz="2000" b="0" i="0" dirty="0">
              <a:solidFill>
                <a:srgbClr val="374151"/>
              </a:solidFill>
              <a:effectLst/>
            </a:endParaRPr>
          </a:p>
          <a:p>
            <a:pPr lvl="1"/>
            <a:r>
              <a:rPr lang="en-GB" sz="1800" b="0" i="0" dirty="0">
                <a:solidFill>
                  <a:srgbClr val="374151"/>
                </a:solidFill>
                <a:effectLst/>
              </a:rPr>
              <a:t>Used for general truths, habits, and routines.</a:t>
            </a:r>
          </a:p>
          <a:p>
            <a:pPr lvl="1"/>
            <a:r>
              <a:rPr lang="en-GB" sz="1800" b="0" i="1" dirty="0">
                <a:solidFill>
                  <a:srgbClr val="374151"/>
                </a:solidFill>
                <a:effectLst/>
              </a:rPr>
              <a:t>Example:</a:t>
            </a:r>
            <a:r>
              <a:rPr lang="en-GB" sz="1800" b="0" i="0" dirty="0">
                <a:solidFill>
                  <a:srgbClr val="374151"/>
                </a:solidFill>
                <a:effectLst/>
              </a:rPr>
              <a:t> Journalists report on climate change regularly.</a:t>
            </a:r>
          </a:p>
          <a:p>
            <a:pPr algn="l">
              <a:buFont typeface="+mj-lt"/>
              <a:buAutoNum type="arabicPeriod"/>
            </a:pPr>
            <a:r>
              <a:rPr lang="en-GB" sz="2000" b="1" i="0" dirty="0">
                <a:solidFill>
                  <a:srgbClr val="374151"/>
                </a:solidFill>
                <a:effectLst/>
              </a:rPr>
              <a:t>Modal Verbs:</a:t>
            </a:r>
            <a:endParaRPr lang="en-GB" sz="2000" b="0" i="0" dirty="0">
              <a:solidFill>
                <a:srgbClr val="374151"/>
              </a:solidFill>
              <a:effectLst/>
            </a:endParaRPr>
          </a:p>
          <a:p>
            <a:pPr lvl="1"/>
            <a:r>
              <a:rPr lang="en-GB" sz="1800" b="0" i="0" dirty="0">
                <a:solidFill>
                  <a:srgbClr val="374151"/>
                </a:solidFill>
                <a:effectLst/>
              </a:rPr>
              <a:t>Expressing ability, possibility, necessity, etc.</a:t>
            </a:r>
          </a:p>
          <a:p>
            <a:pPr lvl="1"/>
            <a:r>
              <a:rPr lang="en-GB" sz="1800" b="0" i="1" dirty="0">
                <a:solidFill>
                  <a:srgbClr val="374151"/>
                </a:solidFill>
                <a:effectLst/>
              </a:rPr>
              <a:t>Example:</a:t>
            </a:r>
            <a:r>
              <a:rPr lang="en-GB" sz="1800" b="0" i="0" dirty="0">
                <a:solidFill>
                  <a:srgbClr val="374151"/>
                </a:solidFill>
                <a:effectLst/>
              </a:rPr>
              <a:t> Journalists should verify facts before reporting.</a:t>
            </a:r>
          </a:p>
          <a:p>
            <a:r>
              <a:rPr lang="en-GB" sz="2000" b="1" i="0" dirty="0">
                <a:solidFill>
                  <a:srgbClr val="374151"/>
                </a:solidFill>
                <a:effectLst/>
              </a:rPr>
              <a:t>Present Continuous Tense:</a:t>
            </a:r>
            <a:endParaRPr lang="en-GB" sz="2000" b="0" i="0" dirty="0">
              <a:solidFill>
                <a:srgbClr val="374151"/>
              </a:solidFill>
              <a:effectLst/>
            </a:endParaRPr>
          </a:p>
          <a:p>
            <a:pPr lvl="1"/>
            <a:r>
              <a:rPr lang="en-GB" sz="1800" b="0" i="0" dirty="0">
                <a:solidFill>
                  <a:srgbClr val="374151"/>
                </a:solidFill>
                <a:effectLst/>
              </a:rPr>
              <a:t>Describing actions happening now.</a:t>
            </a:r>
          </a:p>
          <a:p>
            <a:pPr lvl="1"/>
            <a:r>
              <a:rPr lang="en-GB" sz="1800" b="0" i="1" dirty="0">
                <a:solidFill>
                  <a:srgbClr val="374151"/>
                </a:solidFill>
                <a:effectLst/>
              </a:rPr>
              <a:t>Example:</a:t>
            </a:r>
            <a:r>
              <a:rPr lang="en-GB" sz="1800" b="0" i="0" dirty="0">
                <a:solidFill>
                  <a:srgbClr val="374151"/>
                </a:solidFill>
                <a:effectLst/>
              </a:rPr>
              <a:t> Scientists are discussing climate solutions in the latest report.</a:t>
            </a:r>
          </a:p>
          <a:p>
            <a:pPr algn="l">
              <a:buFont typeface="+mj-lt"/>
              <a:buAutoNum type="arabicPeriod"/>
            </a:pPr>
            <a:r>
              <a:rPr lang="en-GB" sz="2000" b="1" i="0" dirty="0">
                <a:solidFill>
                  <a:srgbClr val="374151"/>
                </a:solidFill>
                <a:effectLst/>
              </a:rPr>
              <a:t>Comparatives:</a:t>
            </a:r>
            <a:endParaRPr lang="en-GB" sz="2000" b="0" i="0" dirty="0">
              <a:solidFill>
                <a:srgbClr val="374151"/>
              </a:solidFill>
              <a:effectLst/>
            </a:endParaRPr>
          </a:p>
          <a:p>
            <a:pPr lvl="1"/>
            <a:r>
              <a:rPr lang="en-GB" sz="1800" b="0" i="0" dirty="0">
                <a:solidFill>
                  <a:srgbClr val="374151"/>
                </a:solidFill>
                <a:effectLst/>
              </a:rPr>
              <a:t>Comparing differences between things.</a:t>
            </a:r>
          </a:p>
          <a:p>
            <a:pPr lvl="1"/>
            <a:r>
              <a:rPr lang="en-GB" sz="1800" b="0" i="1" dirty="0">
                <a:solidFill>
                  <a:srgbClr val="374151"/>
                </a:solidFill>
                <a:effectLst/>
              </a:rPr>
              <a:t>Example:</a:t>
            </a:r>
            <a:r>
              <a:rPr lang="en-GB" sz="1800" b="0" i="0" dirty="0">
                <a:solidFill>
                  <a:srgbClr val="374151"/>
                </a:solidFill>
                <a:effectLst/>
              </a:rPr>
              <a:t> The urgency of climate change is greater than many people realize.</a:t>
            </a:r>
          </a:p>
          <a:p>
            <a:pPr marL="447675" indent="-447675"/>
            <a:endParaRPr lang="es-ES" sz="300" dirty="0"/>
          </a:p>
        </p:txBody>
      </p:sp>
    </p:spTree>
    <p:extLst>
      <p:ext uri="{BB962C8B-B14F-4D97-AF65-F5344CB8AC3E}">
        <p14:creationId xmlns:p14="http://schemas.microsoft.com/office/powerpoint/2010/main" val="146849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A9D1F-1F5A-A5FF-363E-4F361B8B6D3A}"/>
              </a:ext>
            </a:extLst>
          </p:cNvPr>
          <p:cNvSpPr>
            <a:spLocks noGrp="1"/>
          </p:cNvSpPr>
          <p:nvPr>
            <p:ph type="title"/>
          </p:nvPr>
        </p:nvSpPr>
        <p:spPr/>
        <p:txBody>
          <a:bodyPr/>
          <a:lstStyle/>
          <a:p>
            <a:r>
              <a:rPr lang="en-GB" dirty="0"/>
              <a:t>Grammar review points</a:t>
            </a:r>
            <a:endParaRPr lang="es-ES" dirty="0"/>
          </a:p>
        </p:txBody>
      </p:sp>
      <p:sp>
        <p:nvSpPr>
          <p:cNvPr id="3" name="Content Placeholder 2">
            <a:extLst>
              <a:ext uri="{FF2B5EF4-FFF2-40B4-BE49-F238E27FC236}">
                <a16:creationId xmlns:a16="http://schemas.microsoft.com/office/drawing/2014/main" id="{F9BD4575-2F63-7FFA-4B69-D3BC14D17C17}"/>
              </a:ext>
            </a:extLst>
          </p:cNvPr>
          <p:cNvSpPr>
            <a:spLocks noGrp="1"/>
          </p:cNvSpPr>
          <p:nvPr>
            <p:ph idx="1"/>
          </p:nvPr>
        </p:nvSpPr>
        <p:spPr>
          <a:xfrm>
            <a:off x="838200" y="1529863"/>
            <a:ext cx="10515600" cy="4202722"/>
          </a:xfrm>
        </p:spPr>
        <p:txBody>
          <a:bodyPr numCol="1">
            <a:noAutofit/>
          </a:bodyPr>
          <a:lstStyle/>
          <a:p>
            <a:pPr algn="l">
              <a:buFont typeface="+mj-lt"/>
              <a:buAutoNum type="arabicPeriod" startAt="5"/>
            </a:pPr>
            <a:r>
              <a:rPr lang="en-GB" sz="2000" b="1" i="0" dirty="0">
                <a:solidFill>
                  <a:srgbClr val="374151"/>
                </a:solidFill>
                <a:effectLst/>
              </a:rPr>
              <a:t>Conditional Sentences:</a:t>
            </a:r>
            <a:endParaRPr lang="en-GB" sz="2000" b="0" i="0" dirty="0">
              <a:solidFill>
                <a:srgbClr val="374151"/>
              </a:solidFill>
              <a:effectLst/>
            </a:endParaRPr>
          </a:p>
          <a:p>
            <a:pPr lvl="1"/>
            <a:r>
              <a:rPr lang="en-GB" sz="1800" b="0" i="0" dirty="0">
                <a:solidFill>
                  <a:srgbClr val="374151"/>
                </a:solidFill>
                <a:effectLst/>
              </a:rPr>
              <a:t>Expressing hypothetical situations.</a:t>
            </a:r>
          </a:p>
          <a:p>
            <a:pPr lvl="1"/>
            <a:r>
              <a:rPr lang="en-GB" sz="1800" b="0" i="1" dirty="0">
                <a:solidFill>
                  <a:srgbClr val="374151"/>
                </a:solidFill>
                <a:effectLst/>
              </a:rPr>
              <a:t>Example:</a:t>
            </a:r>
            <a:r>
              <a:rPr lang="en-GB" sz="1800" b="0" i="0" dirty="0">
                <a:solidFill>
                  <a:srgbClr val="374151"/>
                </a:solidFill>
                <a:effectLst/>
              </a:rPr>
              <a:t> If the media is transparent, public trust increases.</a:t>
            </a:r>
          </a:p>
          <a:p>
            <a:pPr algn="l">
              <a:buFont typeface="+mj-lt"/>
              <a:buAutoNum type="arabicPeriod" startAt="5"/>
            </a:pPr>
            <a:r>
              <a:rPr lang="en-GB" sz="2000" b="1" i="0" dirty="0">
                <a:solidFill>
                  <a:srgbClr val="374151"/>
                </a:solidFill>
                <a:effectLst/>
              </a:rPr>
              <a:t>Passive Voice:</a:t>
            </a:r>
            <a:endParaRPr lang="en-GB" sz="2000" b="0" i="0" dirty="0">
              <a:solidFill>
                <a:srgbClr val="374151"/>
              </a:solidFill>
              <a:effectLst/>
            </a:endParaRPr>
          </a:p>
          <a:p>
            <a:pPr lvl="1"/>
            <a:r>
              <a:rPr lang="en-GB" sz="1800" b="0" i="0" dirty="0">
                <a:solidFill>
                  <a:srgbClr val="374151"/>
                </a:solidFill>
                <a:effectLst/>
              </a:rPr>
              <a:t>Emphasizing the action rather than the doer.</a:t>
            </a:r>
          </a:p>
          <a:p>
            <a:pPr lvl="1"/>
            <a:r>
              <a:rPr lang="en-GB" sz="1800" b="0" i="1" dirty="0">
                <a:solidFill>
                  <a:srgbClr val="374151"/>
                </a:solidFill>
                <a:effectLst/>
              </a:rPr>
              <a:t>Example:</a:t>
            </a:r>
            <a:r>
              <a:rPr lang="en-GB" sz="1800" b="0" i="0" dirty="0">
                <a:solidFill>
                  <a:srgbClr val="374151"/>
                </a:solidFill>
                <a:effectLst/>
              </a:rPr>
              <a:t> Climate solutions are discussed by journalists.</a:t>
            </a:r>
          </a:p>
          <a:p>
            <a:pPr algn="l">
              <a:buFont typeface="+mj-lt"/>
              <a:buAutoNum type="arabicPeriod" startAt="5"/>
            </a:pPr>
            <a:r>
              <a:rPr lang="en-GB" sz="2000" b="1" i="0" dirty="0">
                <a:solidFill>
                  <a:srgbClr val="374151"/>
                </a:solidFill>
                <a:effectLst/>
              </a:rPr>
              <a:t>Question Words:</a:t>
            </a:r>
            <a:endParaRPr lang="en-GB" sz="2000" b="0" i="0" dirty="0">
              <a:solidFill>
                <a:srgbClr val="374151"/>
              </a:solidFill>
              <a:effectLst/>
            </a:endParaRPr>
          </a:p>
          <a:p>
            <a:pPr lvl="1"/>
            <a:r>
              <a:rPr lang="en-GB" sz="1800" b="0" i="0" dirty="0">
                <a:solidFill>
                  <a:srgbClr val="374151"/>
                </a:solidFill>
                <a:effectLst/>
              </a:rPr>
              <a:t>Asking for information.</a:t>
            </a:r>
          </a:p>
          <a:p>
            <a:pPr lvl="1"/>
            <a:r>
              <a:rPr lang="en-GB" sz="1800" b="0" i="1" dirty="0">
                <a:solidFill>
                  <a:srgbClr val="374151"/>
                </a:solidFill>
                <a:effectLst/>
              </a:rPr>
              <a:t>Example:</a:t>
            </a:r>
            <a:r>
              <a:rPr lang="en-GB" sz="1800" b="0" i="0" dirty="0">
                <a:solidFill>
                  <a:srgbClr val="374151"/>
                </a:solidFill>
                <a:effectLst/>
              </a:rPr>
              <a:t> How does the media cover climate change?</a:t>
            </a:r>
          </a:p>
          <a:p>
            <a:pPr algn="l">
              <a:buFont typeface="+mj-lt"/>
              <a:buAutoNum type="arabicPeriod" startAt="5"/>
            </a:pPr>
            <a:r>
              <a:rPr lang="en-GB" sz="2000" b="1" i="0" dirty="0">
                <a:solidFill>
                  <a:srgbClr val="374151"/>
                </a:solidFill>
                <a:effectLst/>
              </a:rPr>
              <a:t>Expressing Cause and Effect:</a:t>
            </a:r>
            <a:endParaRPr lang="en-GB" sz="2000" b="0" i="0" dirty="0">
              <a:solidFill>
                <a:srgbClr val="374151"/>
              </a:solidFill>
              <a:effectLst/>
            </a:endParaRPr>
          </a:p>
          <a:p>
            <a:pPr lvl="1"/>
            <a:r>
              <a:rPr lang="en-GB" sz="1800" b="0" i="0" dirty="0">
                <a:solidFill>
                  <a:srgbClr val="374151"/>
                </a:solidFill>
                <a:effectLst/>
              </a:rPr>
              <a:t>Using connectors to show relationships.</a:t>
            </a:r>
          </a:p>
          <a:p>
            <a:pPr lvl="1"/>
            <a:r>
              <a:rPr lang="en-GB" sz="1800" b="0" i="1" dirty="0">
                <a:solidFill>
                  <a:srgbClr val="374151"/>
                </a:solidFill>
                <a:effectLst/>
              </a:rPr>
              <a:t>Example:</a:t>
            </a:r>
            <a:r>
              <a:rPr lang="en-GB" sz="1800" b="0" i="0" dirty="0">
                <a:solidFill>
                  <a:srgbClr val="374151"/>
                </a:solidFill>
                <a:effectLst/>
              </a:rPr>
              <a:t> Due to climate change, there are significant impacts on communities.</a:t>
            </a:r>
          </a:p>
        </p:txBody>
      </p:sp>
    </p:spTree>
    <p:extLst>
      <p:ext uri="{BB962C8B-B14F-4D97-AF65-F5344CB8AC3E}">
        <p14:creationId xmlns:p14="http://schemas.microsoft.com/office/powerpoint/2010/main" val="2248264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enguins diving from iceberg">
            <a:extLst>
              <a:ext uri="{FF2B5EF4-FFF2-40B4-BE49-F238E27FC236}">
                <a16:creationId xmlns:a16="http://schemas.microsoft.com/office/drawing/2014/main" id="{C091B841-5739-5DF6-CA4A-6DFE916A4290}"/>
              </a:ext>
            </a:extLst>
          </p:cNvPr>
          <p:cNvPicPr>
            <a:picLocks noChangeAspect="1"/>
          </p:cNvPicPr>
          <p:nvPr/>
        </p:nvPicPr>
        <p:blipFill rotWithShape="1">
          <a:blip r:embed="rId2">
            <a:alphaModFix amt="35000"/>
            <a:extLst>
              <a:ext uri="{28A0092B-C50C-407E-A947-70E740481C1C}">
                <a14:useLocalDpi xmlns:a14="http://schemas.microsoft.com/office/drawing/2010/main" val="0"/>
              </a:ext>
            </a:extLst>
          </a:blip>
          <a:srcRect t="235" b="4426"/>
          <a:stretch/>
        </p:blipFill>
        <p:spPr>
          <a:xfrm>
            <a:off x="20" y="10"/>
            <a:ext cx="12191980" cy="6857990"/>
          </a:xfrm>
          <a:prstGeom prst="rect">
            <a:avLst/>
          </a:prstGeom>
        </p:spPr>
      </p:pic>
      <p:sp>
        <p:nvSpPr>
          <p:cNvPr id="2" name="Title 1">
            <a:extLst>
              <a:ext uri="{FF2B5EF4-FFF2-40B4-BE49-F238E27FC236}">
                <a16:creationId xmlns:a16="http://schemas.microsoft.com/office/drawing/2014/main" id="{01C3E696-9C54-3327-8993-2485BB7D55E8}"/>
              </a:ext>
            </a:extLst>
          </p:cNvPr>
          <p:cNvSpPr>
            <a:spLocks noGrp="1"/>
          </p:cNvSpPr>
          <p:nvPr>
            <p:ph type="title"/>
          </p:nvPr>
        </p:nvSpPr>
        <p:spPr>
          <a:xfrm>
            <a:off x="838200" y="365125"/>
            <a:ext cx="10515600" cy="1325563"/>
          </a:xfrm>
        </p:spPr>
        <p:txBody>
          <a:bodyPr>
            <a:normAutofit/>
          </a:bodyPr>
          <a:lstStyle/>
          <a:p>
            <a:r>
              <a:rPr lang="en-GB">
                <a:solidFill>
                  <a:srgbClr val="FFFFFF"/>
                </a:solidFill>
              </a:rPr>
              <a:t>Conversation questions</a:t>
            </a:r>
            <a:endParaRPr lang="es-ES">
              <a:solidFill>
                <a:srgbClr val="FFFFFF"/>
              </a:solidFill>
            </a:endParaRPr>
          </a:p>
        </p:txBody>
      </p:sp>
      <p:sp>
        <p:nvSpPr>
          <p:cNvPr id="3" name="Content Placeholder 2">
            <a:extLst>
              <a:ext uri="{FF2B5EF4-FFF2-40B4-BE49-F238E27FC236}">
                <a16:creationId xmlns:a16="http://schemas.microsoft.com/office/drawing/2014/main" id="{F73F0341-467F-F08A-3EE8-4B9C53874682}"/>
              </a:ext>
            </a:extLst>
          </p:cNvPr>
          <p:cNvSpPr>
            <a:spLocks noGrp="1"/>
          </p:cNvSpPr>
          <p:nvPr>
            <p:ph idx="1"/>
          </p:nvPr>
        </p:nvSpPr>
        <p:spPr>
          <a:xfrm>
            <a:off x="838200" y="1825625"/>
            <a:ext cx="10515600" cy="4351338"/>
          </a:xfrm>
        </p:spPr>
        <p:txBody>
          <a:bodyPr>
            <a:normAutofit fontScale="92500" lnSpcReduction="10000"/>
          </a:bodyPr>
          <a:lstStyle/>
          <a:p>
            <a:r>
              <a:rPr lang="en-GB" b="0" i="0" dirty="0">
                <a:solidFill>
                  <a:srgbClr val="FFFFFF"/>
                </a:solidFill>
                <a:effectLst/>
              </a:rPr>
              <a:t>Do you think it's important for the media to share accurate information about climate change, given its impact on what people know and how governments decide?</a:t>
            </a:r>
          </a:p>
          <a:p>
            <a:endParaRPr lang="en-GB" b="0" i="0" dirty="0">
              <a:solidFill>
                <a:srgbClr val="FFFFFF"/>
              </a:solidFill>
              <a:effectLst/>
            </a:endParaRPr>
          </a:p>
          <a:p>
            <a:r>
              <a:rPr lang="en-GB" b="0" i="0" dirty="0">
                <a:solidFill>
                  <a:srgbClr val="FFFFFF"/>
                </a:solidFill>
                <a:effectLst/>
              </a:rPr>
              <a:t>How do you think people can tell if the information they read or hear about climate change is trustworthy? Are there certain sources or methods you trust for fact-checking?</a:t>
            </a:r>
          </a:p>
          <a:p>
            <a:endParaRPr lang="en-GB" b="0" i="0" dirty="0">
              <a:solidFill>
                <a:srgbClr val="FFFFFF"/>
              </a:solidFill>
              <a:effectLst/>
            </a:endParaRPr>
          </a:p>
          <a:p>
            <a:r>
              <a:rPr lang="en-GB" b="0" i="0" dirty="0">
                <a:solidFill>
                  <a:srgbClr val="FFFFFF"/>
                </a:solidFill>
                <a:effectLst/>
              </a:rPr>
              <a:t>Have you ever come across false information or untrue claims about climate change? How did you realize it was false, and do you think this kind of misinformation can affect how people view the issue?</a:t>
            </a:r>
            <a:endParaRPr lang="es-ES" dirty="0">
              <a:solidFill>
                <a:srgbClr val="FFFFFF"/>
              </a:solidFill>
            </a:endParaRPr>
          </a:p>
        </p:txBody>
      </p:sp>
    </p:spTree>
    <p:extLst>
      <p:ext uri="{BB962C8B-B14F-4D97-AF65-F5344CB8AC3E}">
        <p14:creationId xmlns:p14="http://schemas.microsoft.com/office/powerpoint/2010/main" val="4204597020"/>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EFE9E-0483-36ED-9F4D-A49C3DEB4C2A}"/>
              </a:ext>
            </a:extLst>
          </p:cNvPr>
          <p:cNvSpPr>
            <a:spLocks noGrp="1"/>
          </p:cNvSpPr>
          <p:nvPr>
            <p:ph type="title"/>
          </p:nvPr>
        </p:nvSpPr>
        <p:spPr/>
        <p:txBody>
          <a:bodyPr/>
          <a:lstStyle/>
          <a:p>
            <a:r>
              <a:rPr lang="en-GB" dirty="0"/>
              <a:t>Delayed feedback</a:t>
            </a:r>
            <a:endParaRPr lang="es-ES" dirty="0"/>
          </a:p>
        </p:txBody>
      </p:sp>
      <p:sp>
        <p:nvSpPr>
          <p:cNvPr id="3" name="Content Placeholder 2">
            <a:extLst>
              <a:ext uri="{FF2B5EF4-FFF2-40B4-BE49-F238E27FC236}">
                <a16:creationId xmlns:a16="http://schemas.microsoft.com/office/drawing/2014/main" id="{41845C5E-5563-B49B-1DD0-0DEEB1EB0B4F}"/>
              </a:ext>
            </a:extLst>
          </p:cNvPr>
          <p:cNvSpPr>
            <a:spLocks noGrp="1"/>
          </p:cNvSpPr>
          <p:nvPr>
            <p:ph idx="1"/>
          </p:nvPr>
        </p:nvSpPr>
        <p:spPr/>
        <p:txBody>
          <a:bodyPr/>
          <a:lstStyle/>
          <a:p>
            <a:endParaRPr lang="es-ES" dirty="0"/>
          </a:p>
        </p:txBody>
      </p:sp>
    </p:spTree>
    <p:extLst>
      <p:ext uri="{BB962C8B-B14F-4D97-AF65-F5344CB8AC3E}">
        <p14:creationId xmlns:p14="http://schemas.microsoft.com/office/powerpoint/2010/main" val="20979536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708</Words>
  <Application>Microsoft Office PowerPoint</Application>
  <PresentationFormat>Widescreen</PresentationFormat>
  <Paragraphs>62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The media and the climate</vt:lpstr>
      <vt:lpstr>Warm up – Read the article</vt:lpstr>
      <vt:lpstr>PowerPoint Presentation</vt:lpstr>
      <vt:lpstr>PowerPoint Presentation</vt:lpstr>
      <vt:lpstr>PowerPoint Presentation</vt:lpstr>
      <vt:lpstr>Summary </vt:lpstr>
      <vt:lpstr>Grammar review points</vt:lpstr>
      <vt:lpstr>Grammar review points</vt:lpstr>
      <vt:lpstr>Conversation questions</vt:lpstr>
      <vt:lpstr>Delayed feedback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media and the climate</dc:title>
  <dc:creator>Theo Clarke</dc:creator>
  <cp:lastModifiedBy>Clarke, Theodore James Dalgliesh</cp:lastModifiedBy>
  <cp:revision>6</cp:revision>
  <dcterms:created xsi:type="dcterms:W3CDTF">2024-01-04T14:46:56Z</dcterms:created>
  <dcterms:modified xsi:type="dcterms:W3CDTF">2024-09-12T13:19:51Z</dcterms:modified>
</cp:coreProperties>
</file>