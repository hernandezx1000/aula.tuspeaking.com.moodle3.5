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1" d="100"/>
          <a:sy n="111" d="100"/>
        </p:scale>
        <p:origin x="558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9/11/2024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9/11/2024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9/11/2024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361310" y="1655775"/>
            <a:ext cx="7469378" cy="23139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361310" y="1655775"/>
            <a:ext cx="7469378" cy="23139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16205" rIns="0" bIns="0" rtlCol="0">
            <a:spAutoFit/>
          </a:bodyPr>
          <a:lstStyle/>
          <a:p>
            <a:pPr marL="15875" marR="5080" algn="ctr">
              <a:lnSpc>
                <a:spcPts val="6480"/>
              </a:lnSpc>
              <a:spcBef>
                <a:spcPts val="915"/>
              </a:spcBef>
            </a:pPr>
            <a:r>
              <a:rPr spc="-250" dirty="0"/>
              <a:t>Remo</a:t>
            </a:r>
            <a:r>
              <a:rPr spc="-200" dirty="0"/>
              <a:t>t</a:t>
            </a:r>
            <a:r>
              <a:rPr spc="-310" dirty="0"/>
              <a:t>e</a:t>
            </a:r>
            <a:r>
              <a:rPr spc="-655" dirty="0"/>
              <a:t> </a:t>
            </a:r>
            <a:r>
              <a:rPr spc="-245" dirty="0"/>
              <a:t>w</a:t>
            </a:r>
            <a:r>
              <a:rPr spc="-320" dirty="0"/>
              <a:t>ork</a:t>
            </a:r>
            <a:r>
              <a:rPr spc="-650" dirty="0"/>
              <a:t> </a:t>
            </a:r>
            <a:r>
              <a:rPr spc="-210" dirty="0"/>
              <a:t>a</a:t>
            </a:r>
            <a:r>
              <a:rPr spc="-240" dirty="0"/>
              <a:t>nd</a:t>
            </a:r>
            <a:r>
              <a:rPr spc="-650" dirty="0"/>
              <a:t> </a:t>
            </a:r>
            <a:r>
              <a:rPr spc="-350" dirty="0"/>
              <a:t>virtual  </a:t>
            </a:r>
            <a:r>
              <a:rPr spc="-585" dirty="0"/>
              <a:t>t</a:t>
            </a:r>
            <a:r>
              <a:rPr spc="-105" dirty="0"/>
              <a:t>eam</a:t>
            </a:r>
            <a:r>
              <a:rPr spc="-65" dirty="0"/>
              <a:t>s</a:t>
            </a:r>
            <a:r>
              <a:rPr spc="-655" dirty="0"/>
              <a:t> </a:t>
            </a:r>
            <a:r>
              <a:rPr spc="-10" dirty="0"/>
              <a:t>2</a:t>
            </a:r>
          </a:p>
          <a:p>
            <a:pPr marL="3810" algn="ctr">
              <a:lnSpc>
                <a:spcPct val="100000"/>
              </a:lnSpc>
              <a:spcBef>
                <a:spcPts val="1360"/>
              </a:spcBef>
            </a:pPr>
            <a:r>
              <a:rPr sz="2400" spc="70" dirty="0"/>
              <a:t>Business</a:t>
            </a:r>
            <a:r>
              <a:rPr sz="2400" spc="-250" dirty="0"/>
              <a:t> </a:t>
            </a:r>
            <a:r>
              <a:rPr sz="2400" spc="-5" dirty="0"/>
              <a:t>Englis</a:t>
            </a:r>
            <a:r>
              <a:rPr sz="2400" spc="5" dirty="0"/>
              <a:t>h</a:t>
            </a:r>
            <a:r>
              <a:rPr sz="2400" spc="-229" dirty="0"/>
              <a:t> </a:t>
            </a:r>
            <a:r>
              <a:rPr lang="en-GB" sz="2400" spc="55"/>
              <a:t>B1</a:t>
            </a:r>
            <a:endParaRPr sz="240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09885" y="646128"/>
            <a:ext cx="1476375" cy="27617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64260" y="5981191"/>
            <a:ext cx="34296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solidFill>
                  <a:srgbClr val="888888"/>
                </a:solidFill>
                <a:latin typeface="Calibri"/>
                <a:cs typeface="Calibri"/>
              </a:rPr>
              <a:t>TuSpeaking </a:t>
            </a:r>
            <a:r>
              <a:rPr sz="1800" dirty="0">
                <a:solidFill>
                  <a:srgbClr val="888888"/>
                </a:solidFill>
                <a:latin typeface="Calibri"/>
                <a:cs typeface="Calibri"/>
              </a:rPr>
              <a:t>2024,</a:t>
            </a:r>
            <a:r>
              <a:rPr sz="1800" spc="39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888888"/>
                </a:solidFill>
                <a:latin typeface="Calibri"/>
                <a:cs typeface="Calibri"/>
              </a:rPr>
              <a:t>All</a:t>
            </a:r>
            <a:r>
              <a:rPr sz="1800" spc="-1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888888"/>
                </a:solidFill>
                <a:latin typeface="Calibri"/>
                <a:cs typeface="Calibri"/>
              </a:rPr>
              <a:t>rights</a:t>
            </a:r>
            <a:r>
              <a:rPr sz="1800" spc="-1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888888"/>
                </a:solidFill>
                <a:latin typeface="Calibri"/>
                <a:cs typeface="Calibri"/>
              </a:rPr>
              <a:t>reserved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5305" y="0"/>
            <a:ext cx="4118102" cy="3401567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-4762" y="0"/>
            <a:ext cx="12197080" cy="6867525"/>
            <a:chOff x="-4762" y="0"/>
            <a:chExt cx="12197080" cy="686752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30081" y="3456432"/>
              <a:ext cx="3661918" cy="340156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68391" y="3456432"/>
              <a:ext cx="4064508" cy="340156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40325" y="0"/>
              <a:ext cx="884047" cy="685799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0" y="0"/>
              <a:ext cx="5933440" cy="6858000"/>
            </a:xfrm>
            <a:custGeom>
              <a:avLst/>
              <a:gdLst/>
              <a:ahLst/>
              <a:cxnLst/>
              <a:rect l="l" t="t" r="r" b="b"/>
              <a:pathLst>
                <a:path w="5933440" h="6858000">
                  <a:moveTo>
                    <a:pt x="5140325" y="0"/>
                  </a:moveTo>
                  <a:lnTo>
                    <a:pt x="0" y="0"/>
                  </a:lnTo>
                  <a:lnTo>
                    <a:pt x="0" y="6857999"/>
                  </a:lnTo>
                  <a:lnTo>
                    <a:pt x="5190363" y="6857999"/>
                  </a:lnTo>
                  <a:lnTo>
                    <a:pt x="5262372" y="6709003"/>
                  </a:lnTo>
                  <a:lnTo>
                    <a:pt x="5281496" y="6666969"/>
                  </a:lnTo>
                  <a:lnTo>
                    <a:pt x="5300376" y="6624677"/>
                  </a:lnTo>
                  <a:lnTo>
                    <a:pt x="5319011" y="6582127"/>
                  </a:lnTo>
                  <a:lnTo>
                    <a:pt x="5337398" y="6539324"/>
                  </a:lnTo>
                  <a:lnTo>
                    <a:pt x="5355537" y="6496268"/>
                  </a:lnTo>
                  <a:lnTo>
                    <a:pt x="5373425" y="6452962"/>
                  </a:lnTo>
                  <a:lnTo>
                    <a:pt x="5391062" y="6409408"/>
                  </a:lnTo>
                  <a:lnTo>
                    <a:pt x="5408446" y="6365608"/>
                  </a:lnTo>
                  <a:lnTo>
                    <a:pt x="5425575" y="6321565"/>
                  </a:lnTo>
                  <a:lnTo>
                    <a:pt x="5442448" y="6277281"/>
                  </a:lnTo>
                  <a:lnTo>
                    <a:pt x="5459063" y="6232757"/>
                  </a:lnTo>
                  <a:lnTo>
                    <a:pt x="5475419" y="6187996"/>
                  </a:lnTo>
                  <a:lnTo>
                    <a:pt x="5491515" y="6143001"/>
                  </a:lnTo>
                  <a:lnTo>
                    <a:pt x="5507348" y="6097773"/>
                  </a:lnTo>
                  <a:lnTo>
                    <a:pt x="5522918" y="6052315"/>
                  </a:lnTo>
                  <a:lnTo>
                    <a:pt x="5538223" y="6006628"/>
                  </a:lnTo>
                  <a:lnTo>
                    <a:pt x="5553262" y="5960715"/>
                  </a:lnTo>
                  <a:lnTo>
                    <a:pt x="5568033" y="5914578"/>
                  </a:lnTo>
                  <a:lnTo>
                    <a:pt x="5582534" y="5868220"/>
                  </a:lnTo>
                  <a:lnTo>
                    <a:pt x="5596764" y="5821642"/>
                  </a:lnTo>
                  <a:lnTo>
                    <a:pt x="5610722" y="5774847"/>
                  </a:lnTo>
                  <a:lnTo>
                    <a:pt x="5624406" y="5727837"/>
                  </a:lnTo>
                  <a:lnTo>
                    <a:pt x="5637815" y="5680614"/>
                  </a:lnTo>
                  <a:lnTo>
                    <a:pt x="5650947" y="5633180"/>
                  </a:lnTo>
                  <a:lnTo>
                    <a:pt x="5663800" y="5585537"/>
                  </a:lnTo>
                  <a:lnTo>
                    <a:pt x="5676374" y="5537688"/>
                  </a:lnTo>
                  <a:lnTo>
                    <a:pt x="5688667" y="5489635"/>
                  </a:lnTo>
                  <a:lnTo>
                    <a:pt x="5700677" y="5441379"/>
                  </a:lnTo>
                  <a:lnTo>
                    <a:pt x="5712402" y="5392924"/>
                  </a:lnTo>
                  <a:lnTo>
                    <a:pt x="5723842" y="5344272"/>
                  </a:lnTo>
                  <a:lnTo>
                    <a:pt x="5734995" y="5295423"/>
                  </a:lnTo>
                  <a:lnTo>
                    <a:pt x="5745859" y="5246382"/>
                  </a:lnTo>
                  <a:lnTo>
                    <a:pt x="5756433" y="5197149"/>
                  </a:lnTo>
                  <a:lnTo>
                    <a:pt x="5766716" y="5147727"/>
                  </a:lnTo>
                  <a:lnTo>
                    <a:pt x="5776705" y="5098119"/>
                  </a:lnTo>
                  <a:lnTo>
                    <a:pt x="5786400" y="5048326"/>
                  </a:lnTo>
                  <a:lnTo>
                    <a:pt x="5795798" y="4998351"/>
                  </a:lnTo>
                  <a:lnTo>
                    <a:pt x="5804899" y="4948195"/>
                  </a:lnTo>
                  <a:lnTo>
                    <a:pt x="5813702" y="4897862"/>
                  </a:lnTo>
                  <a:lnTo>
                    <a:pt x="5822203" y="4847352"/>
                  </a:lnTo>
                  <a:lnTo>
                    <a:pt x="5830403" y="4796669"/>
                  </a:lnTo>
                  <a:lnTo>
                    <a:pt x="5838299" y="4745815"/>
                  </a:lnTo>
                  <a:lnTo>
                    <a:pt x="5845891" y="4694791"/>
                  </a:lnTo>
                  <a:lnTo>
                    <a:pt x="5853176" y="4643600"/>
                  </a:lnTo>
                  <a:lnTo>
                    <a:pt x="5860153" y="4592244"/>
                  </a:lnTo>
                  <a:lnTo>
                    <a:pt x="5866820" y="4540726"/>
                  </a:lnTo>
                  <a:lnTo>
                    <a:pt x="5873177" y="4489047"/>
                  </a:lnTo>
                  <a:lnTo>
                    <a:pt x="5879222" y="4437209"/>
                  </a:lnTo>
                  <a:lnTo>
                    <a:pt x="5884952" y="4385216"/>
                  </a:lnTo>
                  <a:lnTo>
                    <a:pt x="5890368" y="4333068"/>
                  </a:lnTo>
                  <a:lnTo>
                    <a:pt x="5895467" y="4280769"/>
                  </a:lnTo>
                  <a:lnTo>
                    <a:pt x="5900247" y="4228320"/>
                  </a:lnTo>
                  <a:lnTo>
                    <a:pt x="5904708" y="4175723"/>
                  </a:lnTo>
                  <a:lnTo>
                    <a:pt x="5908847" y="4122982"/>
                  </a:lnTo>
                  <a:lnTo>
                    <a:pt x="5912664" y="4070097"/>
                  </a:lnTo>
                  <a:lnTo>
                    <a:pt x="5916157" y="4017071"/>
                  </a:lnTo>
                  <a:lnTo>
                    <a:pt x="5919324" y="3963907"/>
                  </a:lnTo>
                  <a:lnTo>
                    <a:pt x="5922164" y="3910606"/>
                  </a:lnTo>
                  <a:lnTo>
                    <a:pt x="5924676" y="3857171"/>
                  </a:lnTo>
                  <a:lnTo>
                    <a:pt x="5926857" y="3803603"/>
                  </a:lnTo>
                  <a:lnTo>
                    <a:pt x="5928707" y="3749906"/>
                  </a:lnTo>
                  <a:lnTo>
                    <a:pt x="5930224" y="3696081"/>
                  </a:lnTo>
                  <a:lnTo>
                    <a:pt x="5931406" y="3642130"/>
                  </a:lnTo>
                  <a:lnTo>
                    <a:pt x="5932253" y="3588055"/>
                  </a:lnTo>
                  <a:lnTo>
                    <a:pt x="5932762" y="3533860"/>
                  </a:lnTo>
                  <a:lnTo>
                    <a:pt x="5932932" y="3479546"/>
                  </a:lnTo>
                  <a:lnTo>
                    <a:pt x="5932759" y="3424843"/>
                  </a:lnTo>
                  <a:lnTo>
                    <a:pt x="5932243" y="3370262"/>
                  </a:lnTo>
                  <a:lnTo>
                    <a:pt x="5931385" y="3315804"/>
                  </a:lnTo>
                  <a:lnTo>
                    <a:pt x="5930186" y="3261472"/>
                  </a:lnTo>
                  <a:lnTo>
                    <a:pt x="5928647" y="3207267"/>
                  </a:lnTo>
                  <a:lnTo>
                    <a:pt x="5926771" y="3153192"/>
                  </a:lnTo>
                  <a:lnTo>
                    <a:pt x="5924559" y="3099249"/>
                  </a:lnTo>
                  <a:lnTo>
                    <a:pt x="5922012" y="3045441"/>
                  </a:lnTo>
                  <a:lnTo>
                    <a:pt x="5919133" y="2991769"/>
                  </a:lnTo>
                  <a:lnTo>
                    <a:pt x="5915921" y="2938236"/>
                  </a:lnTo>
                  <a:lnTo>
                    <a:pt x="5912379" y="2884844"/>
                  </a:lnTo>
                  <a:lnTo>
                    <a:pt x="5908509" y="2831596"/>
                  </a:lnTo>
                  <a:lnTo>
                    <a:pt x="5904311" y="2778492"/>
                  </a:lnTo>
                  <a:lnTo>
                    <a:pt x="5899788" y="2725537"/>
                  </a:lnTo>
                  <a:lnTo>
                    <a:pt x="5894941" y="2672731"/>
                  </a:lnTo>
                  <a:lnTo>
                    <a:pt x="5889771" y="2620078"/>
                  </a:lnTo>
                  <a:lnTo>
                    <a:pt x="5884281" y="2567579"/>
                  </a:lnTo>
                  <a:lnTo>
                    <a:pt x="5878470" y="2515237"/>
                  </a:lnTo>
                  <a:lnTo>
                    <a:pt x="5872342" y="2463053"/>
                  </a:lnTo>
                  <a:lnTo>
                    <a:pt x="5865897" y="2411031"/>
                  </a:lnTo>
                  <a:lnTo>
                    <a:pt x="5859137" y="2359171"/>
                  </a:lnTo>
                  <a:lnTo>
                    <a:pt x="5852063" y="2307478"/>
                  </a:lnTo>
                  <a:lnTo>
                    <a:pt x="5844678" y="2255952"/>
                  </a:lnTo>
                  <a:lnTo>
                    <a:pt x="5836982" y="2204595"/>
                  </a:lnTo>
                  <a:lnTo>
                    <a:pt x="5828977" y="2153412"/>
                  </a:lnTo>
                  <a:lnTo>
                    <a:pt x="5820665" y="2102402"/>
                  </a:lnTo>
                  <a:lnTo>
                    <a:pt x="5812046" y="2051569"/>
                  </a:lnTo>
                  <a:lnTo>
                    <a:pt x="5803124" y="2000915"/>
                  </a:lnTo>
                  <a:lnTo>
                    <a:pt x="5793898" y="1950442"/>
                  </a:lnTo>
                  <a:lnTo>
                    <a:pt x="5784371" y="1900152"/>
                  </a:lnTo>
                  <a:lnTo>
                    <a:pt x="5774544" y="1850047"/>
                  </a:lnTo>
                  <a:lnTo>
                    <a:pt x="5764419" y="1800131"/>
                  </a:lnTo>
                  <a:lnTo>
                    <a:pt x="5753996" y="1750404"/>
                  </a:lnTo>
                  <a:lnTo>
                    <a:pt x="5743279" y="1700870"/>
                  </a:lnTo>
                  <a:lnTo>
                    <a:pt x="5732267" y="1651529"/>
                  </a:lnTo>
                  <a:lnTo>
                    <a:pt x="5720963" y="1602386"/>
                  </a:lnTo>
                  <a:lnTo>
                    <a:pt x="5709369" y="1553441"/>
                  </a:lnTo>
                  <a:lnTo>
                    <a:pt x="5697485" y="1504698"/>
                  </a:lnTo>
                  <a:lnTo>
                    <a:pt x="5685313" y="1456157"/>
                  </a:lnTo>
                  <a:lnTo>
                    <a:pt x="5672855" y="1407822"/>
                  </a:lnTo>
                  <a:lnTo>
                    <a:pt x="5660112" y="1359695"/>
                  </a:lnTo>
                  <a:lnTo>
                    <a:pt x="5647086" y="1311778"/>
                  </a:lnTo>
                  <a:lnTo>
                    <a:pt x="5633778" y="1264073"/>
                  </a:lnTo>
                  <a:lnTo>
                    <a:pt x="5620190" y="1216582"/>
                  </a:lnTo>
                  <a:lnTo>
                    <a:pt x="5606323" y="1169308"/>
                  </a:lnTo>
                  <a:lnTo>
                    <a:pt x="5592179" y="1122253"/>
                  </a:lnTo>
                  <a:lnTo>
                    <a:pt x="5577759" y="1075419"/>
                  </a:lnTo>
                  <a:lnTo>
                    <a:pt x="5563065" y="1028808"/>
                  </a:lnTo>
                  <a:lnTo>
                    <a:pt x="5548098" y="982422"/>
                  </a:lnTo>
                  <a:lnTo>
                    <a:pt x="5532860" y="936265"/>
                  </a:lnTo>
                  <a:lnTo>
                    <a:pt x="5517352" y="890337"/>
                  </a:lnTo>
                  <a:lnTo>
                    <a:pt x="5501577" y="844641"/>
                  </a:lnTo>
                  <a:lnTo>
                    <a:pt x="5485534" y="799180"/>
                  </a:lnTo>
                  <a:lnTo>
                    <a:pt x="5469227" y="753956"/>
                  </a:lnTo>
                  <a:lnTo>
                    <a:pt x="5452656" y="708970"/>
                  </a:lnTo>
                  <a:lnTo>
                    <a:pt x="5435822" y="664225"/>
                  </a:lnTo>
                  <a:lnTo>
                    <a:pt x="5418728" y="619724"/>
                  </a:lnTo>
                  <a:lnTo>
                    <a:pt x="5401375" y="575468"/>
                  </a:lnTo>
                  <a:lnTo>
                    <a:pt x="5383765" y="531460"/>
                  </a:lnTo>
                  <a:lnTo>
                    <a:pt x="5365898" y="487702"/>
                  </a:lnTo>
                  <a:lnTo>
                    <a:pt x="5347777" y="444196"/>
                  </a:lnTo>
                  <a:lnTo>
                    <a:pt x="5329403" y="400944"/>
                  </a:lnTo>
                  <a:lnTo>
                    <a:pt x="5310777" y="357949"/>
                  </a:lnTo>
                  <a:lnTo>
                    <a:pt x="5291901" y="315213"/>
                  </a:lnTo>
                  <a:lnTo>
                    <a:pt x="5272777" y="272738"/>
                  </a:lnTo>
                  <a:lnTo>
                    <a:pt x="5253406" y="230526"/>
                  </a:lnTo>
                  <a:lnTo>
                    <a:pt x="5233789" y="188580"/>
                  </a:lnTo>
                  <a:lnTo>
                    <a:pt x="5213928" y="146902"/>
                  </a:lnTo>
                  <a:lnTo>
                    <a:pt x="5193825" y="105493"/>
                  </a:lnTo>
                  <a:lnTo>
                    <a:pt x="5173481" y="64357"/>
                  </a:lnTo>
                  <a:lnTo>
                    <a:pt x="5152898" y="23495"/>
                  </a:lnTo>
                  <a:lnTo>
                    <a:pt x="51403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0"/>
              <a:ext cx="5933440" cy="6858000"/>
            </a:xfrm>
            <a:custGeom>
              <a:avLst/>
              <a:gdLst/>
              <a:ahLst/>
              <a:cxnLst/>
              <a:rect l="l" t="t" r="r" b="b"/>
              <a:pathLst>
                <a:path w="5933440" h="6858000">
                  <a:moveTo>
                    <a:pt x="0" y="0"/>
                  </a:moveTo>
                  <a:lnTo>
                    <a:pt x="5140325" y="0"/>
                  </a:lnTo>
                  <a:lnTo>
                    <a:pt x="5152898" y="23495"/>
                  </a:lnTo>
                  <a:lnTo>
                    <a:pt x="5173481" y="64357"/>
                  </a:lnTo>
                  <a:lnTo>
                    <a:pt x="5193825" y="105493"/>
                  </a:lnTo>
                  <a:lnTo>
                    <a:pt x="5213928" y="146902"/>
                  </a:lnTo>
                  <a:lnTo>
                    <a:pt x="5233789" y="188580"/>
                  </a:lnTo>
                  <a:lnTo>
                    <a:pt x="5253406" y="230526"/>
                  </a:lnTo>
                  <a:lnTo>
                    <a:pt x="5272777" y="272738"/>
                  </a:lnTo>
                  <a:lnTo>
                    <a:pt x="5291901" y="315213"/>
                  </a:lnTo>
                  <a:lnTo>
                    <a:pt x="5310777" y="357949"/>
                  </a:lnTo>
                  <a:lnTo>
                    <a:pt x="5329403" y="400944"/>
                  </a:lnTo>
                  <a:lnTo>
                    <a:pt x="5347777" y="444196"/>
                  </a:lnTo>
                  <a:lnTo>
                    <a:pt x="5365898" y="487702"/>
                  </a:lnTo>
                  <a:lnTo>
                    <a:pt x="5383765" y="531460"/>
                  </a:lnTo>
                  <a:lnTo>
                    <a:pt x="5401375" y="575468"/>
                  </a:lnTo>
                  <a:lnTo>
                    <a:pt x="5418728" y="619724"/>
                  </a:lnTo>
                  <a:lnTo>
                    <a:pt x="5435822" y="664225"/>
                  </a:lnTo>
                  <a:lnTo>
                    <a:pt x="5452656" y="708970"/>
                  </a:lnTo>
                  <a:lnTo>
                    <a:pt x="5469227" y="753956"/>
                  </a:lnTo>
                  <a:lnTo>
                    <a:pt x="5485534" y="799180"/>
                  </a:lnTo>
                  <a:lnTo>
                    <a:pt x="5501577" y="844641"/>
                  </a:lnTo>
                  <a:lnTo>
                    <a:pt x="5517352" y="890337"/>
                  </a:lnTo>
                  <a:lnTo>
                    <a:pt x="5532860" y="936265"/>
                  </a:lnTo>
                  <a:lnTo>
                    <a:pt x="5548098" y="982422"/>
                  </a:lnTo>
                  <a:lnTo>
                    <a:pt x="5563065" y="1028808"/>
                  </a:lnTo>
                  <a:lnTo>
                    <a:pt x="5577759" y="1075419"/>
                  </a:lnTo>
                  <a:lnTo>
                    <a:pt x="5592179" y="1122253"/>
                  </a:lnTo>
                  <a:lnTo>
                    <a:pt x="5606323" y="1169308"/>
                  </a:lnTo>
                  <a:lnTo>
                    <a:pt x="5620190" y="1216582"/>
                  </a:lnTo>
                  <a:lnTo>
                    <a:pt x="5633778" y="1264073"/>
                  </a:lnTo>
                  <a:lnTo>
                    <a:pt x="5647086" y="1311778"/>
                  </a:lnTo>
                  <a:lnTo>
                    <a:pt x="5660112" y="1359695"/>
                  </a:lnTo>
                  <a:lnTo>
                    <a:pt x="5672855" y="1407822"/>
                  </a:lnTo>
                  <a:lnTo>
                    <a:pt x="5685313" y="1456157"/>
                  </a:lnTo>
                  <a:lnTo>
                    <a:pt x="5697485" y="1504698"/>
                  </a:lnTo>
                  <a:lnTo>
                    <a:pt x="5709369" y="1553441"/>
                  </a:lnTo>
                  <a:lnTo>
                    <a:pt x="5720963" y="1602386"/>
                  </a:lnTo>
                  <a:lnTo>
                    <a:pt x="5732267" y="1651529"/>
                  </a:lnTo>
                  <a:lnTo>
                    <a:pt x="5743279" y="1700870"/>
                  </a:lnTo>
                  <a:lnTo>
                    <a:pt x="5753996" y="1750404"/>
                  </a:lnTo>
                  <a:lnTo>
                    <a:pt x="5764419" y="1800131"/>
                  </a:lnTo>
                  <a:lnTo>
                    <a:pt x="5774544" y="1850047"/>
                  </a:lnTo>
                  <a:lnTo>
                    <a:pt x="5784371" y="1900152"/>
                  </a:lnTo>
                  <a:lnTo>
                    <a:pt x="5793898" y="1950442"/>
                  </a:lnTo>
                  <a:lnTo>
                    <a:pt x="5803124" y="2000915"/>
                  </a:lnTo>
                  <a:lnTo>
                    <a:pt x="5812046" y="2051569"/>
                  </a:lnTo>
                  <a:lnTo>
                    <a:pt x="5820665" y="2102402"/>
                  </a:lnTo>
                  <a:lnTo>
                    <a:pt x="5828977" y="2153412"/>
                  </a:lnTo>
                  <a:lnTo>
                    <a:pt x="5836982" y="2204595"/>
                  </a:lnTo>
                  <a:lnTo>
                    <a:pt x="5844678" y="2255952"/>
                  </a:lnTo>
                  <a:lnTo>
                    <a:pt x="5852063" y="2307478"/>
                  </a:lnTo>
                  <a:lnTo>
                    <a:pt x="5859137" y="2359171"/>
                  </a:lnTo>
                  <a:lnTo>
                    <a:pt x="5865897" y="2411031"/>
                  </a:lnTo>
                  <a:lnTo>
                    <a:pt x="5872342" y="2463053"/>
                  </a:lnTo>
                  <a:lnTo>
                    <a:pt x="5878470" y="2515237"/>
                  </a:lnTo>
                  <a:lnTo>
                    <a:pt x="5884281" y="2567579"/>
                  </a:lnTo>
                  <a:lnTo>
                    <a:pt x="5889771" y="2620078"/>
                  </a:lnTo>
                  <a:lnTo>
                    <a:pt x="5894941" y="2672731"/>
                  </a:lnTo>
                  <a:lnTo>
                    <a:pt x="5899788" y="2725537"/>
                  </a:lnTo>
                  <a:lnTo>
                    <a:pt x="5904311" y="2778492"/>
                  </a:lnTo>
                  <a:lnTo>
                    <a:pt x="5908509" y="2831596"/>
                  </a:lnTo>
                  <a:lnTo>
                    <a:pt x="5912379" y="2884844"/>
                  </a:lnTo>
                  <a:lnTo>
                    <a:pt x="5915921" y="2938236"/>
                  </a:lnTo>
                  <a:lnTo>
                    <a:pt x="5919133" y="2991769"/>
                  </a:lnTo>
                  <a:lnTo>
                    <a:pt x="5922012" y="3045441"/>
                  </a:lnTo>
                  <a:lnTo>
                    <a:pt x="5924559" y="3099249"/>
                  </a:lnTo>
                  <a:lnTo>
                    <a:pt x="5926771" y="3153192"/>
                  </a:lnTo>
                  <a:lnTo>
                    <a:pt x="5928647" y="3207267"/>
                  </a:lnTo>
                  <a:lnTo>
                    <a:pt x="5930186" y="3261472"/>
                  </a:lnTo>
                  <a:lnTo>
                    <a:pt x="5931385" y="3315804"/>
                  </a:lnTo>
                  <a:lnTo>
                    <a:pt x="5932243" y="3370262"/>
                  </a:lnTo>
                  <a:lnTo>
                    <a:pt x="5932759" y="3424843"/>
                  </a:lnTo>
                  <a:lnTo>
                    <a:pt x="5932932" y="3479546"/>
                  </a:lnTo>
                  <a:lnTo>
                    <a:pt x="5932762" y="3533860"/>
                  </a:lnTo>
                  <a:lnTo>
                    <a:pt x="5932253" y="3588055"/>
                  </a:lnTo>
                  <a:lnTo>
                    <a:pt x="5931406" y="3642130"/>
                  </a:lnTo>
                  <a:lnTo>
                    <a:pt x="5930224" y="3696081"/>
                  </a:lnTo>
                  <a:lnTo>
                    <a:pt x="5928707" y="3749906"/>
                  </a:lnTo>
                  <a:lnTo>
                    <a:pt x="5926857" y="3803603"/>
                  </a:lnTo>
                  <a:lnTo>
                    <a:pt x="5924676" y="3857171"/>
                  </a:lnTo>
                  <a:lnTo>
                    <a:pt x="5922164" y="3910606"/>
                  </a:lnTo>
                  <a:lnTo>
                    <a:pt x="5919324" y="3963907"/>
                  </a:lnTo>
                  <a:lnTo>
                    <a:pt x="5916157" y="4017071"/>
                  </a:lnTo>
                  <a:lnTo>
                    <a:pt x="5912664" y="4070097"/>
                  </a:lnTo>
                  <a:lnTo>
                    <a:pt x="5908847" y="4122982"/>
                  </a:lnTo>
                  <a:lnTo>
                    <a:pt x="5904708" y="4175723"/>
                  </a:lnTo>
                  <a:lnTo>
                    <a:pt x="5900247" y="4228320"/>
                  </a:lnTo>
                  <a:lnTo>
                    <a:pt x="5895467" y="4280769"/>
                  </a:lnTo>
                  <a:lnTo>
                    <a:pt x="5890368" y="4333068"/>
                  </a:lnTo>
                  <a:lnTo>
                    <a:pt x="5884952" y="4385216"/>
                  </a:lnTo>
                  <a:lnTo>
                    <a:pt x="5879222" y="4437209"/>
                  </a:lnTo>
                  <a:lnTo>
                    <a:pt x="5873177" y="4489047"/>
                  </a:lnTo>
                  <a:lnTo>
                    <a:pt x="5866820" y="4540726"/>
                  </a:lnTo>
                  <a:lnTo>
                    <a:pt x="5860153" y="4592244"/>
                  </a:lnTo>
                  <a:lnTo>
                    <a:pt x="5853176" y="4643600"/>
                  </a:lnTo>
                  <a:lnTo>
                    <a:pt x="5845891" y="4694791"/>
                  </a:lnTo>
                  <a:lnTo>
                    <a:pt x="5838299" y="4745815"/>
                  </a:lnTo>
                  <a:lnTo>
                    <a:pt x="5830403" y="4796669"/>
                  </a:lnTo>
                  <a:lnTo>
                    <a:pt x="5822203" y="4847352"/>
                  </a:lnTo>
                  <a:lnTo>
                    <a:pt x="5813702" y="4897862"/>
                  </a:lnTo>
                  <a:lnTo>
                    <a:pt x="5804899" y="4948195"/>
                  </a:lnTo>
                  <a:lnTo>
                    <a:pt x="5795798" y="4998351"/>
                  </a:lnTo>
                  <a:lnTo>
                    <a:pt x="5786400" y="5048326"/>
                  </a:lnTo>
                  <a:lnTo>
                    <a:pt x="5776705" y="5098119"/>
                  </a:lnTo>
                  <a:lnTo>
                    <a:pt x="5766716" y="5147727"/>
                  </a:lnTo>
                  <a:lnTo>
                    <a:pt x="5756433" y="5197149"/>
                  </a:lnTo>
                  <a:lnTo>
                    <a:pt x="5745859" y="5246382"/>
                  </a:lnTo>
                  <a:lnTo>
                    <a:pt x="5734995" y="5295423"/>
                  </a:lnTo>
                  <a:lnTo>
                    <a:pt x="5723842" y="5344272"/>
                  </a:lnTo>
                  <a:lnTo>
                    <a:pt x="5712402" y="5392924"/>
                  </a:lnTo>
                  <a:lnTo>
                    <a:pt x="5700677" y="5441379"/>
                  </a:lnTo>
                  <a:lnTo>
                    <a:pt x="5688667" y="5489635"/>
                  </a:lnTo>
                  <a:lnTo>
                    <a:pt x="5676374" y="5537688"/>
                  </a:lnTo>
                  <a:lnTo>
                    <a:pt x="5663800" y="5585537"/>
                  </a:lnTo>
                  <a:lnTo>
                    <a:pt x="5650947" y="5633180"/>
                  </a:lnTo>
                  <a:lnTo>
                    <a:pt x="5637815" y="5680614"/>
                  </a:lnTo>
                  <a:lnTo>
                    <a:pt x="5624406" y="5727837"/>
                  </a:lnTo>
                  <a:lnTo>
                    <a:pt x="5610722" y="5774847"/>
                  </a:lnTo>
                  <a:lnTo>
                    <a:pt x="5596764" y="5821642"/>
                  </a:lnTo>
                  <a:lnTo>
                    <a:pt x="5582534" y="5868220"/>
                  </a:lnTo>
                  <a:lnTo>
                    <a:pt x="5568033" y="5914578"/>
                  </a:lnTo>
                  <a:lnTo>
                    <a:pt x="5553262" y="5960715"/>
                  </a:lnTo>
                  <a:lnTo>
                    <a:pt x="5538223" y="6006628"/>
                  </a:lnTo>
                  <a:lnTo>
                    <a:pt x="5522918" y="6052315"/>
                  </a:lnTo>
                  <a:lnTo>
                    <a:pt x="5507348" y="6097773"/>
                  </a:lnTo>
                  <a:lnTo>
                    <a:pt x="5491515" y="6143001"/>
                  </a:lnTo>
                  <a:lnTo>
                    <a:pt x="5475419" y="6187996"/>
                  </a:lnTo>
                  <a:lnTo>
                    <a:pt x="5459063" y="6232757"/>
                  </a:lnTo>
                  <a:lnTo>
                    <a:pt x="5442448" y="6277281"/>
                  </a:lnTo>
                  <a:lnTo>
                    <a:pt x="5425575" y="6321565"/>
                  </a:lnTo>
                  <a:lnTo>
                    <a:pt x="5408446" y="6365608"/>
                  </a:lnTo>
                  <a:lnTo>
                    <a:pt x="5391062" y="6409408"/>
                  </a:lnTo>
                  <a:lnTo>
                    <a:pt x="5373425" y="6452962"/>
                  </a:lnTo>
                  <a:lnTo>
                    <a:pt x="5355537" y="6496268"/>
                  </a:lnTo>
                  <a:lnTo>
                    <a:pt x="5337398" y="6539324"/>
                  </a:lnTo>
                  <a:lnTo>
                    <a:pt x="5319011" y="6582127"/>
                  </a:lnTo>
                  <a:lnTo>
                    <a:pt x="5300376" y="6624677"/>
                  </a:lnTo>
                  <a:lnTo>
                    <a:pt x="5281496" y="6666969"/>
                  </a:lnTo>
                  <a:lnTo>
                    <a:pt x="5262372" y="6709003"/>
                  </a:lnTo>
                  <a:lnTo>
                    <a:pt x="5190363" y="6857999"/>
                  </a:lnTo>
                  <a:lnTo>
                    <a:pt x="0" y="6857999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EEEE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0"/>
              <a:ext cx="5922645" cy="6858000"/>
            </a:xfrm>
            <a:custGeom>
              <a:avLst/>
              <a:gdLst/>
              <a:ahLst/>
              <a:cxnLst/>
              <a:rect l="l" t="t" r="r" b="b"/>
              <a:pathLst>
                <a:path w="5922645" h="6858000">
                  <a:moveTo>
                    <a:pt x="5129784" y="0"/>
                  </a:moveTo>
                  <a:lnTo>
                    <a:pt x="0" y="0"/>
                  </a:lnTo>
                  <a:lnTo>
                    <a:pt x="0" y="6857999"/>
                  </a:lnTo>
                  <a:lnTo>
                    <a:pt x="5179695" y="6857999"/>
                  </a:lnTo>
                  <a:lnTo>
                    <a:pt x="5251831" y="6709003"/>
                  </a:lnTo>
                  <a:lnTo>
                    <a:pt x="5270950" y="6666969"/>
                  </a:lnTo>
                  <a:lnTo>
                    <a:pt x="5289825" y="6624677"/>
                  </a:lnTo>
                  <a:lnTo>
                    <a:pt x="5308454" y="6582127"/>
                  </a:lnTo>
                  <a:lnTo>
                    <a:pt x="5326837" y="6539324"/>
                  </a:lnTo>
                  <a:lnTo>
                    <a:pt x="5344971" y="6496268"/>
                  </a:lnTo>
                  <a:lnTo>
                    <a:pt x="5362856" y="6452962"/>
                  </a:lnTo>
                  <a:lnTo>
                    <a:pt x="5380489" y="6409408"/>
                  </a:lnTo>
                  <a:lnTo>
                    <a:pt x="5397869" y="6365608"/>
                  </a:lnTo>
                  <a:lnTo>
                    <a:pt x="5414995" y="6321565"/>
                  </a:lnTo>
                  <a:lnTo>
                    <a:pt x="5431865" y="6277281"/>
                  </a:lnTo>
                  <a:lnTo>
                    <a:pt x="5448478" y="6232757"/>
                  </a:lnTo>
                  <a:lnTo>
                    <a:pt x="5464832" y="6187996"/>
                  </a:lnTo>
                  <a:lnTo>
                    <a:pt x="5480925" y="6143001"/>
                  </a:lnTo>
                  <a:lnTo>
                    <a:pt x="5496757" y="6097773"/>
                  </a:lnTo>
                  <a:lnTo>
                    <a:pt x="5512325" y="6052315"/>
                  </a:lnTo>
                  <a:lnTo>
                    <a:pt x="5527629" y="6006628"/>
                  </a:lnTo>
                  <a:lnTo>
                    <a:pt x="5542667" y="5960715"/>
                  </a:lnTo>
                  <a:lnTo>
                    <a:pt x="5557437" y="5914578"/>
                  </a:lnTo>
                  <a:lnTo>
                    <a:pt x="5571937" y="5868220"/>
                  </a:lnTo>
                  <a:lnTo>
                    <a:pt x="5586167" y="5821642"/>
                  </a:lnTo>
                  <a:lnTo>
                    <a:pt x="5600125" y="5774847"/>
                  </a:lnTo>
                  <a:lnTo>
                    <a:pt x="5613809" y="5727837"/>
                  </a:lnTo>
                  <a:lnTo>
                    <a:pt x="5627218" y="5680614"/>
                  </a:lnTo>
                  <a:lnTo>
                    <a:pt x="5640350" y="5633180"/>
                  </a:lnTo>
                  <a:lnTo>
                    <a:pt x="5653204" y="5585537"/>
                  </a:lnTo>
                  <a:lnTo>
                    <a:pt x="5665778" y="5537688"/>
                  </a:lnTo>
                  <a:lnTo>
                    <a:pt x="5678071" y="5489635"/>
                  </a:lnTo>
                  <a:lnTo>
                    <a:pt x="5690082" y="5441379"/>
                  </a:lnTo>
                  <a:lnTo>
                    <a:pt x="5701809" y="5392924"/>
                  </a:lnTo>
                  <a:lnTo>
                    <a:pt x="5713250" y="5344272"/>
                  </a:lnTo>
                  <a:lnTo>
                    <a:pt x="5724404" y="5295423"/>
                  </a:lnTo>
                  <a:lnTo>
                    <a:pt x="5735269" y="5246382"/>
                  </a:lnTo>
                  <a:lnTo>
                    <a:pt x="5745845" y="5197149"/>
                  </a:lnTo>
                  <a:lnTo>
                    <a:pt x="5756128" y="5147727"/>
                  </a:lnTo>
                  <a:lnTo>
                    <a:pt x="5766119" y="5098119"/>
                  </a:lnTo>
                  <a:lnTo>
                    <a:pt x="5775816" y="5048326"/>
                  </a:lnTo>
                  <a:lnTo>
                    <a:pt x="5785216" y="4998351"/>
                  </a:lnTo>
                  <a:lnTo>
                    <a:pt x="5794319" y="4948195"/>
                  </a:lnTo>
                  <a:lnTo>
                    <a:pt x="5803123" y="4897862"/>
                  </a:lnTo>
                  <a:lnTo>
                    <a:pt x="5811626" y="4847352"/>
                  </a:lnTo>
                  <a:lnTo>
                    <a:pt x="5819828" y="4796669"/>
                  </a:lnTo>
                  <a:lnTo>
                    <a:pt x="5827726" y="4745815"/>
                  </a:lnTo>
                  <a:lnTo>
                    <a:pt x="5835319" y="4694791"/>
                  </a:lnTo>
                  <a:lnTo>
                    <a:pt x="5842606" y="4643600"/>
                  </a:lnTo>
                  <a:lnTo>
                    <a:pt x="5849585" y="4592244"/>
                  </a:lnTo>
                  <a:lnTo>
                    <a:pt x="5856255" y="4540726"/>
                  </a:lnTo>
                  <a:lnTo>
                    <a:pt x="5862614" y="4489047"/>
                  </a:lnTo>
                  <a:lnTo>
                    <a:pt x="5868660" y="4437209"/>
                  </a:lnTo>
                  <a:lnTo>
                    <a:pt x="5874393" y="4385216"/>
                  </a:lnTo>
                  <a:lnTo>
                    <a:pt x="5879810" y="4333068"/>
                  </a:lnTo>
                  <a:lnTo>
                    <a:pt x="5884910" y="4280769"/>
                  </a:lnTo>
                  <a:lnTo>
                    <a:pt x="5889693" y="4228320"/>
                  </a:lnTo>
                  <a:lnTo>
                    <a:pt x="5894155" y="4175723"/>
                  </a:lnTo>
                  <a:lnTo>
                    <a:pt x="5898296" y="4122982"/>
                  </a:lnTo>
                  <a:lnTo>
                    <a:pt x="5902115" y="4070097"/>
                  </a:lnTo>
                  <a:lnTo>
                    <a:pt x="5905609" y="4017071"/>
                  </a:lnTo>
                  <a:lnTo>
                    <a:pt x="5908777" y="3963907"/>
                  </a:lnTo>
                  <a:lnTo>
                    <a:pt x="5911618" y="3910606"/>
                  </a:lnTo>
                  <a:lnTo>
                    <a:pt x="5914131" y="3857171"/>
                  </a:lnTo>
                  <a:lnTo>
                    <a:pt x="5916313" y="3803603"/>
                  </a:lnTo>
                  <a:lnTo>
                    <a:pt x="5918164" y="3749906"/>
                  </a:lnTo>
                  <a:lnTo>
                    <a:pt x="5919682" y="3696081"/>
                  </a:lnTo>
                  <a:lnTo>
                    <a:pt x="5920865" y="3642130"/>
                  </a:lnTo>
                  <a:lnTo>
                    <a:pt x="5921711" y="3588055"/>
                  </a:lnTo>
                  <a:lnTo>
                    <a:pt x="5922220" y="3533860"/>
                  </a:lnTo>
                  <a:lnTo>
                    <a:pt x="5922391" y="3479546"/>
                  </a:lnTo>
                  <a:lnTo>
                    <a:pt x="5922218" y="3424843"/>
                  </a:lnTo>
                  <a:lnTo>
                    <a:pt x="5921702" y="3370262"/>
                  </a:lnTo>
                  <a:lnTo>
                    <a:pt x="5920843" y="3315804"/>
                  </a:lnTo>
                  <a:lnTo>
                    <a:pt x="5919643" y="3261472"/>
                  </a:lnTo>
                  <a:lnTo>
                    <a:pt x="5918105" y="3207267"/>
                  </a:lnTo>
                  <a:lnTo>
                    <a:pt x="5916228" y="3153192"/>
                  </a:lnTo>
                  <a:lnTo>
                    <a:pt x="5914015" y="3099249"/>
                  </a:lnTo>
                  <a:lnTo>
                    <a:pt x="5911467" y="3045441"/>
                  </a:lnTo>
                  <a:lnTo>
                    <a:pt x="5908586" y="2991769"/>
                  </a:lnTo>
                  <a:lnTo>
                    <a:pt x="5905373" y="2938236"/>
                  </a:lnTo>
                  <a:lnTo>
                    <a:pt x="5901830" y="2884844"/>
                  </a:lnTo>
                  <a:lnTo>
                    <a:pt x="5897959" y="2831596"/>
                  </a:lnTo>
                  <a:lnTo>
                    <a:pt x="5893760" y="2778492"/>
                  </a:lnTo>
                  <a:lnTo>
                    <a:pt x="5889235" y="2725537"/>
                  </a:lnTo>
                  <a:lnTo>
                    <a:pt x="5884387" y="2672731"/>
                  </a:lnTo>
                  <a:lnTo>
                    <a:pt x="5879215" y="2620078"/>
                  </a:lnTo>
                  <a:lnTo>
                    <a:pt x="5873723" y="2567579"/>
                  </a:lnTo>
                  <a:lnTo>
                    <a:pt x="5867911" y="2515237"/>
                  </a:lnTo>
                  <a:lnTo>
                    <a:pt x="5861781" y="2463053"/>
                  </a:lnTo>
                  <a:lnTo>
                    <a:pt x="5855334" y="2411031"/>
                  </a:lnTo>
                  <a:lnTo>
                    <a:pt x="5848572" y="2359171"/>
                  </a:lnTo>
                  <a:lnTo>
                    <a:pt x="5841497" y="2307478"/>
                  </a:lnTo>
                  <a:lnTo>
                    <a:pt x="5834110" y="2255952"/>
                  </a:lnTo>
                  <a:lnTo>
                    <a:pt x="5826412" y="2204595"/>
                  </a:lnTo>
                  <a:lnTo>
                    <a:pt x="5818406" y="2153412"/>
                  </a:lnTo>
                  <a:lnTo>
                    <a:pt x="5810091" y="2102402"/>
                  </a:lnTo>
                  <a:lnTo>
                    <a:pt x="5801471" y="2051569"/>
                  </a:lnTo>
                  <a:lnTo>
                    <a:pt x="5792547" y="2000915"/>
                  </a:lnTo>
                  <a:lnTo>
                    <a:pt x="5783319" y="1950442"/>
                  </a:lnTo>
                  <a:lnTo>
                    <a:pt x="5773791" y="1900152"/>
                  </a:lnTo>
                  <a:lnTo>
                    <a:pt x="5763962" y="1850047"/>
                  </a:lnTo>
                  <a:lnTo>
                    <a:pt x="5753835" y="1800131"/>
                  </a:lnTo>
                  <a:lnTo>
                    <a:pt x="5743411" y="1750404"/>
                  </a:lnTo>
                  <a:lnTo>
                    <a:pt x="5732692" y="1700870"/>
                  </a:lnTo>
                  <a:lnTo>
                    <a:pt x="5721679" y="1651529"/>
                  </a:lnTo>
                  <a:lnTo>
                    <a:pt x="5710374" y="1602386"/>
                  </a:lnTo>
                  <a:lnTo>
                    <a:pt x="5698778" y="1553441"/>
                  </a:lnTo>
                  <a:lnTo>
                    <a:pt x="5686893" y="1504698"/>
                  </a:lnTo>
                  <a:lnTo>
                    <a:pt x="5674720" y="1456157"/>
                  </a:lnTo>
                  <a:lnTo>
                    <a:pt x="5662261" y="1407822"/>
                  </a:lnTo>
                  <a:lnTo>
                    <a:pt x="5649517" y="1359695"/>
                  </a:lnTo>
                  <a:lnTo>
                    <a:pt x="5636490" y="1311778"/>
                  </a:lnTo>
                  <a:lnTo>
                    <a:pt x="5623182" y="1264073"/>
                  </a:lnTo>
                  <a:lnTo>
                    <a:pt x="5609593" y="1216582"/>
                  </a:lnTo>
                  <a:lnTo>
                    <a:pt x="5595726" y="1169308"/>
                  </a:lnTo>
                  <a:lnTo>
                    <a:pt x="5581581" y="1122253"/>
                  </a:lnTo>
                  <a:lnTo>
                    <a:pt x="5567161" y="1075419"/>
                  </a:lnTo>
                  <a:lnTo>
                    <a:pt x="5552467" y="1028808"/>
                  </a:lnTo>
                  <a:lnTo>
                    <a:pt x="5537501" y="982422"/>
                  </a:lnTo>
                  <a:lnTo>
                    <a:pt x="5522263" y="936265"/>
                  </a:lnTo>
                  <a:lnTo>
                    <a:pt x="5506756" y="890337"/>
                  </a:lnTo>
                  <a:lnTo>
                    <a:pt x="5490981" y="844641"/>
                  </a:lnTo>
                  <a:lnTo>
                    <a:pt x="5474939" y="799180"/>
                  </a:lnTo>
                  <a:lnTo>
                    <a:pt x="5458633" y="753956"/>
                  </a:lnTo>
                  <a:lnTo>
                    <a:pt x="5442063" y="708970"/>
                  </a:lnTo>
                  <a:lnTo>
                    <a:pt x="5425231" y="664225"/>
                  </a:lnTo>
                  <a:lnTo>
                    <a:pt x="5408139" y="619724"/>
                  </a:lnTo>
                  <a:lnTo>
                    <a:pt x="5390788" y="575468"/>
                  </a:lnTo>
                  <a:lnTo>
                    <a:pt x="5373179" y="531460"/>
                  </a:lnTo>
                  <a:lnTo>
                    <a:pt x="5355315" y="487702"/>
                  </a:lnTo>
                  <a:lnTo>
                    <a:pt x="5337197" y="444196"/>
                  </a:lnTo>
                  <a:lnTo>
                    <a:pt x="5318825" y="400944"/>
                  </a:lnTo>
                  <a:lnTo>
                    <a:pt x="5300202" y="357949"/>
                  </a:lnTo>
                  <a:lnTo>
                    <a:pt x="5281330" y="315213"/>
                  </a:lnTo>
                  <a:lnTo>
                    <a:pt x="5262209" y="272738"/>
                  </a:lnTo>
                  <a:lnTo>
                    <a:pt x="5242842" y="230526"/>
                  </a:lnTo>
                  <a:lnTo>
                    <a:pt x="5223229" y="188580"/>
                  </a:lnTo>
                  <a:lnTo>
                    <a:pt x="5203373" y="146902"/>
                  </a:lnTo>
                  <a:lnTo>
                    <a:pt x="5183274" y="105493"/>
                  </a:lnTo>
                  <a:lnTo>
                    <a:pt x="5162935" y="64357"/>
                  </a:lnTo>
                  <a:lnTo>
                    <a:pt x="5142357" y="23495"/>
                  </a:lnTo>
                  <a:lnTo>
                    <a:pt x="51297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526795" y="1020825"/>
            <a:ext cx="1605280" cy="543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400" spc="-30" dirty="0"/>
              <a:t>W</a:t>
            </a:r>
            <a:r>
              <a:rPr sz="3400" spc="-140" dirty="0"/>
              <a:t>ar</a:t>
            </a:r>
            <a:r>
              <a:rPr sz="3400" spc="-240" dirty="0"/>
              <a:t>m</a:t>
            </a:r>
            <a:r>
              <a:rPr sz="3400" spc="-365" dirty="0"/>
              <a:t> </a:t>
            </a:r>
            <a:r>
              <a:rPr sz="3400" spc="-140" dirty="0"/>
              <a:t>up</a:t>
            </a:r>
            <a:endParaRPr sz="3400"/>
          </a:p>
        </p:txBody>
      </p:sp>
      <p:grpSp>
        <p:nvGrpSpPr>
          <p:cNvPr id="11" name="object 11"/>
          <p:cNvGrpSpPr/>
          <p:nvPr/>
        </p:nvGrpSpPr>
        <p:grpSpPr>
          <a:xfrm>
            <a:off x="0" y="0"/>
            <a:ext cx="12192000" cy="3401695"/>
            <a:chOff x="0" y="0"/>
            <a:chExt cx="12192000" cy="3401695"/>
          </a:xfrm>
        </p:grpSpPr>
        <p:sp>
          <p:nvSpPr>
            <p:cNvPr id="12" name="object 12"/>
            <p:cNvSpPr/>
            <p:nvPr/>
          </p:nvSpPr>
          <p:spPr>
            <a:xfrm>
              <a:off x="0" y="1016914"/>
              <a:ext cx="128270" cy="654050"/>
            </a:xfrm>
            <a:custGeom>
              <a:avLst/>
              <a:gdLst/>
              <a:ahLst/>
              <a:cxnLst/>
              <a:rect l="l" t="t" r="r" b="b"/>
              <a:pathLst>
                <a:path w="128270" h="654050">
                  <a:moveTo>
                    <a:pt x="128016" y="0"/>
                  </a:moveTo>
                  <a:lnTo>
                    <a:pt x="0" y="0"/>
                  </a:lnTo>
                  <a:lnTo>
                    <a:pt x="0" y="653897"/>
                  </a:lnTo>
                  <a:lnTo>
                    <a:pt x="128016" y="653897"/>
                  </a:lnTo>
                  <a:lnTo>
                    <a:pt x="128016" y="0"/>
                  </a:lnTo>
                  <a:close/>
                </a:path>
              </a:pathLst>
            </a:custGeom>
            <a:solidFill>
              <a:srgbClr val="E970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38912" y="2089911"/>
              <a:ext cx="4970780" cy="18415"/>
            </a:xfrm>
            <a:custGeom>
              <a:avLst/>
              <a:gdLst/>
              <a:ahLst/>
              <a:cxnLst/>
              <a:rect l="l" t="t" r="r" b="b"/>
              <a:pathLst>
                <a:path w="4970780" h="18414">
                  <a:moveTo>
                    <a:pt x="4970399" y="0"/>
                  </a:moveTo>
                  <a:lnTo>
                    <a:pt x="0" y="0"/>
                  </a:lnTo>
                  <a:lnTo>
                    <a:pt x="0" y="18287"/>
                  </a:lnTo>
                  <a:lnTo>
                    <a:pt x="4970399" y="18287"/>
                  </a:lnTo>
                  <a:lnTo>
                    <a:pt x="4970399" y="0"/>
                  </a:lnTo>
                  <a:close/>
                </a:path>
              </a:pathLst>
            </a:custGeom>
            <a:solidFill>
              <a:srgbClr val="D4D4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529319" y="0"/>
              <a:ext cx="3662679" cy="3401567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526795" y="2510154"/>
            <a:ext cx="4714240" cy="3436620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241300" marR="405765" indent="-228600">
              <a:lnSpc>
                <a:spcPts val="1730"/>
              </a:lnSpc>
              <a:spcBef>
                <a:spcPts val="310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600" b="1" spc="10" dirty="0">
                <a:latin typeface="Trebuchet MS"/>
                <a:cs typeface="Trebuchet MS"/>
              </a:rPr>
              <a:t>Ha</a:t>
            </a:r>
            <a:r>
              <a:rPr sz="1600" b="1" spc="-5" dirty="0">
                <a:latin typeface="Trebuchet MS"/>
                <a:cs typeface="Trebuchet MS"/>
              </a:rPr>
              <a:t>v</a:t>
            </a:r>
            <a:r>
              <a:rPr sz="1600" b="1" spc="-35" dirty="0">
                <a:latin typeface="Trebuchet MS"/>
                <a:cs typeface="Trebuchet MS"/>
              </a:rPr>
              <a:t>e</a:t>
            </a:r>
            <a:r>
              <a:rPr sz="1600" b="1" spc="-160" dirty="0">
                <a:latin typeface="Trebuchet MS"/>
                <a:cs typeface="Trebuchet MS"/>
              </a:rPr>
              <a:t> </a:t>
            </a:r>
            <a:r>
              <a:rPr sz="1600" b="1" spc="-80" dirty="0">
                <a:latin typeface="Trebuchet MS"/>
                <a:cs typeface="Trebuchet MS"/>
              </a:rPr>
              <a:t>y</a:t>
            </a:r>
            <a:r>
              <a:rPr sz="1600" b="1" spc="-10" dirty="0">
                <a:latin typeface="Trebuchet MS"/>
                <a:cs typeface="Trebuchet MS"/>
              </a:rPr>
              <a:t>o</a:t>
            </a:r>
            <a:r>
              <a:rPr sz="1600" b="1" spc="-5" dirty="0">
                <a:latin typeface="Trebuchet MS"/>
                <a:cs typeface="Trebuchet MS"/>
              </a:rPr>
              <a:t>u</a:t>
            </a:r>
            <a:r>
              <a:rPr sz="1600" b="1" spc="-180" dirty="0">
                <a:latin typeface="Trebuchet MS"/>
                <a:cs typeface="Trebuchet MS"/>
              </a:rPr>
              <a:t> </a:t>
            </a:r>
            <a:r>
              <a:rPr sz="1600" b="1" spc="-55" dirty="0">
                <a:latin typeface="Trebuchet MS"/>
                <a:cs typeface="Trebuchet MS"/>
              </a:rPr>
              <a:t>ev</a:t>
            </a:r>
            <a:r>
              <a:rPr sz="1600" b="1" spc="-80" dirty="0">
                <a:latin typeface="Trebuchet MS"/>
                <a:cs typeface="Trebuchet MS"/>
              </a:rPr>
              <a:t>e</a:t>
            </a:r>
            <a:r>
              <a:rPr sz="1600" b="1" spc="-55" dirty="0">
                <a:latin typeface="Trebuchet MS"/>
                <a:cs typeface="Trebuchet MS"/>
              </a:rPr>
              <a:t>r</a:t>
            </a:r>
            <a:r>
              <a:rPr sz="1600" b="1" spc="-175" dirty="0">
                <a:latin typeface="Trebuchet MS"/>
                <a:cs typeface="Trebuchet MS"/>
              </a:rPr>
              <a:t> </a:t>
            </a:r>
            <a:r>
              <a:rPr sz="1600" b="1" spc="-50" dirty="0">
                <a:latin typeface="Trebuchet MS"/>
                <a:cs typeface="Trebuchet MS"/>
              </a:rPr>
              <a:t>trie</a:t>
            </a:r>
            <a:r>
              <a:rPr sz="1600" b="1" spc="-65" dirty="0">
                <a:latin typeface="Trebuchet MS"/>
                <a:cs typeface="Trebuchet MS"/>
              </a:rPr>
              <a:t>d</a:t>
            </a:r>
            <a:r>
              <a:rPr sz="1600" b="1" spc="-150" dirty="0">
                <a:latin typeface="Trebuchet MS"/>
                <a:cs typeface="Trebuchet MS"/>
              </a:rPr>
              <a:t> </a:t>
            </a:r>
            <a:r>
              <a:rPr sz="1600" b="1" spc="-55" dirty="0">
                <a:latin typeface="Trebuchet MS"/>
                <a:cs typeface="Trebuchet MS"/>
              </a:rPr>
              <a:t>w</a:t>
            </a:r>
            <a:r>
              <a:rPr sz="1600" b="1" spc="-35" dirty="0">
                <a:latin typeface="Trebuchet MS"/>
                <a:cs typeface="Trebuchet MS"/>
              </a:rPr>
              <a:t>orkin</a:t>
            </a:r>
            <a:r>
              <a:rPr sz="1600" b="1" spc="-30" dirty="0">
                <a:latin typeface="Trebuchet MS"/>
                <a:cs typeface="Trebuchet MS"/>
              </a:rPr>
              <a:t>g</a:t>
            </a:r>
            <a:r>
              <a:rPr sz="1600" b="1" spc="-185" dirty="0">
                <a:latin typeface="Trebuchet MS"/>
                <a:cs typeface="Trebuchet MS"/>
              </a:rPr>
              <a:t> </a:t>
            </a:r>
            <a:r>
              <a:rPr sz="1600" b="1" spc="-55" dirty="0">
                <a:latin typeface="Trebuchet MS"/>
                <a:cs typeface="Trebuchet MS"/>
              </a:rPr>
              <a:t>o</a:t>
            </a:r>
            <a:r>
              <a:rPr sz="1600" b="1" spc="-40" dirty="0">
                <a:latin typeface="Trebuchet MS"/>
                <a:cs typeface="Trebuchet MS"/>
              </a:rPr>
              <a:t>r</a:t>
            </a:r>
            <a:r>
              <a:rPr sz="1600" b="1" spc="-155" dirty="0">
                <a:latin typeface="Trebuchet MS"/>
                <a:cs typeface="Trebuchet MS"/>
              </a:rPr>
              <a:t> </a:t>
            </a:r>
            <a:r>
              <a:rPr sz="1600" b="1" spc="120" dirty="0">
                <a:latin typeface="Trebuchet MS"/>
                <a:cs typeface="Trebuchet MS"/>
              </a:rPr>
              <a:t>s</a:t>
            </a:r>
            <a:r>
              <a:rPr sz="1600" b="1" spc="-40" dirty="0">
                <a:latin typeface="Trebuchet MS"/>
                <a:cs typeface="Trebuchet MS"/>
              </a:rPr>
              <a:t>t</a:t>
            </a:r>
            <a:r>
              <a:rPr sz="1600" b="1" spc="-65" dirty="0">
                <a:latin typeface="Trebuchet MS"/>
                <a:cs typeface="Trebuchet MS"/>
              </a:rPr>
              <a:t>u</a:t>
            </a:r>
            <a:r>
              <a:rPr sz="1600" b="1" spc="-45" dirty="0">
                <a:latin typeface="Trebuchet MS"/>
                <a:cs typeface="Trebuchet MS"/>
              </a:rPr>
              <a:t>dy</a:t>
            </a:r>
            <a:r>
              <a:rPr sz="1600" b="1" spc="-20" dirty="0">
                <a:latin typeface="Trebuchet MS"/>
                <a:cs typeface="Trebuchet MS"/>
              </a:rPr>
              <a:t>i</a:t>
            </a:r>
            <a:r>
              <a:rPr sz="1600" b="1" spc="-10" dirty="0">
                <a:latin typeface="Trebuchet MS"/>
                <a:cs typeface="Trebuchet MS"/>
              </a:rPr>
              <a:t>n</a:t>
            </a:r>
            <a:r>
              <a:rPr sz="1600" b="1" spc="-5" dirty="0">
                <a:latin typeface="Trebuchet MS"/>
                <a:cs typeface="Trebuchet MS"/>
              </a:rPr>
              <a:t>g</a:t>
            </a:r>
            <a:r>
              <a:rPr sz="1600" b="1" spc="-170" dirty="0">
                <a:latin typeface="Trebuchet MS"/>
                <a:cs typeface="Trebuchet MS"/>
              </a:rPr>
              <a:t> </a:t>
            </a:r>
            <a:r>
              <a:rPr sz="1600" b="1" spc="-60" dirty="0">
                <a:latin typeface="Trebuchet MS"/>
                <a:cs typeface="Trebuchet MS"/>
              </a:rPr>
              <a:t>f</a:t>
            </a:r>
            <a:r>
              <a:rPr sz="1600" b="1" spc="-110" dirty="0">
                <a:latin typeface="Trebuchet MS"/>
                <a:cs typeface="Trebuchet MS"/>
              </a:rPr>
              <a:t>r</a:t>
            </a:r>
            <a:r>
              <a:rPr sz="1600" b="1" spc="10" dirty="0">
                <a:latin typeface="Trebuchet MS"/>
                <a:cs typeface="Trebuchet MS"/>
              </a:rPr>
              <a:t>om  </a:t>
            </a:r>
            <a:r>
              <a:rPr sz="1600" b="1" spc="5" dirty="0">
                <a:latin typeface="Trebuchet MS"/>
                <a:cs typeface="Trebuchet MS"/>
              </a:rPr>
              <a:t>home?</a:t>
            </a:r>
            <a:endParaRPr sz="1600">
              <a:latin typeface="Trebuchet MS"/>
              <a:cs typeface="Trebuchet MS"/>
            </a:endParaRPr>
          </a:p>
          <a:p>
            <a:pPr marL="698500" lvl="1" indent="-229235">
              <a:lnSpc>
                <a:spcPct val="100000"/>
              </a:lnSpc>
              <a:spcBef>
                <a:spcPts val="484"/>
              </a:spcBef>
              <a:buFont typeface="Arial MT"/>
              <a:buChar char="•"/>
              <a:tabLst>
                <a:tab pos="698500" algn="l"/>
                <a:tab pos="699135" algn="l"/>
              </a:tabLst>
            </a:pPr>
            <a:r>
              <a:rPr sz="1050" spc="-20" dirty="0">
                <a:latin typeface="Trebuchet MS"/>
                <a:cs typeface="Trebuchet MS"/>
              </a:rPr>
              <a:t>Follow-up:</a:t>
            </a:r>
            <a:r>
              <a:rPr sz="1050" spc="-130" dirty="0">
                <a:latin typeface="Trebuchet MS"/>
                <a:cs typeface="Trebuchet MS"/>
              </a:rPr>
              <a:t> </a:t>
            </a:r>
            <a:r>
              <a:rPr sz="1050" spc="-5" dirty="0">
                <a:latin typeface="Trebuchet MS"/>
                <a:cs typeface="Trebuchet MS"/>
              </a:rPr>
              <a:t>What</a:t>
            </a:r>
            <a:r>
              <a:rPr sz="1050" spc="-130" dirty="0">
                <a:latin typeface="Trebuchet MS"/>
                <a:cs typeface="Trebuchet MS"/>
              </a:rPr>
              <a:t> </a:t>
            </a:r>
            <a:r>
              <a:rPr sz="1050" spc="20" dirty="0">
                <a:latin typeface="Trebuchet MS"/>
                <a:cs typeface="Trebuchet MS"/>
              </a:rPr>
              <a:t>was</a:t>
            </a:r>
            <a:r>
              <a:rPr sz="1050" spc="-114" dirty="0">
                <a:latin typeface="Trebuchet MS"/>
                <a:cs typeface="Trebuchet MS"/>
              </a:rPr>
              <a:t> </a:t>
            </a:r>
            <a:r>
              <a:rPr sz="1050" spc="5" dirty="0">
                <a:latin typeface="Trebuchet MS"/>
                <a:cs typeface="Trebuchet MS"/>
              </a:rPr>
              <a:t>easy</a:t>
            </a:r>
            <a:r>
              <a:rPr sz="1050" spc="-114" dirty="0">
                <a:latin typeface="Trebuchet MS"/>
                <a:cs typeface="Trebuchet MS"/>
              </a:rPr>
              <a:t> </a:t>
            </a:r>
            <a:r>
              <a:rPr sz="1050" spc="-20" dirty="0">
                <a:latin typeface="Trebuchet MS"/>
                <a:cs typeface="Trebuchet MS"/>
              </a:rPr>
              <a:t>or</a:t>
            </a:r>
            <a:r>
              <a:rPr sz="1050" spc="-120" dirty="0">
                <a:latin typeface="Trebuchet MS"/>
                <a:cs typeface="Trebuchet MS"/>
              </a:rPr>
              <a:t> </a:t>
            </a:r>
            <a:r>
              <a:rPr sz="1050" spc="-10" dirty="0">
                <a:latin typeface="Trebuchet MS"/>
                <a:cs typeface="Trebuchet MS"/>
              </a:rPr>
              <a:t>hard</a:t>
            </a:r>
            <a:r>
              <a:rPr sz="1050" spc="-120" dirty="0">
                <a:latin typeface="Trebuchet MS"/>
                <a:cs typeface="Trebuchet MS"/>
              </a:rPr>
              <a:t> </a:t>
            </a:r>
            <a:r>
              <a:rPr sz="1050" spc="-10" dirty="0">
                <a:latin typeface="Trebuchet MS"/>
                <a:cs typeface="Trebuchet MS"/>
              </a:rPr>
              <a:t>about</a:t>
            </a:r>
            <a:r>
              <a:rPr sz="1050" spc="-135" dirty="0">
                <a:latin typeface="Trebuchet MS"/>
                <a:cs typeface="Trebuchet MS"/>
              </a:rPr>
              <a:t> </a:t>
            </a:r>
            <a:r>
              <a:rPr sz="1050" dirty="0">
                <a:latin typeface="Trebuchet MS"/>
                <a:cs typeface="Trebuchet MS"/>
              </a:rPr>
              <a:t>it?</a:t>
            </a:r>
            <a:endParaRPr sz="105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380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600" b="1" spc="25" dirty="0">
                <a:latin typeface="Trebuchet MS"/>
                <a:cs typeface="Trebuchet MS"/>
              </a:rPr>
              <a:t>Wh</a:t>
            </a:r>
            <a:r>
              <a:rPr sz="1600" b="1" dirty="0">
                <a:latin typeface="Trebuchet MS"/>
                <a:cs typeface="Trebuchet MS"/>
              </a:rPr>
              <a:t>a</a:t>
            </a:r>
            <a:r>
              <a:rPr sz="1600" b="1" spc="-70" dirty="0">
                <a:latin typeface="Trebuchet MS"/>
                <a:cs typeface="Trebuchet MS"/>
              </a:rPr>
              <a:t>t</a:t>
            </a:r>
            <a:r>
              <a:rPr sz="1600" b="1" spc="-145" dirty="0">
                <a:latin typeface="Trebuchet MS"/>
                <a:cs typeface="Trebuchet MS"/>
              </a:rPr>
              <a:t> </a:t>
            </a:r>
            <a:r>
              <a:rPr sz="1600" b="1" spc="5" dirty="0">
                <a:latin typeface="Trebuchet MS"/>
                <a:cs typeface="Trebuchet MS"/>
              </a:rPr>
              <a:t>do</a:t>
            </a:r>
            <a:r>
              <a:rPr sz="1600" b="1" spc="-160" dirty="0">
                <a:latin typeface="Trebuchet MS"/>
                <a:cs typeface="Trebuchet MS"/>
              </a:rPr>
              <a:t> </a:t>
            </a:r>
            <a:r>
              <a:rPr sz="1600" b="1" spc="-80" dirty="0">
                <a:latin typeface="Trebuchet MS"/>
                <a:cs typeface="Trebuchet MS"/>
              </a:rPr>
              <a:t>y</a:t>
            </a:r>
            <a:r>
              <a:rPr sz="1600" b="1" spc="-10" dirty="0">
                <a:latin typeface="Trebuchet MS"/>
                <a:cs typeface="Trebuchet MS"/>
              </a:rPr>
              <a:t>o</a:t>
            </a:r>
            <a:r>
              <a:rPr sz="1600" b="1" spc="-5" dirty="0">
                <a:latin typeface="Trebuchet MS"/>
                <a:cs typeface="Trebuchet MS"/>
              </a:rPr>
              <a:t>u</a:t>
            </a:r>
            <a:r>
              <a:rPr sz="1600" b="1" spc="-170" dirty="0">
                <a:latin typeface="Trebuchet MS"/>
                <a:cs typeface="Trebuchet MS"/>
              </a:rPr>
              <a:t> </a:t>
            </a:r>
            <a:r>
              <a:rPr sz="1600" b="1" spc="-45" dirty="0">
                <a:latin typeface="Trebuchet MS"/>
                <a:cs typeface="Trebuchet MS"/>
              </a:rPr>
              <a:t>think</a:t>
            </a:r>
            <a:r>
              <a:rPr sz="1600" b="1" spc="-160" dirty="0">
                <a:latin typeface="Trebuchet MS"/>
                <a:cs typeface="Trebuchet MS"/>
              </a:rPr>
              <a:t> </a:t>
            </a:r>
            <a:r>
              <a:rPr sz="1600" b="1" spc="-80" dirty="0">
                <a:latin typeface="Trebuchet MS"/>
                <a:cs typeface="Trebuchet MS"/>
              </a:rPr>
              <a:t>y</a:t>
            </a:r>
            <a:r>
              <a:rPr sz="1600" b="1" spc="-10" dirty="0">
                <a:latin typeface="Trebuchet MS"/>
                <a:cs typeface="Trebuchet MS"/>
              </a:rPr>
              <a:t>o</a:t>
            </a:r>
            <a:r>
              <a:rPr sz="1600" b="1" spc="-5" dirty="0">
                <a:latin typeface="Trebuchet MS"/>
                <a:cs typeface="Trebuchet MS"/>
              </a:rPr>
              <a:t>u</a:t>
            </a:r>
            <a:r>
              <a:rPr sz="1600" b="1" spc="-170" dirty="0">
                <a:latin typeface="Trebuchet MS"/>
                <a:cs typeface="Trebuchet MS"/>
              </a:rPr>
              <a:t> </a:t>
            </a:r>
            <a:r>
              <a:rPr sz="1600" b="1" spc="-25" dirty="0">
                <a:latin typeface="Trebuchet MS"/>
                <a:cs typeface="Trebuchet MS"/>
              </a:rPr>
              <a:t>nee</a:t>
            </a:r>
            <a:r>
              <a:rPr sz="1600" b="1" spc="-20" dirty="0">
                <a:latin typeface="Trebuchet MS"/>
                <a:cs typeface="Trebuchet MS"/>
              </a:rPr>
              <a:t>d</a:t>
            </a:r>
            <a:r>
              <a:rPr sz="1600" b="1" spc="-160" dirty="0">
                <a:latin typeface="Trebuchet MS"/>
                <a:cs typeface="Trebuchet MS"/>
              </a:rPr>
              <a:t> </a:t>
            </a:r>
            <a:r>
              <a:rPr sz="1600" b="1" spc="-85" dirty="0">
                <a:latin typeface="Trebuchet MS"/>
                <a:cs typeface="Trebuchet MS"/>
              </a:rPr>
              <a:t>t</a:t>
            </a:r>
            <a:r>
              <a:rPr sz="1600" b="1" spc="5" dirty="0">
                <a:latin typeface="Trebuchet MS"/>
                <a:cs typeface="Trebuchet MS"/>
              </a:rPr>
              <a:t>o</a:t>
            </a:r>
            <a:r>
              <a:rPr sz="1600" b="1" spc="-140" dirty="0">
                <a:latin typeface="Trebuchet MS"/>
                <a:cs typeface="Trebuchet MS"/>
              </a:rPr>
              <a:t> </a:t>
            </a:r>
            <a:r>
              <a:rPr sz="1600" b="1" spc="-55" dirty="0">
                <a:latin typeface="Trebuchet MS"/>
                <a:cs typeface="Trebuchet MS"/>
              </a:rPr>
              <a:t>w</a:t>
            </a:r>
            <a:r>
              <a:rPr sz="1600" b="1" spc="-45" dirty="0">
                <a:latin typeface="Trebuchet MS"/>
                <a:cs typeface="Trebuchet MS"/>
              </a:rPr>
              <a:t>or</a:t>
            </a:r>
            <a:r>
              <a:rPr sz="1600" b="1" spc="-40" dirty="0">
                <a:latin typeface="Trebuchet MS"/>
                <a:cs typeface="Trebuchet MS"/>
              </a:rPr>
              <a:t>k</a:t>
            </a:r>
            <a:r>
              <a:rPr sz="1600" b="1" spc="-175" dirty="0">
                <a:latin typeface="Trebuchet MS"/>
                <a:cs typeface="Trebuchet MS"/>
              </a:rPr>
              <a:t> </a:t>
            </a:r>
            <a:r>
              <a:rPr sz="1600" b="1" spc="-60" dirty="0">
                <a:latin typeface="Trebuchet MS"/>
                <a:cs typeface="Trebuchet MS"/>
              </a:rPr>
              <a:t>f</a:t>
            </a:r>
            <a:r>
              <a:rPr sz="1600" b="1" spc="-110" dirty="0">
                <a:latin typeface="Trebuchet MS"/>
                <a:cs typeface="Trebuchet MS"/>
              </a:rPr>
              <a:t>r</a:t>
            </a:r>
            <a:r>
              <a:rPr sz="1600" b="1" spc="15" dirty="0">
                <a:latin typeface="Trebuchet MS"/>
                <a:cs typeface="Trebuchet MS"/>
              </a:rPr>
              <a:t>o</a:t>
            </a:r>
            <a:r>
              <a:rPr sz="1600" b="1" spc="30" dirty="0">
                <a:latin typeface="Trebuchet MS"/>
                <a:cs typeface="Trebuchet MS"/>
              </a:rPr>
              <a:t>m</a:t>
            </a:r>
            <a:r>
              <a:rPr sz="1600" b="1" spc="-165" dirty="0">
                <a:latin typeface="Trebuchet MS"/>
                <a:cs typeface="Trebuchet MS"/>
              </a:rPr>
              <a:t> </a:t>
            </a:r>
            <a:r>
              <a:rPr sz="1600" b="1" dirty="0">
                <a:latin typeface="Trebuchet MS"/>
                <a:cs typeface="Trebuchet MS"/>
              </a:rPr>
              <a:t>hom</a:t>
            </a:r>
            <a:r>
              <a:rPr sz="1600" b="1" spc="-95" dirty="0">
                <a:latin typeface="Trebuchet MS"/>
                <a:cs typeface="Trebuchet MS"/>
              </a:rPr>
              <a:t>e</a:t>
            </a:r>
            <a:r>
              <a:rPr sz="1600" b="1" spc="125" dirty="0">
                <a:latin typeface="Trebuchet MS"/>
                <a:cs typeface="Trebuchet MS"/>
              </a:rPr>
              <a:t>?</a:t>
            </a:r>
            <a:endParaRPr sz="1600">
              <a:latin typeface="Trebuchet MS"/>
              <a:cs typeface="Trebuchet MS"/>
            </a:endParaRPr>
          </a:p>
          <a:p>
            <a:pPr marL="698500" lvl="1" indent="-229235">
              <a:lnSpc>
                <a:spcPct val="100000"/>
              </a:lnSpc>
              <a:spcBef>
                <a:spcPts val="500"/>
              </a:spcBef>
              <a:buFont typeface="Arial MT"/>
              <a:buChar char="•"/>
              <a:tabLst>
                <a:tab pos="698500" algn="l"/>
                <a:tab pos="699135" algn="l"/>
              </a:tabLst>
            </a:pPr>
            <a:r>
              <a:rPr sz="1050" spc="-20" dirty="0">
                <a:latin typeface="Trebuchet MS"/>
                <a:cs typeface="Trebuchet MS"/>
              </a:rPr>
              <a:t>Follow-up:</a:t>
            </a:r>
            <a:r>
              <a:rPr sz="1050" spc="-130" dirty="0">
                <a:latin typeface="Trebuchet MS"/>
                <a:cs typeface="Trebuchet MS"/>
              </a:rPr>
              <a:t> </a:t>
            </a:r>
            <a:r>
              <a:rPr sz="1050" spc="30" dirty="0">
                <a:latin typeface="Trebuchet MS"/>
                <a:cs typeface="Trebuchet MS"/>
              </a:rPr>
              <a:t>Is</a:t>
            </a:r>
            <a:r>
              <a:rPr sz="1050" spc="-105" dirty="0">
                <a:latin typeface="Trebuchet MS"/>
                <a:cs typeface="Trebuchet MS"/>
              </a:rPr>
              <a:t> </a:t>
            </a:r>
            <a:r>
              <a:rPr sz="1050" spc="-35" dirty="0">
                <a:latin typeface="Trebuchet MS"/>
                <a:cs typeface="Trebuchet MS"/>
              </a:rPr>
              <a:t>there</a:t>
            </a:r>
            <a:r>
              <a:rPr sz="1050" spc="-120" dirty="0">
                <a:latin typeface="Trebuchet MS"/>
                <a:cs typeface="Trebuchet MS"/>
              </a:rPr>
              <a:t> </a:t>
            </a:r>
            <a:r>
              <a:rPr sz="1050" spc="-20" dirty="0">
                <a:latin typeface="Trebuchet MS"/>
                <a:cs typeface="Trebuchet MS"/>
              </a:rPr>
              <a:t>anything</a:t>
            </a:r>
            <a:r>
              <a:rPr sz="1050" spc="-140" dirty="0">
                <a:latin typeface="Trebuchet MS"/>
                <a:cs typeface="Trebuchet MS"/>
              </a:rPr>
              <a:t> </a:t>
            </a:r>
            <a:r>
              <a:rPr sz="1050" dirty="0">
                <a:latin typeface="Trebuchet MS"/>
                <a:cs typeface="Trebuchet MS"/>
              </a:rPr>
              <a:t>special</a:t>
            </a:r>
            <a:r>
              <a:rPr sz="1050" spc="-114" dirty="0">
                <a:latin typeface="Trebuchet MS"/>
                <a:cs typeface="Trebuchet MS"/>
              </a:rPr>
              <a:t> </a:t>
            </a:r>
            <a:r>
              <a:rPr sz="1050" spc="-5" dirty="0">
                <a:latin typeface="Trebuchet MS"/>
                <a:cs typeface="Trebuchet MS"/>
              </a:rPr>
              <a:t>you</a:t>
            </a:r>
            <a:r>
              <a:rPr sz="1050" spc="-125" dirty="0">
                <a:latin typeface="Trebuchet MS"/>
                <a:cs typeface="Trebuchet MS"/>
              </a:rPr>
              <a:t> </a:t>
            </a:r>
            <a:r>
              <a:rPr sz="1050" spc="-5" dirty="0">
                <a:latin typeface="Trebuchet MS"/>
                <a:cs typeface="Trebuchet MS"/>
              </a:rPr>
              <a:t>would</a:t>
            </a:r>
            <a:r>
              <a:rPr sz="1050" spc="-120" dirty="0">
                <a:latin typeface="Trebuchet MS"/>
                <a:cs typeface="Trebuchet MS"/>
              </a:rPr>
              <a:t> </a:t>
            </a:r>
            <a:r>
              <a:rPr sz="1050" spc="-10" dirty="0">
                <a:latin typeface="Trebuchet MS"/>
                <a:cs typeface="Trebuchet MS"/>
              </a:rPr>
              <a:t>need</a:t>
            </a:r>
            <a:r>
              <a:rPr sz="1050" spc="-125" dirty="0">
                <a:latin typeface="Trebuchet MS"/>
                <a:cs typeface="Trebuchet MS"/>
              </a:rPr>
              <a:t> </a:t>
            </a:r>
            <a:r>
              <a:rPr sz="1050" spc="-35" dirty="0">
                <a:latin typeface="Trebuchet MS"/>
                <a:cs typeface="Trebuchet MS"/>
              </a:rPr>
              <a:t>to</a:t>
            </a:r>
            <a:r>
              <a:rPr sz="1050" spc="-105" dirty="0">
                <a:latin typeface="Trebuchet MS"/>
                <a:cs typeface="Trebuchet MS"/>
              </a:rPr>
              <a:t> </a:t>
            </a:r>
            <a:r>
              <a:rPr sz="1050" spc="10" dirty="0">
                <a:latin typeface="Trebuchet MS"/>
                <a:cs typeface="Trebuchet MS"/>
              </a:rPr>
              <a:t>do</a:t>
            </a:r>
            <a:r>
              <a:rPr sz="1050" spc="-110" dirty="0">
                <a:latin typeface="Trebuchet MS"/>
                <a:cs typeface="Trebuchet MS"/>
              </a:rPr>
              <a:t> </a:t>
            </a:r>
            <a:r>
              <a:rPr sz="1050" spc="-15" dirty="0">
                <a:latin typeface="Trebuchet MS"/>
                <a:cs typeface="Trebuchet MS"/>
              </a:rPr>
              <a:t>your</a:t>
            </a:r>
            <a:r>
              <a:rPr sz="1050" spc="-130" dirty="0">
                <a:latin typeface="Trebuchet MS"/>
                <a:cs typeface="Trebuchet MS"/>
              </a:rPr>
              <a:t> </a:t>
            </a:r>
            <a:r>
              <a:rPr sz="1050" spc="10" dirty="0">
                <a:latin typeface="Trebuchet MS"/>
                <a:cs typeface="Trebuchet MS"/>
              </a:rPr>
              <a:t>work?</a:t>
            </a:r>
            <a:endParaRPr sz="1050">
              <a:latin typeface="Trebuchet MS"/>
              <a:cs typeface="Trebuchet MS"/>
            </a:endParaRPr>
          </a:p>
          <a:p>
            <a:pPr marL="241300" marR="473075" indent="-228600">
              <a:lnSpc>
                <a:spcPts val="1730"/>
              </a:lnSpc>
              <a:spcBef>
                <a:spcPts val="590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600" b="1" spc="50" dirty="0">
                <a:latin typeface="Trebuchet MS"/>
                <a:cs typeface="Trebuchet MS"/>
              </a:rPr>
              <a:t>Do</a:t>
            </a:r>
            <a:r>
              <a:rPr sz="1600" b="1" spc="-155" dirty="0">
                <a:latin typeface="Trebuchet MS"/>
                <a:cs typeface="Trebuchet MS"/>
              </a:rPr>
              <a:t> </a:t>
            </a:r>
            <a:r>
              <a:rPr sz="1600" b="1" spc="-80" dirty="0">
                <a:latin typeface="Trebuchet MS"/>
                <a:cs typeface="Trebuchet MS"/>
              </a:rPr>
              <a:t>y</a:t>
            </a:r>
            <a:r>
              <a:rPr sz="1600" b="1" spc="-10" dirty="0">
                <a:latin typeface="Trebuchet MS"/>
                <a:cs typeface="Trebuchet MS"/>
              </a:rPr>
              <a:t>o</a:t>
            </a:r>
            <a:r>
              <a:rPr sz="1600" b="1" spc="-5" dirty="0">
                <a:latin typeface="Trebuchet MS"/>
                <a:cs typeface="Trebuchet MS"/>
              </a:rPr>
              <a:t>u</a:t>
            </a:r>
            <a:r>
              <a:rPr sz="1600" b="1" spc="-180" dirty="0">
                <a:latin typeface="Trebuchet MS"/>
                <a:cs typeface="Trebuchet MS"/>
              </a:rPr>
              <a:t> </a:t>
            </a:r>
            <a:r>
              <a:rPr sz="1600" b="1" spc="-45" dirty="0">
                <a:latin typeface="Trebuchet MS"/>
                <a:cs typeface="Trebuchet MS"/>
              </a:rPr>
              <a:t>think</a:t>
            </a:r>
            <a:r>
              <a:rPr sz="1600" b="1" spc="-150" dirty="0">
                <a:latin typeface="Trebuchet MS"/>
                <a:cs typeface="Trebuchet MS"/>
              </a:rPr>
              <a:t> </a:t>
            </a:r>
            <a:r>
              <a:rPr sz="1600" b="1" spc="-55" dirty="0">
                <a:latin typeface="Trebuchet MS"/>
                <a:cs typeface="Trebuchet MS"/>
              </a:rPr>
              <a:t>w</a:t>
            </a:r>
            <a:r>
              <a:rPr sz="1600" b="1" spc="-35" dirty="0">
                <a:latin typeface="Trebuchet MS"/>
                <a:cs typeface="Trebuchet MS"/>
              </a:rPr>
              <a:t>orkin</a:t>
            </a:r>
            <a:r>
              <a:rPr sz="1600" b="1" spc="-30" dirty="0">
                <a:latin typeface="Trebuchet MS"/>
                <a:cs typeface="Trebuchet MS"/>
              </a:rPr>
              <a:t>g</a:t>
            </a:r>
            <a:r>
              <a:rPr sz="1600" b="1" spc="-170" dirty="0">
                <a:latin typeface="Trebuchet MS"/>
                <a:cs typeface="Trebuchet MS"/>
              </a:rPr>
              <a:t> </a:t>
            </a:r>
            <a:r>
              <a:rPr sz="1600" b="1" spc="-60" dirty="0">
                <a:latin typeface="Trebuchet MS"/>
                <a:cs typeface="Trebuchet MS"/>
              </a:rPr>
              <a:t>f</a:t>
            </a:r>
            <a:r>
              <a:rPr sz="1600" b="1" spc="-110" dirty="0">
                <a:latin typeface="Trebuchet MS"/>
                <a:cs typeface="Trebuchet MS"/>
              </a:rPr>
              <a:t>r</a:t>
            </a:r>
            <a:r>
              <a:rPr sz="1600" b="1" spc="15" dirty="0">
                <a:latin typeface="Trebuchet MS"/>
                <a:cs typeface="Trebuchet MS"/>
              </a:rPr>
              <a:t>o</a:t>
            </a:r>
            <a:r>
              <a:rPr sz="1600" b="1" spc="30" dirty="0">
                <a:latin typeface="Trebuchet MS"/>
                <a:cs typeface="Trebuchet MS"/>
              </a:rPr>
              <a:t>m</a:t>
            </a:r>
            <a:r>
              <a:rPr sz="1600" b="1" spc="-165" dirty="0">
                <a:latin typeface="Trebuchet MS"/>
                <a:cs typeface="Trebuchet MS"/>
              </a:rPr>
              <a:t> </a:t>
            </a:r>
            <a:r>
              <a:rPr sz="1600" b="1" dirty="0">
                <a:latin typeface="Trebuchet MS"/>
                <a:cs typeface="Trebuchet MS"/>
              </a:rPr>
              <a:t>hom</a:t>
            </a:r>
            <a:r>
              <a:rPr sz="1600" b="1" spc="-35" dirty="0">
                <a:latin typeface="Trebuchet MS"/>
                <a:cs typeface="Trebuchet MS"/>
              </a:rPr>
              <a:t>e</a:t>
            </a:r>
            <a:r>
              <a:rPr sz="1600" b="1" spc="-150" dirty="0">
                <a:latin typeface="Trebuchet MS"/>
                <a:cs typeface="Trebuchet MS"/>
              </a:rPr>
              <a:t> </a:t>
            </a:r>
            <a:r>
              <a:rPr sz="1600" b="1" spc="25" dirty="0">
                <a:latin typeface="Trebuchet MS"/>
                <a:cs typeface="Trebuchet MS"/>
              </a:rPr>
              <a:t>i</a:t>
            </a:r>
            <a:r>
              <a:rPr sz="1600" b="1" spc="45" dirty="0">
                <a:latin typeface="Trebuchet MS"/>
                <a:cs typeface="Trebuchet MS"/>
              </a:rPr>
              <a:t>s</a:t>
            </a:r>
            <a:r>
              <a:rPr sz="1600" b="1" spc="-165" dirty="0">
                <a:latin typeface="Trebuchet MS"/>
                <a:cs typeface="Trebuchet MS"/>
              </a:rPr>
              <a:t> </a:t>
            </a:r>
            <a:r>
              <a:rPr sz="1600" b="1" spc="-50" dirty="0">
                <a:latin typeface="Trebuchet MS"/>
                <a:cs typeface="Trebuchet MS"/>
              </a:rPr>
              <a:t>bet</a:t>
            </a:r>
            <a:r>
              <a:rPr sz="1600" b="1" spc="-55" dirty="0">
                <a:latin typeface="Trebuchet MS"/>
                <a:cs typeface="Trebuchet MS"/>
              </a:rPr>
              <a:t>t</a:t>
            </a:r>
            <a:r>
              <a:rPr sz="1600" b="1" spc="-80" dirty="0">
                <a:latin typeface="Trebuchet MS"/>
                <a:cs typeface="Trebuchet MS"/>
              </a:rPr>
              <a:t>e</a:t>
            </a:r>
            <a:r>
              <a:rPr sz="1600" b="1" spc="-55" dirty="0">
                <a:latin typeface="Trebuchet MS"/>
                <a:cs typeface="Trebuchet MS"/>
              </a:rPr>
              <a:t>r</a:t>
            </a:r>
            <a:r>
              <a:rPr sz="1600" b="1" spc="-140" dirty="0">
                <a:latin typeface="Trebuchet MS"/>
                <a:cs typeface="Trebuchet MS"/>
              </a:rPr>
              <a:t> </a:t>
            </a:r>
            <a:r>
              <a:rPr sz="1600" b="1" spc="-40" dirty="0">
                <a:latin typeface="Trebuchet MS"/>
                <a:cs typeface="Trebuchet MS"/>
              </a:rPr>
              <a:t>or  </a:t>
            </a:r>
            <a:r>
              <a:rPr sz="1600" b="1" spc="-55" dirty="0">
                <a:latin typeface="Trebuchet MS"/>
                <a:cs typeface="Trebuchet MS"/>
              </a:rPr>
              <a:t>wo</a:t>
            </a:r>
            <a:r>
              <a:rPr sz="1600" b="1" spc="-60" dirty="0">
                <a:latin typeface="Trebuchet MS"/>
                <a:cs typeface="Trebuchet MS"/>
              </a:rPr>
              <a:t>r</a:t>
            </a:r>
            <a:r>
              <a:rPr sz="1600" b="1" spc="50" dirty="0">
                <a:latin typeface="Trebuchet MS"/>
                <a:cs typeface="Trebuchet MS"/>
              </a:rPr>
              <a:t>se</a:t>
            </a:r>
            <a:r>
              <a:rPr sz="1600" b="1" spc="-170" dirty="0">
                <a:latin typeface="Trebuchet MS"/>
                <a:cs typeface="Trebuchet MS"/>
              </a:rPr>
              <a:t> </a:t>
            </a:r>
            <a:r>
              <a:rPr sz="1600" b="1" spc="-30" dirty="0">
                <a:latin typeface="Trebuchet MS"/>
                <a:cs typeface="Trebuchet MS"/>
              </a:rPr>
              <a:t>th</a:t>
            </a:r>
            <a:r>
              <a:rPr sz="1600" b="1" spc="-35" dirty="0">
                <a:latin typeface="Trebuchet MS"/>
                <a:cs typeface="Trebuchet MS"/>
              </a:rPr>
              <a:t>a</a:t>
            </a:r>
            <a:r>
              <a:rPr sz="1600" b="1" spc="-25" dirty="0">
                <a:latin typeface="Trebuchet MS"/>
                <a:cs typeface="Trebuchet MS"/>
              </a:rPr>
              <a:t>n</a:t>
            </a:r>
            <a:r>
              <a:rPr sz="1600" b="1" spc="-140" dirty="0">
                <a:latin typeface="Trebuchet MS"/>
                <a:cs typeface="Trebuchet MS"/>
              </a:rPr>
              <a:t> </a:t>
            </a:r>
            <a:r>
              <a:rPr sz="1600" b="1" spc="-55" dirty="0">
                <a:latin typeface="Trebuchet MS"/>
                <a:cs typeface="Trebuchet MS"/>
              </a:rPr>
              <a:t>w</a:t>
            </a:r>
            <a:r>
              <a:rPr sz="1600" b="1" spc="-35" dirty="0">
                <a:latin typeface="Trebuchet MS"/>
                <a:cs typeface="Trebuchet MS"/>
              </a:rPr>
              <a:t>orkin</a:t>
            </a:r>
            <a:r>
              <a:rPr sz="1600" b="1" spc="-30" dirty="0">
                <a:latin typeface="Trebuchet MS"/>
                <a:cs typeface="Trebuchet MS"/>
              </a:rPr>
              <a:t>g</a:t>
            </a:r>
            <a:r>
              <a:rPr sz="1600" b="1" spc="-170" dirty="0">
                <a:latin typeface="Trebuchet MS"/>
                <a:cs typeface="Trebuchet MS"/>
              </a:rPr>
              <a:t> </a:t>
            </a:r>
            <a:r>
              <a:rPr sz="1600" b="1" spc="-30" dirty="0">
                <a:latin typeface="Trebuchet MS"/>
                <a:cs typeface="Trebuchet MS"/>
              </a:rPr>
              <a:t>i</a:t>
            </a:r>
            <a:r>
              <a:rPr sz="1600" b="1" spc="-50" dirty="0">
                <a:latin typeface="Trebuchet MS"/>
                <a:cs typeface="Trebuchet MS"/>
              </a:rPr>
              <a:t>n</a:t>
            </a:r>
            <a:r>
              <a:rPr sz="1600" b="1" spc="-160" dirty="0">
                <a:latin typeface="Trebuchet MS"/>
                <a:cs typeface="Trebuchet MS"/>
              </a:rPr>
              <a:t> </a:t>
            </a:r>
            <a:r>
              <a:rPr sz="1600" b="1" dirty="0">
                <a:latin typeface="Trebuchet MS"/>
                <a:cs typeface="Trebuchet MS"/>
              </a:rPr>
              <a:t>an</a:t>
            </a:r>
            <a:r>
              <a:rPr sz="1600" b="1" spc="-150" dirty="0">
                <a:latin typeface="Trebuchet MS"/>
                <a:cs typeface="Trebuchet MS"/>
              </a:rPr>
              <a:t> </a:t>
            </a:r>
            <a:r>
              <a:rPr sz="1600" b="1" spc="-45" dirty="0">
                <a:latin typeface="Trebuchet MS"/>
                <a:cs typeface="Trebuchet MS"/>
              </a:rPr>
              <a:t>of</a:t>
            </a:r>
            <a:r>
              <a:rPr sz="1600" b="1" spc="-25" dirty="0">
                <a:latin typeface="Trebuchet MS"/>
                <a:cs typeface="Trebuchet MS"/>
              </a:rPr>
              <a:t>f</a:t>
            </a:r>
            <a:r>
              <a:rPr sz="1600" b="1" spc="-15" dirty="0">
                <a:latin typeface="Trebuchet MS"/>
                <a:cs typeface="Trebuchet MS"/>
              </a:rPr>
              <a:t>ic</a:t>
            </a:r>
            <a:r>
              <a:rPr sz="1600" b="1" spc="-75" dirty="0">
                <a:latin typeface="Trebuchet MS"/>
                <a:cs typeface="Trebuchet MS"/>
              </a:rPr>
              <a:t>e</a:t>
            </a:r>
            <a:r>
              <a:rPr sz="1600" b="1" spc="125" dirty="0">
                <a:latin typeface="Trebuchet MS"/>
                <a:cs typeface="Trebuchet MS"/>
              </a:rPr>
              <a:t>?</a:t>
            </a:r>
            <a:r>
              <a:rPr sz="1600" b="1" spc="-170" dirty="0">
                <a:latin typeface="Trebuchet MS"/>
                <a:cs typeface="Trebuchet MS"/>
              </a:rPr>
              <a:t> </a:t>
            </a:r>
            <a:r>
              <a:rPr sz="1600" b="1" spc="25" dirty="0">
                <a:latin typeface="Trebuchet MS"/>
                <a:cs typeface="Trebuchet MS"/>
              </a:rPr>
              <a:t>Why?</a:t>
            </a:r>
            <a:endParaRPr sz="1600">
              <a:latin typeface="Trebuchet MS"/>
              <a:cs typeface="Trebuchet MS"/>
            </a:endParaRPr>
          </a:p>
          <a:p>
            <a:pPr marL="698500" lvl="1" indent="-229235">
              <a:lnSpc>
                <a:spcPct val="100000"/>
              </a:lnSpc>
              <a:spcBef>
                <a:spcPts val="484"/>
              </a:spcBef>
              <a:buFont typeface="Arial MT"/>
              <a:buChar char="•"/>
              <a:tabLst>
                <a:tab pos="698500" algn="l"/>
                <a:tab pos="699135" algn="l"/>
              </a:tabLst>
            </a:pPr>
            <a:r>
              <a:rPr sz="1050" spc="-20" dirty="0">
                <a:latin typeface="Trebuchet MS"/>
                <a:cs typeface="Trebuchet MS"/>
              </a:rPr>
              <a:t>Follow-up:</a:t>
            </a:r>
            <a:r>
              <a:rPr sz="1050" spc="-130" dirty="0">
                <a:latin typeface="Trebuchet MS"/>
                <a:cs typeface="Trebuchet MS"/>
              </a:rPr>
              <a:t> </a:t>
            </a:r>
            <a:r>
              <a:rPr sz="1050" dirty="0">
                <a:latin typeface="Trebuchet MS"/>
                <a:cs typeface="Trebuchet MS"/>
              </a:rPr>
              <a:t>What</a:t>
            </a:r>
            <a:r>
              <a:rPr sz="1050" spc="-130" dirty="0">
                <a:latin typeface="Trebuchet MS"/>
                <a:cs typeface="Trebuchet MS"/>
              </a:rPr>
              <a:t> </a:t>
            </a:r>
            <a:r>
              <a:rPr sz="1050" spc="-25" dirty="0">
                <a:latin typeface="Trebuchet MS"/>
                <a:cs typeface="Trebuchet MS"/>
              </a:rPr>
              <a:t>are</a:t>
            </a:r>
            <a:r>
              <a:rPr sz="1050" spc="-114" dirty="0">
                <a:latin typeface="Trebuchet MS"/>
                <a:cs typeface="Trebuchet MS"/>
              </a:rPr>
              <a:t> </a:t>
            </a:r>
            <a:r>
              <a:rPr sz="1050" spc="30" dirty="0">
                <a:latin typeface="Trebuchet MS"/>
                <a:cs typeface="Trebuchet MS"/>
              </a:rPr>
              <a:t>some</a:t>
            </a:r>
            <a:r>
              <a:rPr sz="1050" spc="-130" dirty="0">
                <a:latin typeface="Trebuchet MS"/>
                <a:cs typeface="Trebuchet MS"/>
              </a:rPr>
              <a:t> </a:t>
            </a:r>
            <a:r>
              <a:rPr sz="1050" spc="5" dirty="0">
                <a:latin typeface="Trebuchet MS"/>
                <a:cs typeface="Trebuchet MS"/>
              </a:rPr>
              <a:t>good</a:t>
            </a:r>
            <a:r>
              <a:rPr sz="1050" spc="-125" dirty="0">
                <a:latin typeface="Trebuchet MS"/>
                <a:cs typeface="Trebuchet MS"/>
              </a:rPr>
              <a:t> </a:t>
            </a:r>
            <a:r>
              <a:rPr sz="1050" spc="-10" dirty="0">
                <a:latin typeface="Trebuchet MS"/>
                <a:cs typeface="Trebuchet MS"/>
              </a:rPr>
              <a:t>things</a:t>
            </a:r>
            <a:r>
              <a:rPr sz="1050" spc="-135" dirty="0">
                <a:latin typeface="Trebuchet MS"/>
                <a:cs typeface="Trebuchet MS"/>
              </a:rPr>
              <a:t> </a:t>
            </a:r>
            <a:r>
              <a:rPr sz="1050" spc="-10" dirty="0">
                <a:latin typeface="Trebuchet MS"/>
                <a:cs typeface="Trebuchet MS"/>
              </a:rPr>
              <a:t>about</a:t>
            </a:r>
            <a:r>
              <a:rPr sz="1050" spc="-130" dirty="0">
                <a:latin typeface="Trebuchet MS"/>
                <a:cs typeface="Trebuchet MS"/>
              </a:rPr>
              <a:t> </a:t>
            </a:r>
            <a:r>
              <a:rPr sz="1050" spc="-20" dirty="0">
                <a:latin typeface="Trebuchet MS"/>
                <a:cs typeface="Trebuchet MS"/>
              </a:rPr>
              <a:t>working</a:t>
            </a:r>
            <a:r>
              <a:rPr sz="1050" spc="-125" dirty="0">
                <a:latin typeface="Trebuchet MS"/>
                <a:cs typeface="Trebuchet MS"/>
              </a:rPr>
              <a:t> </a:t>
            </a:r>
            <a:r>
              <a:rPr sz="1050" spc="-20" dirty="0">
                <a:latin typeface="Trebuchet MS"/>
                <a:cs typeface="Trebuchet MS"/>
              </a:rPr>
              <a:t>from</a:t>
            </a:r>
            <a:r>
              <a:rPr sz="1050" spc="-135" dirty="0">
                <a:latin typeface="Trebuchet MS"/>
                <a:cs typeface="Trebuchet MS"/>
              </a:rPr>
              <a:t> </a:t>
            </a:r>
            <a:r>
              <a:rPr sz="1050" spc="35" dirty="0">
                <a:latin typeface="Trebuchet MS"/>
                <a:cs typeface="Trebuchet MS"/>
              </a:rPr>
              <a:t>home?</a:t>
            </a:r>
            <a:endParaRPr sz="1050">
              <a:latin typeface="Trebuchet MS"/>
              <a:cs typeface="Trebuchet MS"/>
            </a:endParaRPr>
          </a:p>
          <a:p>
            <a:pPr marL="241300" marR="5080" indent="-228600">
              <a:lnSpc>
                <a:spcPts val="1730"/>
              </a:lnSpc>
              <a:spcBef>
                <a:spcPts val="595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600" b="1" spc="25" dirty="0">
                <a:latin typeface="Trebuchet MS"/>
                <a:cs typeface="Trebuchet MS"/>
              </a:rPr>
              <a:t>Wh</a:t>
            </a:r>
            <a:r>
              <a:rPr sz="1600" b="1" dirty="0">
                <a:latin typeface="Trebuchet MS"/>
                <a:cs typeface="Trebuchet MS"/>
              </a:rPr>
              <a:t>a</a:t>
            </a:r>
            <a:r>
              <a:rPr sz="1600" b="1" spc="-70" dirty="0">
                <a:latin typeface="Trebuchet MS"/>
                <a:cs typeface="Trebuchet MS"/>
              </a:rPr>
              <a:t>t</a:t>
            </a:r>
            <a:r>
              <a:rPr sz="1600" b="1" spc="-145" dirty="0">
                <a:latin typeface="Trebuchet MS"/>
                <a:cs typeface="Trebuchet MS"/>
              </a:rPr>
              <a:t> </a:t>
            </a:r>
            <a:r>
              <a:rPr sz="1600" b="1" spc="-90" dirty="0">
                <a:latin typeface="Trebuchet MS"/>
                <a:cs typeface="Trebuchet MS"/>
              </a:rPr>
              <a:t>t</a:t>
            </a:r>
            <a:r>
              <a:rPr sz="1600" b="1" dirty="0">
                <a:latin typeface="Trebuchet MS"/>
                <a:cs typeface="Trebuchet MS"/>
              </a:rPr>
              <a:t>o</a:t>
            </a:r>
            <a:r>
              <a:rPr sz="1600" b="1" spc="-5" dirty="0">
                <a:latin typeface="Trebuchet MS"/>
                <a:cs typeface="Trebuchet MS"/>
              </a:rPr>
              <a:t>o</a:t>
            </a:r>
            <a:r>
              <a:rPr sz="1600" b="1" spc="65" dirty="0">
                <a:latin typeface="Trebuchet MS"/>
                <a:cs typeface="Trebuchet MS"/>
              </a:rPr>
              <a:t>ls</a:t>
            </a:r>
            <a:r>
              <a:rPr sz="1600" b="1" spc="-140" dirty="0">
                <a:latin typeface="Trebuchet MS"/>
                <a:cs typeface="Trebuchet MS"/>
              </a:rPr>
              <a:t> </a:t>
            </a:r>
            <a:r>
              <a:rPr sz="1600" b="1" spc="-55" dirty="0">
                <a:latin typeface="Trebuchet MS"/>
                <a:cs typeface="Trebuchet MS"/>
              </a:rPr>
              <a:t>o</a:t>
            </a:r>
            <a:r>
              <a:rPr sz="1600" b="1" spc="-40" dirty="0">
                <a:latin typeface="Trebuchet MS"/>
                <a:cs typeface="Trebuchet MS"/>
              </a:rPr>
              <a:t>r</a:t>
            </a:r>
            <a:r>
              <a:rPr sz="1600" b="1" spc="-160" dirty="0">
                <a:latin typeface="Trebuchet MS"/>
                <a:cs typeface="Trebuchet MS"/>
              </a:rPr>
              <a:t> </a:t>
            </a:r>
            <a:r>
              <a:rPr sz="1600" b="1" spc="15" dirty="0">
                <a:latin typeface="Trebuchet MS"/>
                <a:cs typeface="Trebuchet MS"/>
              </a:rPr>
              <a:t>a</a:t>
            </a:r>
            <a:r>
              <a:rPr sz="1600" b="1" spc="45" dirty="0">
                <a:latin typeface="Trebuchet MS"/>
                <a:cs typeface="Trebuchet MS"/>
              </a:rPr>
              <a:t>pp</a:t>
            </a:r>
            <a:r>
              <a:rPr sz="1600" b="1" spc="35" dirty="0">
                <a:latin typeface="Trebuchet MS"/>
                <a:cs typeface="Trebuchet MS"/>
              </a:rPr>
              <a:t>s</a:t>
            </a:r>
            <a:r>
              <a:rPr sz="1600" b="1" spc="-145" dirty="0">
                <a:latin typeface="Trebuchet MS"/>
                <a:cs typeface="Trebuchet MS"/>
              </a:rPr>
              <a:t> </a:t>
            </a:r>
            <a:r>
              <a:rPr sz="1600" b="1" spc="5" dirty="0">
                <a:latin typeface="Trebuchet MS"/>
                <a:cs typeface="Trebuchet MS"/>
              </a:rPr>
              <a:t>do</a:t>
            </a:r>
            <a:r>
              <a:rPr sz="1600" b="1" spc="-160" dirty="0">
                <a:latin typeface="Trebuchet MS"/>
                <a:cs typeface="Trebuchet MS"/>
              </a:rPr>
              <a:t> </a:t>
            </a:r>
            <a:r>
              <a:rPr sz="1600" b="1" spc="-80" dirty="0">
                <a:latin typeface="Trebuchet MS"/>
                <a:cs typeface="Trebuchet MS"/>
              </a:rPr>
              <a:t>y</a:t>
            </a:r>
            <a:r>
              <a:rPr sz="1600" b="1" spc="-10" dirty="0">
                <a:latin typeface="Trebuchet MS"/>
                <a:cs typeface="Trebuchet MS"/>
              </a:rPr>
              <a:t>o</a:t>
            </a:r>
            <a:r>
              <a:rPr sz="1600" b="1" spc="-5" dirty="0">
                <a:latin typeface="Trebuchet MS"/>
                <a:cs typeface="Trebuchet MS"/>
              </a:rPr>
              <a:t>u</a:t>
            </a:r>
            <a:r>
              <a:rPr sz="1600" b="1" spc="-170" dirty="0">
                <a:latin typeface="Trebuchet MS"/>
                <a:cs typeface="Trebuchet MS"/>
              </a:rPr>
              <a:t> </a:t>
            </a:r>
            <a:r>
              <a:rPr sz="1600" b="1" spc="-20" dirty="0">
                <a:latin typeface="Trebuchet MS"/>
                <a:cs typeface="Trebuchet MS"/>
              </a:rPr>
              <a:t>kn</a:t>
            </a:r>
            <a:r>
              <a:rPr sz="1600" b="1" spc="-30" dirty="0">
                <a:latin typeface="Trebuchet MS"/>
                <a:cs typeface="Trebuchet MS"/>
              </a:rPr>
              <a:t>o</a:t>
            </a:r>
            <a:r>
              <a:rPr sz="1600" b="1" spc="-40" dirty="0">
                <a:latin typeface="Trebuchet MS"/>
                <a:cs typeface="Trebuchet MS"/>
              </a:rPr>
              <a:t>w</a:t>
            </a:r>
            <a:r>
              <a:rPr sz="1600" b="1" spc="-160" dirty="0">
                <a:latin typeface="Trebuchet MS"/>
                <a:cs typeface="Trebuchet MS"/>
              </a:rPr>
              <a:t> </a:t>
            </a:r>
            <a:r>
              <a:rPr sz="1600" b="1" spc="-80" dirty="0">
                <a:latin typeface="Trebuchet MS"/>
                <a:cs typeface="Trebuchet MS"/>
              </a:rPr>
              <a:t>t</a:t>
            </a:r>
            <a:r>
              <a:rPr sz="1600" b="1" spc="-5" dirty="0">
                <a:latin typeface="Trebuchet MS"/>
                <a:cs typeface="Trebuchet MS"/>
              </a:rPr>
              <a:t>h</a:t>
            </a:r>
            <a:r>
              <a:rPr sz="1600" b="1" spc="-20" dirty="0">
                <a:latin typeface="Trebuchet MS"/>
                <a:cs typeface="Trebuchet MS"/>
              </a:rPr>
              <a:t>a</a:t>
            </a:r>
            <a:r>
              <a:rPr sz="1600" b="1" spc="-70" dirty="0">
                <a:latin typeface="Trebuchet MS"/>
                <a:cs typeface="Trebuchet MS"/>
              </a:rPr>
              <a:t>t</a:t>
            </a:r>
            <a:r>
              <a:rPr sz="1600" b="1" spc="-130" dirty="0">
                <a:latin typeface="Trebuchet MS"/>
                <a:cs typeface="Trebuchet MS"/>
              </a:rPr>
              <a:t> </a:t>
            </a:r>
            <a:r>
              <a:rPr sz="1600" b="1" spc="-20" dirty="0">
                <a:latin typeface="Trebuchet MS"/>
                <a:cs typeface="Trebuchet MS"/>
              </a:rPr>
              <a:t>hel</a:t>
            </a:r>
            <a:r>
              <a:rPr sz="1600" b="1" spc="-15" dirty="0">
                <a:latin typeface="Trebuchet MS"/>
                <a:cs typeface="Trebuchet MS"/>
              </a:rPr>
              <a:t>p</a:t>
            </a:r>
            <a:r>
              <a:rPr sz="1600" b="1" spc="-155" dirty="0">
                <a:latin typeface="Trebuchet MS"/>
                <a:cs typeface="Trebuchet MS"/>
              </a:rPr>
              <a:t> </a:t>
            </a:r>
            <a:r>
              <a:rPr sz="1600" b="1" spc="-10" dirty="0">
                <a:latin typeface="Trebuchet MS"/>
                <a:cs typeface="Trebuchet MS"/>
              </a:rPr>
              <a:t>peop</a:t>
            </a:r>
            <a:r>
              <a:rPr sz="1600" b="1" spc="-15" dirty="0">
                <a:latin typeface="Trebuchet MS"/>
                <a:cs typeface="Trebuchet MS"/>
              </a:rPr>
              <a:t>l</a:t>
            </a:r>
            <a:r>
              <a:rPr sz="1600" b="1" spc="-25" dirty="0">
                <a:latin typeface="Trebuchet MS"/>
                <a:cs typeface="Trebuchet MS"/>
              </a:rPr>
              <a:t>e  </a:t>
            </a:r>
            <a:r>
              <a:rPr sz="1600" b="1" spc="-55" dirty="0">
                <a:latin typeface="Trebuchet MS"/>
                <a:cs typeface="Trebuchet MS"/>
              </a:rPr>
              <a:t>w</a:t>
            </a:r>
            <a:r>
              <a:rPr sz="1600" b="1" spc="-45" dirty="0">
                <a:latin typeface="Trebuchet MS"/>
                <a:cs typeface="Trebuchet MS"/>
              </a:rPr>
              <a:t>or</a:t>
            </a:r>
            <a:r>
              <a:rPr sz="1600" b="1" spc="-40" dirty="0">
                <a:latin typeface="Trebuchet MS"/>
                <a:cs typeface="Trebuchet MS"/>
              </a:rPr>
              <a:t>k</a:t>
            </a:r>
            <a:r>
              <a:rPr sz="1600" b="1" spc="-160" dirty="0">
                <a:latin typeface="Trebuchet MS"/>
                <a:cs typeface="Trebuchet MS"/>
              </a:rPr>
              <a:t> </a:t>
            </a:r>
            <a:r>
              <a:rPr sz="1600" b="1" spc="-75" dirty="0">
                <a:latin typeface="Trebuchet MS"/>
                <a:cs typeface="Trebuchet MS"/>
              </a:rPr>
              <a:t>f</a:t>
            </a:r>
            <a:r>
              <a:rPr sz="1600" b="1" spc="-100" dirty="0">
                <a:latin typeface="Trebuchet MS"/>
                <a:cs typeface="Trebuchet MS"/>
              </a:rPr>
              <a:t>r</a:t>
            </a:r>
            <a:r>
              <a:rPr sz="1600" b="1" spc="15" dirty="0">
                <a:latin typeface="Trebuchet MS"/>
                <a:cs typeface="Trebuchet MS"/>
              </a:rPr>
              <a:t>o</a:t>
            </a:r>
            <a:r>
              <a:rPr sz="1600" b="1" spc="30" dirty="0">
                <a:latin typeface="Trebuchet MS"/>
                <a:cs typeface="Trebuchet MS"/>
              </a:rPr>
              <a:t>m</a:t>
            </a:r>
            <a:r>
              <a:rPr sz="1600" b="1" spc="-165" dirty="0">
                <a:latin typeface="Trebuchet MS"/>
                <a:cs typeface="Trebuchet MS"/>
              </a:rPr>
              <a:t> </a:t>
            </a:r>
            <a:r>
              <a:rPr sz="1600" b="1" dirty="0">
                <a:latin typeface="Trebuchet MS"/>
                <a:cs typeface="Trebuchet MS"/>
              </a:rPr>
              <a:t>hom</a:t>
            </a:r>
            <a:r>
              <a:rPr sz="1600" b="1" spc="-95" dirty="0">
                <a:latin typeface="Trebuchet MS"/>
                <a:cs typeface="Trebuchet MS"/>
              </a:rPr>
              <a:t>e</a:t>
            </a:r>
            <a:r>
              <a:rPr sz="1600" b="1" spc="125" dirty="0">
                <a:latin typeface="Trebuchet MS"/>
                <a:cs typeface="Trebuchet MS"/>
              </a:rPr>
              <a:t>?</a:t>
            </a:r>
            <a:endParaRPr sz="1600">
              <a:latin typeface="Trebuchet MS"/>
              <a:cs typeface="Trebuchet MS"/>
            </a:endParaRPr>
          </a:p>
          <a:p>
            <a:pPr marL="698500" lvl="1" indent="-229235">
              <a:lnSpc>
                <a:spcPct val="100000"/>
              </a:lnSpc>
              <a:spcBef>
                <a:spcPts val="475"/>
              </a:spcBef>
              <a:buFont typeface="Arial MT"/>
              <a:buChar char="•"/>
              <a:tabLst>
                <a:tab pos="698500" algn="l"/>
                <a:tab pos="699135" algn="l"/>
              </a:tabLst>
            </a:pPr>
            <a:r>
              <a:rPr sz="1050" spc="5" dirty="0">
                <a:latin typeface="Trebuchet MS"/>
                <a:cs typeface="Trebuchet MS"/>
              </a:rPr>
              <a:t>F</a:t>
            </a:r>
            <a:r>
              <a:rPr sz="1050" spc="10" dirty="0">
                <a:latin typeface="Trebuchet MS"/>
                <a:cs typeface="Trebuchet MS"/>
              </a:rPr>
              <a:t>o</a:t>
            </a:r>
            <a:r>
              <a:rPr sz="1050" spc="-20" dirty="0">
                <a:latin typeface="Trebuchet MS"/>
                <a:cs typeface="Trebuchet MS"/>
              </a:rPr>
              <a:t>llo</a:t>
            </a:r>
            <a:r>
              <a:rPr sz="1050" spc="-30" dirty="0">
                <a:latin typeface="Trebuchet MS"/>
                <a:cs typeface="Trebuchet MS"/>
              </a:rPr>
              <a:t>w-</a:t>
            </a:r>
            <a:r>
              <a:rPr sz="1050" spc="10" dirty="0">
                <a:latin typeface="Trebuchet MS"/>
                <a:cs typeface="Trebuchet MS"/>
              </a:rPr>
              <a:t>u</a:t>
            </a:r>
            <a:r>
              <a:rPr sz="1050" dirty="0">
                <a:latin typeface="Trebuchet MS"/>
                <a:cs typeface="Trebuchet MS"/>
              </a:rPr>
              <a:t>p</a:t>
            </a:r>
            <a:r>
              <a:rPr sz="1050" spc="-85" dirty="0">
                <a:latin typeface="Trebuchet MS"/>
                <a:cs typeface="Trebuchet MS"/>
              </a:rPr>
              <a:t>:</a:t>
            </a:r>
            <a:r>
              <a:rPr sz="1050" spc="-130" dirty="0">
                <a:latin typeface="Trebuchet MS"/>
                <a:cs typeface="Trebuchet MS"/>
              </a:rPr>
              <a:t> </a:t>
            </a:r>
            <a:r>
              <a:rPr sz="1050" spc="50" dirty="0">
                <a:latin typeface="Trebuchet MS"/>
                <a:cs typeface="Trebuchet MS"/>
              </a:rPr>
              <a:t>W</a:t>
            </a:r>
            <a:r>
              <a:rPr sz="1050" spc="10" dirty="0">
                <a:latin typeface="Trebuchet MS"/>
                <a:cs typeface="Trebuchet MS"/>
              </a:rPr>
              <a:t>h</a:t>
            </a:r>
            <a:r>
              <a:rPr sz="1050" spc="-5" dirty="0">
                <a:latin typeface="Trebuchet MS"/>
                <a:cs typeface="Trebuchet MS"/>
              </a:rPr>
              <a:t>ich</a:t>
            </a:r>
            <a:r>
              <a:rPr sz="1050" spc="-145" dirty="0">
                <a:latin typeface="Trebuchet MS"/>
                <a:cs typeface="Trebuchet MS"/>
              </a:rPr>
              <a:t> </a:t>
            </a:r>
            <a:r>
              <a:rPr sz="1050" spc="15" dirty="0">
                <a:latin typeface="Trebuchet MS"/>
                <a:cs typeface="Trebuchet MS"/>
              </a:rPr>
              <a:t>o</a:t>
            </a:r>
            <a:r>
              <a:rPr sz="1050" spc="10" dirty="0">
                <a:latin typeface="Trebuchet MS"/>
                <a:cs typeface="Trebuchet MS"/>
              </a:rPr>
              <a:t>n</a:t>
            </a:r>
            <a:r>
              <a:rPr sz="1050" spc="-25" dirty="0">
                <a:latin typeface="Trebuchet MS"/>
                <a:cs typeface="Trebuchet MS"/>
              </a:rPr>
              <a:t>e</a:t>
            </a:r>
            <a:r>
              <a:rPr sz="1050" spc="85" dirty="0">
                <a:latin typeface="Trebuchet MS"/>
                <a:cs typeface="Trebuchet MS"/>
              </a:rPr>
              <a:t>s</a:t>
            </a:r>
            <a:r>
              <a:rPr sz="1050" spc="-135" dirty="0">
                <a:latin typeface="Trebuchet MS"/>
                <a:cs typeface="Trebuchet MS"/>
              </a:rPr>
              <a:t> </a:t>
            </a:r>
            <a:r>
              <a:rPr sz="1050" spc="10" dirty="0">
                <a:latin typeface="Trebuchet MS"/>
                <a:cs typeface="Trebuchet MS"/>
              </a:rPr>
              <a:t>h</a:t>
            </a:r>
            <a:r>
              <a:rPr sz="1050" spc="5" dirty="0">
                <a:latin typeface="Trebuchet MS"/>
                <a:cs typeface="Trebuchet MS"/>
              </a:rPr>
              <a:t>a</a:t>
            </a:r>
            <a:r>
              <a:rPr sz="1050" spc="-35" dirty="0">
                <a:latin typeface="Trebuchet MS"/>
                <a:cs typeface="Trebuchet MS"/>
              </a:rPr>
              <a:t>v</a:t>
            </a:r>
            <a:r>
              <a:rPr sz="1050" spc="-30" dirty="0">
                <a:latin typeface="Trebuchet MS"/>
                <a:cs typeface="Trebuchet MS"/>
              </a:rPr>
              <a:t>e</a:t>
            </a:r>
            <a:r>
              <a:rPr sz="1050" spc="-130" dirty="0">
                <a:latin typeface="Trebuchet MS"/>
                <a:cs typeface="Trebuchet MS"/>
              </a:rPr>
              <a:t> </a:t>
            </a:r>
            <a:r>
              <a:rPr sz="1050" spc="-20" dirty="0">
                <a:latin typeface="Trebuchet MS"/>
                <a:cs typeface="Trebuchet MS"/>
              </a:rPr>
              <a:t>y</a:t>
            </a:r>
            <a:r>
              <a:rPr sz="1050" spc="-10" dirty="0">
                <a:latin typeface="Trebuchet MS"/>
                <a:cs typeface="Trebuchet MS"/>
              </a:rPr>
              <a:t>o</a:t>
            </a:r>
            <a:r>
              <a:rPr sz="1050" spc="15" dirty="0">
                <a:latin typeface="Trebuchet MS"/>
                <a:cs typeface="Trebuchet MS"/>
              </a:rPr>
              <a:t>u</a:t>
            </a:r>
            <a:r>
              <a:rPr sz="1050" spc="-130" dirty="0">
                <a:latin typeface="Trebuchet MS"/>
                <a:cs typeface="Trebuchet MS"/>
              </a:rPr>
              <a:t> </a:t>
            </a:r>
            <a:r>
              <a:rPr sz="1050" spc="25" dirty="0">
                <a:latin typeface="Trebuchet MS"/>
                <a:cs typeface="Trebuchet MS"/>
              </a:rPr>
              <a:t>use</a:t>
            </a:r>
            <a:r>
              <a:rPr sz="1050" dirty="0">
                <a:latin typeface="Trebuchet MS"/>
                <a:cs typeface="Trebuchet MS"/>
              </a:rPr>
              <a:t>d</a:t>
            </a:r>
            <a:r>
              <a:rPr sz="1050" spc="140" dirty="0">
                <a:latin typeface="Trebuchet MS"/>
                <a:cs typeface="Trebuchet MS"/>
              </a:rPr>
              <a:t>?</a:t>
            </a:r>
            <a:endParaRPr sz="1050">
              <a:latin typeface="Trebuchet MS"/>
              <a:cs typeface="Trebuchet MS"/>
            </a:endParaRPr>
          </a:p>
          <a:p>
            <a:pPr marL="241300" marR="82550" indent="-228600">
              <a:lnSpc>
                <a:spcPts val="1730"/>
              </a:lnSpc>
              <a:spcBef>
                <a:spcPts val="590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600" b="1" spc="5" dirty="0">
                <a:latin typeface="Trebuchet MS"/>
                <a:cs typeface="Trebuchet MS"/>
              </a:rPr>
              <a:t>How</a:t>
            </a:r>
            <a:r>
              <a:rPr sz="1600" b="1" spc="-160" dirty="0">
                <a:latin typeface="Trebuchet MS"/>
                <a:cs typeface="Trebuchet MS"/>
              </a:rPr>
              <a:t> </a:t>
            </a:r>
            <a:r>
              <a:rPr sz="1600" b="1" spc="5" dirty="0">
                <a:latin typeface="Trebuchet MS"/>
                <a:cs typeface="Trebuchet MS"/>
              </a:rPr>
              <a:t>do</a:t>
            </a:r>
            <a:r>
              <a:rPr sz="1600" b="1" spc="-160" dirty="0">
                <a:latin typeface="Trebuchet MS"/>
                <a:cs typeface="Trebuchet MS"/>
              </a:rPr>
              <a:t> </a:t>
            </a:r>
            <a:r>
              <a:rPr sz="1600" b="1" spc="-35" dirty="0">
                <a:latin typeface="Trebuchet MS"/>
                <a:cs typeface="Trebuchet MS"/>
              </a:rPr>
              <a:t>you</a:t>
            </a:r>
            <a:r>
              <a:rPr sz="1600" b="1" spc="-170" dirty="0">
                <a:latin typeface="Trebuchet MS"/>
                <a:cs typeface="Trebuchet MS"/>
              </a:rPr>
              <a:t> </a:t>
            </a:r>
            <a:r>
              <a:rPr sz="1600" b="1" spc="-45" dirty="0">
                <a:latin typeface="Trebuchet MS"/>
                <a:cs typeface="Trebuchet MS"/>
              </a:rPr>
              <a:t>think</a:t>
            </a:r>
            <a:r>
              <a:rPr sz="1600" b="1" spc="-160" dirty="0">
                <a:latin typeface="Trebuchet MS"/>
                <a:cs typeface="Trebuchet MS"/>
              </a:rPr>
              <a:t> </a:t>
            </a:r>
            <a:r>
              <a:rPr sz="1600" b="1" spc="-15" dirty="0">
                <a:latin typeface="Trebuchet MS"/>
                <a:cs typeface="Trebuchet MS"/>
              </a:rPr>
              <a:t>people</a:t>
            </a:r>
            <a:r>
              <a:rPr sz="1600" b="1" spc="-150" dirty="0">
                <a:latin typeface="Trebuchet MS"/>
                <a:cs typeface="Trebuchet MS"/>
              </a:rPr>
              <a:t> </a:t>
            </a:r>
            <a:r>
              <a:rPr sz="1600" b="1" dirty="0">
                <a:latin typeface="Trebuchet MS"/>
                <a:cs typeface="Trebuchet MS"/>
              </a:rPr>
              <a:t>stay</a:t>
            </a:r>
            <a:r>
              <a:rPr sz="1600" b="1" spc="-160" dirty="0">
                <a:latin typeface="Trebuchet MS"/>
                <a:cs typeface="Trebuchet MS"/>
              </a:rPr>
              <a:t> </a:t>
            </a:r>
            <a:r>
              <a:rPr sz="1600" b="1" spc="-35" dirty="0">
                <a:latin typeface="Trebuchet MS"/>
                <a:cs typeface="Trebuchet MS"/>
              </a:rPr>
              <a:t>in</a:t>
            </a:r>
            <a:r>
              <a:rPr sz="1600" b="1" spc="-160" dirty="0">
                <a:latin typeface="Trebuchet MS"/>
                <a:cs typeface="Trebuchet MS"/>
              </a:rPr>
              <a:t> </a:t>
            </a:r>
            <a:r>
              <a:rPr sz="1600" b="1" spc="-20" dirty="0">
                <a:latin typeface="Trebuchet MS"/>
                <a:cs typeface="Trebuchet MS"/>
              </a:rPr>
              <a:t>touch</a:t>
            </a:r>
            <a:r>
              <a:rPr sz="1600" b="1" spc="-150" dirty="0">
                <a:latin typeface="Trebuchet MS"/>
                <a:cs typeface="Trebuchet MS"/>
              </a:rPr>
              <a:t> </a:t>
            </a:r>
            <a:r>
              <a:rPr sz="1600" b="1" spc="-50" dirty="0">
                <a:latin typeface="Trebuchet MS"/>
                <a:cs typeface="Trebuchet MS"/>
              </a:rPr>
              <a:t>with</a:t>
            </a:r>
            <a:r>
              <a:rPr sz="1600" b="1" spc="-145" dirty="0">
                <a:latin typeface="Trebuchet MS"/>
                <a:cs typeface="Trebuchet MS"/>
              </a:rPr>
              <a:t> </a:t>
            </a:r>
            <a:r>
              <a:rPr sz="1600" b="1" spc="-60" dirty="0">
                <a:latin typeface="Trebuchet MS"/>
                <a:cs typeface="Trebuchet MS"/>
              </a:rPr>
              <a:t>their </a:t>
            </a:r>
            <a:r>
              <a:rPr sz="1600" b="1" spc="-470" dirty="0">
                <a:latin typeface="Trebuchet MS"/>
                <a:cs typeface="Trebuchet MS"/>
              </a:rPr>
              <a:t> </a:t>
            </a:r>
            <a:r>
              <a:rPr sz="1600" b="1" spc="-90" dirty="0">
                <a:latin typeface="Trebuchet MS"/>
                <a:cs typeface="Trebuchet MS"/>
              </a:rPr>
              <a:t>t</a:t>
            </a:r>
            <a:r>
              <a:rPr sz="1600" b="1" spc="5" dirty="0">
                <a:latin typeface="Trebuchet MS"/>
                <a:cs typeface="Trebuchet MS"/>
              </a:rPr>
              <a:t>ea</a:t>
            </a:r>
            <a:r>
              <a:rPr sz="1600" b="1" spc="15" dirty="0">
                <a:latin typeface="Trebuchet MS"/>
                <a:cs typeface="Trebuchet MS"/>
              </a:rPr>
              <a:t>m</a:t>
            </a:r>
            <a:r>
              <a:rPr sz="1600" b="1" spc="-135" dirty="0">
                <a:latin typeface="Trebuchet MS"/>
                <a:cs typeface="Trebuchet MS"/>
              </a:rPr>
              <a:t> </a:t>
            </a:r>
            <a:r>
              <a:rPr sz="1600" b="1" spc="-35" dirty="0">
                <a:latin typeface="Trebuchet MS"/>
                <a:cs typeface="Trebuchet MS"/>
              </a:rPr>
              <a:t>whe</a:t>
            </a:r>
            <a:r>
              <a:rPr sz="1600" b="1" spc="-30" dirty="0">
                <a:latin typeface="Trebuchet MS"/>
                <a:cs typeface="Trebuchet MS"/>
              </a:rPr>
              <a:t>n</a:t>
            </a:r>
            <a:r>
              <a:rPr sz="1600" b="1" spc="-160" dirty="0">
                <a:latin typeface="Trebuchet MS"/>
                <a:cs typeface="Trebuchet MS"/>
              </a:rPr>
              <a:t> </a:t>
            </a:r>
            <a:r>
              <a:rPr sz="1600" b="1" spc="-55" dirty="0">
                <a:latin typeface="Trebuchet MS"/>
                <a:cs typeface="Trebuchet MS"/>
              </a:rPr>
              <a:t>the</a:t>
            </a:r>
            <a:r>
              <a:rPr sz="1600" b="1" spc="-50" dirty="0">
                <a:latin typeface="Trebuchet MS"/>
                <a:cs typeface="Trebuchet MS"/>
              </a:rPr>
              <a:t>y</a:t>
            </a:r>
            <a:r>
              <a:rPr sz="1600" b="1" spc="-160" dirty="0">
                <a:latin typeface="Trebuchet MS"/>
                <a:cs typeface="Trebuchet MS"/>
              </a:rPr>
              <a:t> </a:t>
            </a:r>
            <a:r>
              <a:rPr sz="1600" b="1" spc="-55" dirty="0">
                <a:latin typeface="Trebuchet MS"/>
                <a:cs typeface="Trebuchet MS"/>
              </a:rPr>
              <a:t>w</a:t>
            </a:r>
            <a:r>
              <a:rPr sz="1600" b="1" spc="-45" dirty="0">
                <a:latin typeface="Trebuchet MS"/>
                <a:cs typeface="Trebuchet MS"/>
              </a:rPr>
              <a:t>or</a:t>
            </a:r>
            <a:r>
              <a:rPr sz="1600" b="1" spc="-40" dirty="0">
                <a:latin typeface="Trebuchet MS"/>
                <a:cs typeface="Trebuchet MS"/>
              </a:rPr>
              <a:t>k</a:t>
            </a:r>
            <a:r>
              <a:rPr sz="1600" b="1" spc="-160" dirty="0">
                <a:latin typeface="Trebuchet MS"/>
                <a:cs typeface="Trebuchet MS"/>
              </a:rPr>
              <a:t> </a:t>
            </a:r>
            <a:r>
              <a:rPr sz="1600" b="1" spc="-75" dirty="0">
                <a:latin typeface="Trebuchet MS"/>
                <a:cs typeface="Trebuchet MS"/>
              </a:rPr>
              <a:t>f</a:t>
            </a:r>
            <a:r>
              <a:rPr sz="1600" b="1" spc="-100" dirty="0">
                <a:latin typeface="Trebuchet MS"/>
                <a:cs typeface="Trebuchet MS"/>
              </a:rPr>
              <a:t>r</a:t>
            </a:r>
            <a:r>
              <a:rPr sz="1600" b="1" spc="15" dirty="0">
                <a:latin typeface="Trebuchet MS"/>
                <a:cs typeface="Trebuchet MS"/>
              </a:rPr>
              <a:t>o</a:t>
            </a:r>
            <a:r>
              <a:rPr sz="1600" b="1" spc="30" dirty="0">
                <a:latin typeface="Trebuchet MS"/>
                <a:cs typeface="Trebuchet MS"/>
              </a:rPr>
              <a:t>m</a:t>
            </a:r>
            <a:r>
              <a:rPr sz="1600" b="1" spc="-165" dirty="0">
                <a:latin typeface="Trebuchet MS"/>
                <a:cs typeface="Trebuchet MS"/>
              </a:rPr>
              <a:t> </a:t>
            </a:r>
            <a:r>
              <a:rPr sz="1600" b="1" dirty="0">
                <a:latin typeface="Trebuchet MS"/>
                <a:cs typeface="Trebuchet MS"/>
              </a:rPr>
              <a:t>hom</a:t>
            </a:r>
            <a:r>
              <a:rPr sz="1600" b="1" spc="-95" dirty="0">
                <a:latin typeface="Trebuchet MS"/>
                <a:cs typeface="Trebuchet MS"/>
              </a:rPr>
              <a:t>e</a:t>
            </a:r>
            <a:r>
              <a:rPr sz="1600" b="1" spc="125" dirty="0">
                <a:latin typeface="Trebuchet MS"/>
                <a:cs typeface="Trebuchet MS"/>
              </a:rPr>
              <a:t>?</a:t>
            </a:r>
            <a:endParaRPr sz="1600">
              <a:latin typeface="Trebuchet MS"/>
              <a:cs typeface="Trebuchet MS"/>
            </a:endParaRPr>
          </a:p>
          <a:p>
            <a:pPr marL="698500" lvl="1" indent="-229235">
              <a:lnSpc>
                <a:spcPct val="100000"/>
              </a:lnSpc>
              <a:spcBef>
                <a:spcPts val="484"/>
              </a:spcBef>
              <a:buFont typeface="Arial MT"/>
              <a:buChar char="•"/>
              <a:tabLst>
                <a:tab pos="698500" algn="l"/>
                <a:tab pos="699135" algn="l"/>
              </a:tabLst>
            </a:pPr>
            <a:r>
              <a:rPr sz="1050" spc="-10" dirty="0">
                <a:latin typeface="Trebuchet MS"/>
                <a:cs typeface="Trebuchet MS"/>
              </a:rPr>
              <a:t>Follo</a:t>
            </a:r>
            <a:r>
              <a:rPr sz="1050" spc="-25" dirty="0">
                <a:latin typeface="Trebuchet MS"/>
                <a:cs typeface="Trebuchet MS"/>
              </a:rPr>
              <a:t>w</a:t>
            </a:r>
            <a:r>
              <a:rPr sz="1050" spc="-35" dirty="0">
                <a:latin typeface="Trebuchet MS"/>
                <a:cs typeface="Trebuchet MS"/>
              </a:rPr>
              <a:t>-</a:t>
            </a:r>
            <a:r>
              <a:rPr sz="1050" spc="10" dirty="0">
                <a:latin typeface="Trebuchet MS"/>
                <a:cs typeface="Trebuchet MS"/>
              </a:rPr>
              <a:t>u</a:t>
            </a:r>
            <a:r>
              <a:rPr sz="1050" spc="-5" dirty="0">
                <a:latin typeface="Trebuchet MS"/>
                <a:cs typeface="Trebuchet MS"/>
              </a:rPr>
              <a:t>p</a:t>
            </a:r>
            <a:r>
              <a:rPr sz="1050" spc="-85" dirty="0">
                <a:latin typeface="Trebuchet MS"/>
                <a:cs typeface="Trebuchet MS"/>
              </a:rPr>
              <a:t>:</a:t>
            </a:r>
            <a:r>
              <a:rPr sz="1050" spc="-130" dirty="0">
                <a:latin typeface="Trebuchet MS"/>
                <a:cs typeface="Trebuchet MS"/>
              </a:rPr>
              <a:t> </a:t>
            </a:r>
            <a:r>
              <a:rPr sz="1050" spc="45" dirty="0">
                <a:latin typeface="Trebuchet MS"/>
                <a:cs typeface="Trebuchet MS"/>
              </a:rPr>
              <a:t>W</a:t>
            </a:r>
            <a:r>
              <a:rPr sz="1050" spc="5" dirty="0">
                <a:latin typeface="Trebuchet MS"/>
                <a:cs typeface="Trebuchet MS"/>
              </a:rPr>
              <a:t>h</a:t>
            </a:r>
            <a:r>
              <a:rPr sz="1050" spc="-45" dirty="0">
                <a:latin typeface="Trebuchet MS"/>
                <a:cs typeface="Trebuchet MS"/>
              </a:rPr>
              <a:t>a</a:t>
            </a:r>
            <a:r>
              <a:rPr sz="1050" spc="-30" dirty="0">
                <a:latin typeface="Trebuchet MS"/>
                <a:cs typeface="Trebuchet MS"/>
              </a:rPr>
              <a:t>t</a:t>
            </a:r>
            <a:r>
              <a:rPr sz="1050" spc="-130" dirty="0">
                <a:latin typeface="Trebuchet MS"/>
                <a:cs typeface="Trebuchet MS"/>
              </a:rPr>
              <a:t> </a:t>
            </a:r>
            <a:r>
              <a:rPr sz="1050" spc="-5" dirty="0">
                <a:latin typeface="Trebuchet MS"/>
                <a:cs typeface="Trebuchet MS"/>
              </a:rPr>
              <a:t>p</a:t>
            </a:r>
            <a:r>
              <a:rPr sz="1050" spc="-65" dirty="0">
                <a:latin typeface="Trebuchet MS"/>
                <a:cs typeface="Trebuchet MS"/>
              </a:rPr>
              <a:t>r</a:t>
            </a:r>
            <a:r>
              <a:rPr sz="1050" spc="20" dirty="0">
                <a:latin typeface="Trebuchet MS"/>
                <a:cs typeface="Trebuchet MS"/>
              </a:rPr>
              <a:t>o</a:t>
            </a:r>
            <a:r>
              <a:rPr sz="1050" spc="-5" dirty="0">
                <a:latin typeface="Trebuchet MS"/>
                <a:cs typeface="Trebuchet MS"/>
              </a:rPr>
              <a:t>b</a:t>
            </a:r>
            <a:r>
              <a:rPr sz="1050" spc="-25" dirty="0">
                <a:latin typeface="Trebuchet MS"/>
                <a:cs typeface="Trebuchet MS"/>
              </a:rPr>
              <a:t>l</a:t>
            </a:r>
            <a:r>
              <a:rPr sz="1050" spc="-45" dirty="0">
                <a:latin typeface="Trebuchet MS"/>
                <a:cs typeface="Trebuchet MS"/>
              </a:rPr>
              <a:t>e</a:t>
            </a:r>
            <a:r>
              <a:rPr sz="1050" spc="75" dirty="0">
                <a:latin typeface="Trebuchet MS"/>
                <a:cs typeface="Trebuchet MS"/>
              </a:rPr>
              <a:t>m</a:t>
            </a:r>
            <a:r>
              <a:rPr sz="1050" spc="35" dirty="0">
                <a:latin typeface="Trebuchet MS"/>
                <a:cs typeface="Trebuchet MS"/>
              </a:rPr>
              <a:t>s</a:t>
            </a:r>
            <a:r>
              <a:rPr sz="1050" spc="-130" dirty="0">
                <a:latin typeface="Trebuchet MS"/>
                <a:cs typeface="Trebuchet MS"/>
              </a:rPr>
              <a:t> </a:t>
            </a:r>
            <a:r>
              <a:rPr sz="1050" spc="-15" dirty="0">
                <a:latin typeface="Trebuchet MS"/>
                <a:cs typeface="Trebuchet MS"/>
              </a:rPr>
              <a:t>m</a:t>
            </a:r>
            <a:r>
              <a:rPr sz="1050" spc="-10" dirty="0">
                <a:latin typeface="Trebuchet MS"/>
                <a:cs typeface="Trebuchet MS"/>
              </a:rPr>
              <a:t>i</a:t>
            </a:r>
            <a:r>
              <a:rPr sz="1050" spc="-15" dirty="0">
                <a:latin typeface="Trebuchet MS"/>
                <a:cs typeface="Trebuchet MS"/>
              </a:rPr>
              <a:t>g</a:t>
            </a:r>
            <a:r>
              <a:rPr sz="1050" spc="5" dirty="0">
                <a:latin typeface="Trebuchet MS"/>
                <a:cs typeface="Trebuchet MS"/>
              </a:rPr>
              <a:t>h</a:t>
            </a:r>
            <a:r>
              <a:rPr sz="1050" spc="-75" dirty="0">
                <a:latin typeface="Trebuchet MS"/>
                <a:cs typeface="Trebuchet MS"/>
              </a:rPr>
              <a:t>t</a:t>
            </a:r>
            <a:r>
              <a:rPr sz="1050" spc="-135" dirty="0">
                <a:latin typeface="Trebuchet MS"/>
                <a:cs typeface="Trebuchet MS"/>
              </a:rPr>
              <a:t> </a:t>
            </a:r>
            <a:r>
              <a:rPr sz="1050" spc="5" dirty="0">
                <a:latin typeface="Trebuchet MS"/>
                <a:cs typeface="Trebuchet MS"/>
              </a:rPr>
              <a:t>h</a:t>
            </a:r>
            <a:r>
              <a:rPr sz="1050" dirty="0">
                <a:latin typeface="Trebuchet MS"/>
                <a:cs typeface="Trebuchet MS"/>
              </a:rPr>
              <a:t>ap</a:t>
            </a:r>
            <a:r>
              <a:rPr sz="1050" spc="-5" dirty="0">
                <a:latin typeface="Trebuchet MS"/>
                <a:cs typeface="Trebuchet MS"/>
              </a:rPr>
              <a:t>p</a:t>
            </a:r>
            <a:r>
              <a:rPr sz="1050" spc="-30" dirty="0">
                <a:latin typeface="Trebuchet MS"/>
                <a:cs typeface="Trebuchet MS"/>
              </a:rPr>
              <a:t>e</a:t>
            </a:r>
            <a:r>
              <a:rPr sz="1050" spc="5" dirty="0">
                <a:latin typeface="Trebuchet MS"/>
                <a:cs typeface="Trebuchet MS"/>
              </a:rPr>
              <a:t>n</a:t>
            </a:r>
            <a:r>
              <a:rPr sz="1050" spc="-135" dirty="0">
                <a:latin typeface="Trebuchet MS"/>
                <a:cs typeface="Trebuchet MS"/>
              </a:rPr>
              <a:t> </a:t>
            </a:r>
            <a:r>
              <a:rPr sz="1050" spc="-30" dirty="0">
                <a:latin typeface="Trebuchet MS"/>
                <a:cs typeface="Trebuchet MS"/>
              </a:rPr>
              <a:t>w</a:t>
            </a:r>
            <a:r>
              <a:rPr sz="1050" spc="-55" dirty="0">
                <a:latin typeface="Trebuchet MS"/>
                <a:cs typeface="Trebuchet MS"/>
              </a:rPr>
              <a:t>i</a:t>
            </a:r>
            <a:r>
              <a:rPr sz="1050" spc="-85" dirty="0">
                <a:latin typeface="Trebuchet MS"/>
                <a:cs typeface="Trebuchet MS"/>
              </a:rPr>
              <a:t>t</a:t>
            </a:r>
            <a:r>
              <a:rPr sz="1050" spc="5" dirty="0">
                <a:latin typeface="Trebuchet MS"/>
                <a:cs typeface="Trebuchet MS"/>
              </a:rPr>
              <a:t>h</a:t>
            </a:r>
            <a:r>
              <a:rPr sz="1050" spc="-110" dirty="0">
                <a:latin typeface="Trebuchet MS"/>
                <a:cs typeface="Trebuchet MS"/>
              </a:rPr>
              <a:t> </a:t>
            </a:r>
            <a:r>
              <a:rPr sz="1050" spc="30" dirty="0">
                <a:latin typeface="Trebuchet MS"/>
                <a:cs typeface="Trebuchet MS"/>
              </a:rPr>
              <a:t>c</a:t>
            </a:r>
            <a:r>
              <a:rPr sz="1050" spc="20" dirty="0">
                <a:latin typeface="Trebuchet MS"/>
                <a:cs typeface="Trebuchet MS"/>
              </a:rPr>
              <a:t>o</a:t>
            </a:r>
            <a:r>
              <a:rPr sz="1050" spc="30" dirty="0">
                <a:latin typeface="Trebuchet MS"/>
                <a:cs typeface="Trebuchet MS"/>
              </a:rPr>
              <a:t>m</a:t>
            </a:r>
            <a:r>
              <a:rPr sz="1050" spc="20" dirty="0">
                <a:latin typeface="Trebuchet MS"/>
                <a:cs typeface="Trebuchet MS"/>
              </a:rPr>
              <a:t>m</a:t>
            </a:r>
            <a:r>
              <a:rPr sz="1050" spc="10" dirty="0">
                <a:latin typeface="Trebuchet MS"/>
                <a:cs typeface="Trebuchet MS"/>
              </a:rPr>
              <a:t>u</a:t>
            </a:r>
            <a:r>
              <a:rPr sz="1050" spc="5" dirty="0">
                <a:latin typeface="Trebuchet MS"/>
                <a:cs typeface="Trebuchet MS"/>
              </a:rPr>
              <a:t>n</a:t>
            </a:r>
            <a:r>
              <a:rPr sz="1050" spc="-5" dirty="0">
                <a:latin typeface="Trebuchet MS"/>
                <a:cs typeface="Trebuchet MS"/>
              </a:rPr>
              <a:t>i</a:t>
            </a:r>
            <a:r>
              <a:rPr sz="1050" spc="-15" dirty="0">
                <a:latin typeface="Trebuchet MS"/>
                <a:cs typeface="Trebuchet MS"/>
              </a:rPr>
              <a:t>c</a:t>
            </a:r>
            <a:r>
              <a:rPr sz="1050" spc="-40" dirty="0">
                <a:latin typeface="Trebuchet MS"/>
                <a:cs typeface="Trebuchet MS"/>
              </a:rPr>
              <a:t>at</a:t>
            </a:r>
            <a:r>
              <a:rPr sz="1050" spc="-10" dirty="0">
                <a:latin typeface="Trebuchet MS"/>
                <a:cs typeface="Trebuchet MS"/>
              </a:rPr>
              <a:t>i</a:t>
            </a:r>
            <a:r>
              <a:rPr sz="1050" spc="-30" dirty="0">
                <a:latin typeface="Trebuchet MS"/>
                <a:cs typeface="Trebuchet MS"/>
              </a:rPr>
              <a:t>o</a:t>
            </a:r>
            <a:r>
              <a:rPr sz="1050" spc="-5" dirty="0">
                <a:latin typeface="Trebuchet MS"/>
                <a:cs typeface="Trebuchet MS"/>
              </a:rPr>
              <a:t>n</a:t>
            </a:r>
            <a:r>
              <a:rPr sz="1050" spc="145" dirty="0">
                <a:latin typeface="Trebuchet MS"/>
                <a:cs typeface="Trebuchet MS"/>
              </a:rPr>
              <a:t>?</a:t>
            </a:r>
            <a:endParaRPr sz="10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585977"/>
            <a:ext cx="247269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30" dirty="0"/>
              <a:t>W</a:t>
            </a:r>
            <a:r>
              <a:rPr sz="4400" spc="-175" dirty="0"/>
              <a:t>ar</a:t>
            </a:r>
            <a:r>
              <a:rPr sz="4400" spc="-305" dirty="0"/>
              <a:t>m</a:t>
            </a:r>
            <a:r>
              <a:rPr sz="4400" spc="-490" dirty="0"/>
              <a:t> </a:t>
            </a:r>
            <a:r>
              <a:rPr sz="4400" spc="-175" dirty="0"/>
              <a:t>up</a:t>
            </a:r>
            <a:r>
              <a:rPr sz="4400" spc="-475" dirty="0"/>
              <a:t> </a:t>
            </a:r>
            <a:r>
              <a:rPr sz="4400" spc="-5" dirty="0"/>
              <a:t>2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916939" y="1764538"/>
            <a:ext cx="422529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000" b="1" spc="50" dirty="0">
                <a:latin typeface="Trebuchet MS"/>
                <a:cs typeface="Trebuchet MS"/>
              </a:rPr>
              <a:t>W</a:t>
            </a:r>
            <a:r>
              <a:rPr sz="2000" b="1" spc="40" dirty="0">
                <a:latin typeface="Trebuchet MS"/>
                <a:cs typeface="Trebuchet MS"/>
              </a:rPr>
              <a:t>h</a:t>
            </a:r>
            <a:r>
              <a:rPr sz="2000" b="1" spc="25" dirty="0">
                <a:latin typeface="Trebuchet MS"/>
                <a:cs typeface="Trebuchet MS"/>
              </a:rPr>
              <a:t>a</a:t>
            </a:r>
            <a:r>
              <a:rPr sz="2000" b="1" spc="-85" dirty="0">
                <a:latin typeface="Trebuchet MS"/>
                <a:cs typeface="Trebuchet MS"/>
              </a:rPr>
              <a:t>t</a:t>
            </a:r>
            <a:r>
              <a:rPr sz="2000" b="1" spc="-210" dirty="0">
                <a:latin typeface="Trebuchet MS"/>
                <a:cs typeface="Trebuchet MS"/>
              </a:rPr>
              <a:t> </a:t>
            </a:r>
            <a:r>
              <a:rPr sz="2000" b="1" spc="15" dirty="0">
                <a:latin typeface="Trebuchet MS"/>
                <a:cs typeface="Trebuchet MS"/>
              </a:rPr>
              <a:t>do</a:t>
            </a:r>
            <a:r>
              <a:rPr sz="2000" b="1" spc="-180" dirty="0">
                <a:latin typeface="Trebuchet MS"/>
                <a:cs typeface="Trebuchet MS"/>
              </a:rPr>
              <a:t> </a:t>
            </a:r>
            <a:r>
              <a:rPr sz="2000" b="1" spc="-110" dirty="0">
                <a:latin typeface="Trebuchet MS"/>
                <a:cs typeface="Trebuchet MS"/>
              </a:rPr>
              <a:t>y</a:t>
            </a:r>
            <a:r>
              <a:rPr sz="2000" b="1" spc="15" dirty="0">
                <a:latin typeface="Trebuchet MS"/>
                <a:cs typeface="Trebuchet MS"/>
              </a:rPr>
              <a:t>o</a:t>
            </a:r>
            <a:r>
              <a:rPr sz="2000" b="1" spc="-20" dirty="0">
                <a:latin typeface="Trebuchet MS"/>
                <a:cs typeface="Trebuchet MS"/>
              </a:rPr>
              <a:t>u</a:t>
            </a:r>
            <a:r>
              <a:rPr sz="2000" b="1" spc="-195" dirty="0">
                <a:latin typeface="Trebuchet MS"/>
                <a:cs typeface="Trebuchet MS"/>
              </a:rPr>
              <a:t> </a:t>
            </a:r>
            <a:r>
              <a:rPr sz="2000" b="1" spc="-50" dirty="0">
                <a:latin typeface="Trebuchet MS"/>
                <a:cs typeface="Trebuchet MS"/>
              </a:rPr>
              <a:t>t</a:t>
            </a:r>
            <a:r>
              <a:rPr sz="2000" b="1" spc="-65" dirty="0">
                <a:latin typeface="Trebuchet MS"/>
                <a:cs typeface="Trebuchet MS"/>
              </a:rPr>
              <a:t>h</a:t>
            </a:r>
            <a:r>
              <a:rPr sz="2000" b="1" spc="-35" dirty="0">
                <a:latin typeface="Trebuchet MS"/>
                <a:cs typeface="Trebuchet MS"/>
              </a:rPr>
              <a:t>i</a:t>
            </a:r>
            <a:r>
              <a:rPr sz="2000" b="1" spc="-50" dirty="0">
                <a:latin typeface="Trebuchet MS"/>
                <a:cs typeface="Trebuchet MS"/>
              </a:rPr>
              <a:t>n</a:t>
            </a:r>
            <a:r>
              <a:rPr sz="2000" b="1" spc="-30" dirty="0">
                <a:latin typeface="Trebuchet MS"/>
                <a:cs typeface="Trebuchet MS"/>
              </a:rPr>
              <a:t>k</a:t>
            </a:r>
            <a:r>
              <a:rPr sz="2000" b="1" spc="-200" dirty="0">
                <a:latin typeface="Trebuchet MS"/>
                <a:cs typeface="Trebuchet MS"/>
              </a:rPr>
              <a:t> </a:t>
            </a:r>
            <a:r>
              <a:rPr sz="2000" b="1" spc="-20" dirty="0">
                <a:latin typeface="Trebuchet MS"/>
                <a:cs typeface="Trebuchet MS"/>
              </a:rPr>
              <a:t>p</a:t>
            </a:r>
            <a:r>
              <a:rPr sz="2000" b="1" spc="-10" dirty="0">
                <a:latin typeface="Trebuchet MS"/>
                <a:cs typeface="Trebuchet MS"/>
              </a:rPr>
              <a:t>e</a:t>
            </a:r>
            <a:r>
              <a:rPr sz="2000" b="1" spc="15" dirty="0">
                <a:latin typeface="Trebuchet MS"/>
                <a:cs typeface="Trebuchet MS"/>
              </a:rPr>
              <a:t>o</a:t>
            </a:r>
            <a:r>
              <a:rPr sz="2000" b="1" spc="-15" dirty="0">
                <a:latin typeface="Trebuchet MS"/>
                <a:cs typeface="Trebuchet MS"/>
              </a:rPr>
              <a:t>pl</a:t>
            </a:r>
            <a:r>
              <a:rPr sz="2000" b="1" spc="-10" dirty="0">
                <a:latin typeface="Trebuchet MS"/>
                <a:cs typeface="Trebuchet MS"/>
              </a:rPr>
              <a:t>e</a:t>
            </a:r>
            <a:r>
              <a:rPr sz="2000" b="1" spc="-200" dirty="0">
                <a:latin typeface="Trebuchet MS"/>
                <a:cs typeface="Trebuchet MS"/>
              </a:rPr>
              <a:t> </a:t>
            </a:r>
            <a:r>
              <a:rPr sz="2000" b="1" spc="85" dirty="0">
                <a:latin typeface="Trebuchet MS"/>
                <a:cs typeface="Trebuchet MS"/>
              </a:rPr>
              <a:t>mis</a:t>
            </a:r>
            <a:r>
              <a:rPr sz="2000" b="1" spc="70" dirty="0">
                <a:latin typeface="Trebuchet MS"/>
                <a:cs typeface="Trebuchet MS"/>
              </a:rPr>
              <a:t>s</a:t>
            </a:r>
            <a:r>
              <a:rPr sz="2000" b="1" spc="-185" dirty="0">
                <a:latin typeface="Trebuchet MS"/>
                <a:cs typeface="Trebuchet MS"/>
              </a:rPr>
              <a:t> </a:t>
            </a:r>
            <a:r>
              <a:rPr sz="2000" b="1" spc="-55" dirty="0">
                <a:latin typeface="Trebuchet MS"/>
                <a:cs typeface="Trebuchet MS"/>
              </a:rPr>
              <a:t>the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5539" y="1977898"/>
            <a:ext cx="391604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90" dirty="0">
                <a:latin typeface="Trebuchet MS"/>
                <a:cs typeface="Trebuchet MS"/>
              </a:rPr>
              <a:t>mo</a:t>
            </a:r>
            <a:r>
              <a:rPr sz="2000" b="1" spc="45" dirty="0">
                <a:latin typeface="Trebuchet MS"/>
                <a:cs typeface="Trebuchet MS"/>
              </a:rPr>
              <a:t>s</a:t>
            </a:r>
            <a:r>
              <a:rPr sz="2000" b="1" spc="-85" dirty="0">
                <a:latin typeface="Trebuchet MS"/>
                <a:cs typeface="Trebuchet MS"/>
              </a:rPr>
              <a:t>t</a:t>
            </a:r>
            <a:r>
              <a:rPr sz="2000" b="1" spc="-190" dirty="0">
                <a:latin typeface="Trebuchet MS"/>
                <a:cs typeface="Trebuchet MS"/>
              </a:rPr>
              <a:t> </a:t>
            </a:r>
            <a:r>
              <a:rPr sz="2000" b="1" spc="-45" dirty="0">
                <a:latin typeface="Trebuchet MS"/>
                <a:cs typeface="Trebuchet MS"/>
              </a:rPr>
              <a:t>w</a:t>
            </a:r>
            <a:r>
              <a:rPr sz="2000" b="1" spc="-25" dirty="0">
                <a:latin typeface="Trebuchet MS"/>
                <a:cs typeface="Trebuchet MS"/>
              </a:rPr>
              <a:t>h</a:t>
            </a:r>
            <a:r>
              <a:rPr sz="2000" b="1" spc="-35" dirty="0">
                <a:latin typeface="Trebuchet MS"/>
                <a:cs typeface="Trebuchet MS"/>
              </a:rPr>
              <a:t>e</a:t>
            </a:r>
            <a:r>
              <a:rPr sz="2000" b="1" spc="-30" dirty="0">
                <a:latin typeface="Trebuchet MS"/>
                <a:cs typeface="Trebuchet MS"/>
              </a:rPr>
              <a:t>n</a:t>
            </a:r>
            <a:r>
              <a:rPr sz="2000" b="1" spc="-200" dirty="0">
                <a:latin typeface="Trebuchet MS"/>
                <a:cs typeface="Trebuchet MS"/>
              </a:rPr>
              <a:t> </a:t>
            </a:r>
            <a:r>
              <a:rPr sz="2000" b="1" spc="-60" dirty="0">
                <a:latin typeface="Trebuchet MS"/>
                <a:cs typeface="Trebuchet MS"/>
              </a:rPr>
              <a:t>they</a:t>
            </a:r>
            <a:r>
              <a:rPr sz="2000" b="1" spc="-180" dirty="0">
                <a:latin typeface="Trebuchet MS"/>
                <a:cs typeface="Trebuchet MS"/>
              </a:rPr>
              <a:t> </a:t>
            </a:r>
            <a:r>
              <a:rPr sz="2000" b="1" spc="-70" dirty="0">
                <a:latin typeface="Trebuchet MS"/>
                <a:cs typeface="Trebuchet MS"/>
              </a:rPr>
              <a:t>w</a:t>
            </a:r>
            <a:r>
              <a:rPr sz="2000" b="1" spc="15" dirty="0">
                <a:latin typeface="Trebuchet MS"/>
                <a:cs typeface="Trebuchet MS"/>
              </a:rPr>
              <a:t>o</a:t>
            </a:r>
            <a:r>
              <a:rPr sz="2000" b="1" spc="-114" dirty="0">
                <a:latin typeface="Trebuchet MS"/>
                <a:cs typeface="Trebuchet MS"/>
              </a:rPr>
              <a:t>r</a:t>
            </a:r>
            <a:r>
              <a:rPr sz="2000" b="1" spc="-30" dirty="0">
                <a:latin typeface="Trebuchet MS"/>
                <a:cs typeface="Trebuchet MS"/>
              </a:rPr>
              <a:t>k</a:t>
            </a:r>
            <a:r>
              <a:rPr sz="2000" b="1" spc="-210" dirty="0">
                <a:latin typeface="Trebuchet MS"/>
                <a:cs typeface="Trebuchet MS"/>
              </a:rPr>
              <a:t> </a:t>
            </a:r>
            <a:r>
              <a:rPr sz="2000" b="1" spc="-85" dirty="0">
                <a:latin typeface="Trebuchet MS"/>
                <a:cs typeface="Trebuchet MS"/>
              </a:rPr>
              <a:t>f</a:t>
            </a:r>
            <a:r>
              <a:rPr sz="2000" b="1" spc="-114" dirty="0">
                <a:latin typeface="Trebuchet MS"/>
                <a:cs typeface="Trebuchet MS"/>
              </a:rPr>
              <a:t>r</a:t>
            </a:r>
            <a:r>
              <a:rPr sz="2000" b="1" spc="15" dirty="0">
                <a:latin typeface="Trebuchet MS"/>
                <a:cs typeface="Trebuchet MS"/>
              </a:rPr>
              <a:t>o</a:t>
            </a:r>
            <a:r>
              <a:rPr sz="2000" b="1" spc="60" dirty="0">
                <a:latin typeface="Trebuchet MS"/>
                <a:cs typeface="Trebuchet MS"/>
              </a:rPr>
              <a:t>m</a:t>
            </a:r>
            <a:r>
              <a:rPr sz="2000" b="1" spc="-200" dirty="0">
                <a:latin typeface="Trebuchet MS"/>
                <a:cs typeface="Trebuchet MS"/>
              </a:rPr>
              <a:t> </a:t>
            </a:r>
            <a:r>
              <a:rPr sz="2000" b="1" spc="-10" dirty="0">
                <a:latin typeface="Trebuchet MS"/>
                <a:cs typeface="Trebuchet MS"/>
              </a:rPr>
              <a:t>h</a:t>
            </a:r>
            <a:r>
              <a:rPr sz="2000" b="1" dirty="0">
                <a:latin typeface="Trebuchet MS"/>
                <a:cs typeface="Trebuchet MS"/>
              </a:rPr>
              <a:t>o</a:t>
            </a:r>
            <a:r>
              <a:rPr sz="2000" b="1" spc="10" dirty="0">
                <a:latin typeface="Trebuchet MS"/>
                <a:cs typeface="Trebuchet MS"/>
              </a:rPr>
              <a:t>m</a:t>
            </a:r>
            <a:r>
              <a:rPr sz="2000" b="1" spc="-65" dirty="0">
                <a:latin typeface="Trebuchet MS"/>
                <a:cs typeface="Trebuchet MS"/>
              </a:rPr>
              <a:t>e</a:t>
            </a:r>
            <a:r>
              <a:rPr sz="2000" b="1" spc="160" dirty="0">
                <a:latin typeface="Trebuchet MS"/>
                <a:cs typeface="Trebuchet MS"/>
              </a:rPr>
              <a:t>?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74394" y="2215337"/>
            <a:ext cx="299021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500" spc="-25" dirty="0">
                <a:latin typeface="Trebuchet MS"/>
                <a:cs typeface="Trebuchet MS"/>
              </a:rPr>
              <a:t>F</a:t>
            </a:r>
            <a:r>
              <a:rPr sz="1500" spc="-30" dirty="0">
                <a:latin typeface="Trebuchet MS"/>
                <a:cs typeface="Trebuchet MS"/>
              </a:rPr>
              <a:t>ol</a:t>
            </a:r>
            <a:r>
              <a:rPr sz="1500" spc="-20" dirty="0">
                <a:latin typeface="Trebuchet MS"/>
                <a:cs typeface="Trebuchet MS"/>
              </a:rPr>
              <a:t>l</a:t>
            </a:r>
            <a:r>
              <a:rPr sz="1500" spc="5" dirty="0">
                <a:latin typeface="Trebuchet MS"/>
                <a:cs typeface="Trebuchet MS"/>
              </a:rPr>
              <a:t>o</a:t>
            </a:r>
            <a:r>
              <a:rPr sz="1500" spc="-40" dirty="0">
                <a:latin typeface="Trebuchet MS"/>
                <a:cs typeface="Trebuchet MS"/>
              </a:rPr>
              <a:t>w-</a:t>
            </a:r>
            <a:r>
              <a:rPr sz="1500" spc="-35" dirty="0">
                <a:latin typeface="Trebuchet MS"/>
                <a:cs typeface="Trebuchet MS"/>
              </a:rPr>
              <a:t>up:</a:t>
            </a:r>
            <a:r>
              <a:rPr sz="1500" spc="-200" dirty="0">
                <a:latin typeface="Trebuchet MS"/>
                <a:cs typeface="Trebuchet MS"/>
              </a:rPr>
              <a:t> </a:t>
            </a:r>
            <a:r>
              <a:rPr sz="1500" spc="-5" dirty="0">
                <a:latin typeface="Trebuchet MS"/>
                <a:cs typeface="Trebuchet MS"/>
              </a:rPr>
              <a:t>Wh</a:t>
            </a:r>
            <a:r>
              <a:rPr sz="1500" dirty="0">
                <a:latin typeface="Trebuchet MS"/>
                <a:cs typeface="Trebuchet MS"/>
              </a:rPr>
              <a:t>y</a:t>
            </a:r>
            <a:r>
              <a:rPr sz="1500" spc="-160" dirty="0">
                <a:latin typeface="Trebuchet MS"/>
                <a:cs typeface="Trebuchet MS"/>
              </a:rPr>
              <a:t> </a:t>
            </a:r>
            <a:r>
              <a:rPr sz="1500" spc="25" dirty="0">
                <a:latin typeface="Trebuchet MS"/>
                <a:cs typeface="Trebuchet MS"/>
              </a:rPr>
              <a:t>is</a:t>
            </a:r>
            <a:r>
              <a:rPr sz="1500" spc="-160" dirty="0">
                <a:latin typeface="Trebuchet MS"/>
                <a:cs typeface="Trebuchet MS"/>
              </a:rPr>
              <a:t> </a:t>
            </a:r>
            <a:r>
              <a:rPr sz="1500" spc="-120" dirty="0">
                <a:latin typeface="Trebuchet MS"/>
                <a:cs typeface="Trebuchet MS"/>
              </a:rPr>
              <a:t>t</a:t>
            </a:r>
            <a:r>
              <a:rPr sz="1500" spc="15" dirty="0">
                <a:latin typeface="Trebuchet MS"/>
                <a:cs typeface="Trebuchet MS"/>
              </a:rPr>
              <a:t>hi</a:t>
            </a:r>
            <a:r>
              <a:rPr sz="1500" spc="20" dirty="0">
                <a:latin typeface="Trebuchet MS"/>
                <a:cs typeface="Trebuchet MS"/>
              </a:rPr>
              <a:t>s</a:t>
            </a:r>
            <a:r>
              <a:rPr sz="1500" spc="-150" dirty="0">
                <a:latin typeface="Trebuchet MS"/>
                <a:cs typeface="Trebuchet MS"/>
              </a:rPr>
              <a:t> </a:t>
            </a:r>
            <a:r>
              <a:rPr sz="1500" spc="-35" dirty="0">
                <a:latin typeface="Trebuchet MS"/>
                <a:cs typeface="Trebuchet MS"/>
              </a:rPr>
              <a:t>impor</a:t>
            </a:r>
            <a:r>
              <a:rPr sz="1500" spc="-40" dirty="0">
                <a:latin typeface="Trebuchet MS"/>
                <a:cs typeface="Trebuchet MS"/>
              </a:rPr>
              <a:t>t</a:t>
            </a:r>
            <a:r>
              <a:rPr sz="1500" dirty="0">
                <a:latin typeface="Trebuchet MS"/>
                <a:cs typeface="Trebuchet MS"/>
              </a:rPr>
              <a:t>a</a:t>
            </a:r>
            <a:r>
              <a:rPr sz="1500" spc="-60" dirty="0">
                <a:latin typeface="Trebuchet MS"/>
                <a:cs typeface="Trebuchet MS"/>
              </a:rPr>
              <a:t>nt</a:t>
            </a:r>
            <a:r>
              <a:rPr sz="1500" spc="200" dirty="0">
                <a:latin typeface="Trebuchet MS"/>
                <a:cs typeface="Trebuchet MS"/>
              </a:rPr>
              <a:t>?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6939" y="2511679"/>
            <a:ext cx="458089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000" b="1" spc="50" dirty="0">
                <a:latin typeface="Trebuchet MS"/>
                <a:cs typeface="Trebuchet MS"/>
              </a:rPr>
              <a:t>W</a:t>
            </a:r>
            <a:r>
              <a:rPr sz="2000" b="1" spc="40" dirty="0">
                <a:latin typeface="Trebuchet MS"/>
                <a:cs typeface="Trebuchet MS"/>
              </a:rPr>
              <a:t>h</a:t>
            </a:r>
            <a:r>
              <a:rPr sz="2000" b="1" spc="25" dirty="0">
                <a:latin typeface="Trebuchet MS"/>
                <a:cs typeface="Trebuchet MS"/>
              </a:rPr>
              <a:t>a</a:t>
            </a:r>
            <a:r>
              <a:rPr sz="2000" b="1" spc="-85" dirty="0">
                <a:latin typeface="Trebuchet MS"/>
                <a:cs typeface="Trebuchet MS"/>
              </a:rPr>
              <a:t>t</a:t>
            </a:r>
            <a:r>
              <a:rPr sz="2000" b="1" spc="-210" dirty="0">
                <a:latin typeface="Trebuchet MS"/>
                <a:cs typeface="Trebuchet MS"/>
              </a:rPr>
              <a:t> </a:t>
            </a:r>
            <a:r>
              <a:rPr sz="2000" b="1" spc="30" dirty="0">
                <a:latin typeface="Trebuchet MS"/>
                <a:cs typeface="Trebuchet MS"/>
              </a:rPr>
              <a:t>can</a:t>
            </a:r>
            <a:r>
              <a:rPr sz="2000" b="1" spc="-195" dirty="0">
                <a:latin typeface="Trebuchet MS"/>
                <a:cs typeface="Trebuchet MS"/>
              </a:rPr>
              <a:t> </a:t>
            </a:r>
            <a:r>
              <a:rPr sz="2000" b="1" spc="20" dirty="0">
                <a:latin typeface="Trebuchet MS"/>
                <a:cs typeface="Trebuchet MS"/>
              </a:rPr>
              <a:t>ma</a:t>
            </a:r>
            <a:r>
              <a:rPr sz="2000" b="1" spc="-30" dirty="0">
                <a:latin typeface="Trebuchet MS"/>
                <a:cs typeface="Trebuchet MS"/>
              </a:rPr>
              <a:t>k</a:t>
            </a:r>
            <a:r>
              <a:rPr sz="2000" b="1" spc="-35" dirty="0">
                <a:latin typeface="Trebuchet MS"/>
                <a:cs typeface="Trebuchet MS"/>
              </a:rPr>
              <a:t>e</a:t>
            </a:r>
            <a:r>
              <a:rPr sz="2000" b="1" spc="-204" dirty="0">
                <a:latin typeface="Trebuchet MS"/>
                <a:cs typeface="Trebuchet MS"/>
              </a:rPr>
              <a:t> </a:t>
            </a:r>
            <a:r>
              <a:rPr sz="2000" b="1" spc="-70" dirty="0">
                <a:latin typeface="Trebuchet MS"/>
                <a:cs typeface="Trebuchet MS"/>
              </a:rPr>
              <a:t>i</a:t>
            </a:r>
            <a:r>
              <a:rPr sz="2000" b="1" spc="-80" dirty="0">
                <a:latin typeface="Trebuchet MS"/>
                <a:cs typeface="Trebuchet MS"/>
              </a:rPr>
              <a:t>t</a:t>
            </a:r>
            <a:r>
              <a:rPr sz="2000" b="1" spc="-185" dirty="0">
                <a:latin typeface="Trebuchet MS"/>
                <a:cs typeface="Trebuchet MS"/>
              </a:rPr>
              <a:t> </a:t>
            </a:r>
            <a:r>
              <a:rPr sz="2000" b="1" spc="-25" dirty="0">
                <a:latin typeface="Trebuchet MS"/>
                <a:cs typeface="Trebuchet MS"/>
              </a:rPr>
              <a:t>h</a:t>
            </a:r>
            <a:r>
              <a:rPr sz="2000" b="1" spc="-45" dirty="0">
                <a:latin typeface="Trebuchet MS"/>
                <a:cs typeface="Trebuchet MS"/>
              </a:rPr>
              <a:t>a</a:t>
            </a:r>
            <a:r>
              <a:rPr sz="2000" b="1" spc="-55" dirty="0">
                <a:latin typeface="Trebuchet MS"/>
                <a:cs typeface="Trebuchet MS"/>
              </a:rPr>
              <a:t>r</a:t>
            </a:r>
            <a:r>
              <a:rPr sz="2000" b="1" spc="10" dirty="0">
                <a:latin typeface="Trebuchet MS"/>
                <a:cs typeface="Trebuchet MS"/>
              </a:rPr>
              <a:t>d</a:t>
            </a:r>
            <a:r>
              <a:rPr sz="2000" b="1" spc="-204" dirty="0">
                <a:latin typeface="Trebuchet MS"/>
                <a:cs typeface="Trebuchet MS"/>
              </a:rPr>
              <a:t> </a:t>
            </a:r>
            <a:r>
              <a:rPr sz="2000" b="1" spc="-100" dirty="0">
                <a:latin typeface="Trebuchet MS"/>
                <a:cs typeface="Trebuchet MS"/>
              </a:rPr>
              <a:t>t</a:t>
            </a:r>
            <a:r>
              <a:rPr sz="2000" b="1" spc="15" dirty="0">
                <a:latin typeface="Trebuchet MS"/>
                <a:cs typeface="Trebuchet MS"/>
              </a:rPr>
              <a:t>o</a:t>
            </a:r>
            <a:r>
              <a:rPr sz="2000" b="1" spc="-185" dirty="0">
                <a:latin typeface="Trebuchet MS"/>
                <a:cs typeface="Trebuchet MS"/>
              </a:rPr>
              <a:t> </a:t>
            </a:r>
            <a:r>
              <a:rPr sz="2000" b="1" spc="75" dirty="0">
                <a:latin typeface="Trebuchet MS"/>
                <a:cs typeface="Trebuchet MS"/>
              </a:rPr>
              <a:t>c</a:t>
            </a:r>
            <a:r>
              <a:rPr sz="2000" b="1" spc="15" dirty="0">
                <a:latin typeface="Trebuchet MS"/>
                <a:cs typeface="Trebuchet MS"/>
              </a:rPr>
              <a:t>o</a:t>
            </a:r>
            <a:r>
              <a:rPr sz="2000" b="1" spc="-25" dirty="0">
                <a:latin typeface="Trebuchet MS"/>
                <a:cs typeface="Trebuchet MS"/>
              </a:rPr>
              <a:t>n</a:t>
            </a:r>
            <a:r>
              <a:rPr sz="2000" b="1" spc="75" dirty="0">
                <a:latin typeface="Trebuchet MS"/>
                <a:cs typeface="Trebuchet MS"/>
              </a:rPr>
              <a:t>c</a:t>
            </a:r>
            <a:r>
              <a:rPr sz="2000" b="1" spc="-35" dirty="0">
                <a:latin typeface="Trebuchet MS"/>
                <a:cs typeface="Trebuchet MS"/>
              </a:rPr>
              <a:t>e</a:t>
            </a:r>
            <a:r>
              <a:rPr sz="2000" b="1" spc="-25" dirty="0">
                <a:latin typeface="Trebuchet MS"/>
                <a:cs typeface="Trebuchet MS"/>
              </a:rPr>
              <a:t>n</a:t>
            </a:r>
            <a:r>
              <a:rPr sz="2000" b="1" spc="-100" dirty="0">
                <a:latin typeface="Trebuchet MS"/>
                <a:cs typeface="Trebuchet MS"/>
              </a:rPr>
              <a:t>t</a:t>
            </a:r>
            <a:r>
              <a:rPr sz="2000" b="1" spc="-160" dirty="0">
                <a:latin typeface="Trebuchet MS"/>
                <a:cs typeface="Trebuchet MS"/>
              </a:rPr>
              <a:t>r</a:t>
            </a:r>
            <a:r>
              <a:rPr sz="2000" b="1" spc="25" dirty="0">
                <a:latin typeface="Trebuchet MS"/>
                <a:cs typeface="Trebuchet MS"/>
              </a:rPr>
              <a:t>a</a:t>
            </a:r>
            <a:r>
              <a:rPr sz="2000" b="1" spc="-100" dirty="0">
                <a:latin typeface="Trebuchet MS"/>
                <a:cs typeface="Trebuchet MS"/>
              </a:rPr>
              <a:t>t</a:t>
            </a:r>
            <a:r>
              <a:rPr sz="2000" b="1" spc="-35" dirty="0">
                <a:latin typeface="Trebuchet MS"/>
                <a:cs typeface="Trebuchet MS"/>
              </a:rPr>
              <a:t>e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45539" y="2725038"/>
            <a:ext cx="306133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45" dirty="0">
                <a:latin typeface="Trebuchet MS"/>
                <a:cs typeface="Trebuchet MS"/>
              </a:rPr>
              <a:t>w</a:t>
            </a:r>
            <a:r>
              <a:rPr sz="2000" b="1" spc="-25" dirty="0">
                <a:latin typeface="Trebuchet MS"/>
                <a:cs typeface="Trebuchet MS"/>
              </a:rPr>
              <a:t>h</a:t>
            </a:r>
            <a:r>
              <a:rPr sz="2000" b="1" spc="-35" dirty="0">
                <a:latin typeface="Trebuchet MS"/>
                <a:cs typeface="Trebuchet MS"/>
              </a:rPr>
              <a:t>e</a:t>
            </a:r>
            <a:r>
              <a:rPr sz="2000" b="1" spc="-30" dirty="0">
                <a:latin typeface="Trebuchet MS"/>
                <a:cs typeface="Trebuchet MS"/>
              </a:rPr>
              <a:t>n</a:t>
            </a:r>
            <a:r>
              <a:rPr sz="2000" b="1" spc="-190" dirty="0">
                <a:latin typeface="Trebuchet MS"/>
                <a:cs typeface="Trebuchet MS"/>
              </a:rPr>
              <a:t> </a:t>
            </a:r>
            <a:r>
              <a:rPr sz="2000" b="1" spc="-70" dirty="0">
                <a:latin typeface="Trebuchet MS"/>
                <a:cs typeface="Trebuchet MS"/>
              </a:rPr>
              <a:t>w</a:t>
            </a:r>
            <a:r>
              <a:rPr sz="2000" b="1" spc="15" dirty="0">
                <a:latin typeface="Trebuchet MS"/>
                <a:cs typeface="Trebuchet MS"/>
              </a:rPr>
              <a:t>o</a:t>
            </a:r>
            <a:r>
              <a:rPr sz="2000" b="1" spc="-114" dirty="0">
                <a:latin typeface="Trebuchet MS"/>
                <a:cs typeface="Trebuchet MS"/>
              </a:rPr>
              <a:t>r</a:t>
            </a:r>
            <a:r>
              <a:rPr sz="2000" b="1" spc="-40" dirty="0">
                <a:latin typeface="Trebuchet MS"/>
                <a:cs typeface="Trebuchet MS"/>
              </a:rPr>
              <a:t>kin</a:t>
            </a:r>
            <a:r>
              <a:rPr sz="2000" b="1" spc="20" dirty="0">
                <a:latin typeface="Trebuchet MS"/>
                <a:cs typeface="Trebuchet MS"/>
              </a:rPr>
              <a:t>g</a:t>
            </a:r>
            <a:r>
              <a:rPr sz="2000" b="1" spc="-200" dirty="0">
                <a:latin typeface="Trebuchet MS"/>
                <a:cs typeface="Trebuchet MS"/>
              </a:rPr>
              <a:t> </a:t>
            </a:r>
            <a:r>
              <a:rPr sz="2000" b="1" spc="-85" dirty="0">
                <a:latin typeface="Trebuchet MS"/>
                <a:cs typeface="Trebuchet MS"/>
              </a:rPr>
              <a:t>f</a:t>
            </a:r>
            <a:r>
              <a:rPr sz="2000" b="1" spc="-114" dirty="0">
                <a:latin typeface="Trebuchet MS"/>
                <a:cs typeface="Trebuchet MS"/>
              </a:rPr>
              <a:t>r</a:t>
            </a:r>
            <a:r>
              <a:rPr sz="2000" b="1" spc="15" dirty="0">
                <a:latin typeface="Trebuchet MS"/>
                <a:cs typeface="Trebuchet MS"/>
              </a:rPr>
              <a:t>o</a:t>
            </a:r>
            <a:r>
              <a:rPr sz="2000" b="1" spc="60" dirty="0">
                <a:latin typeface="Trebuchet MS"/>
                <a:cs typeface="Trebuchet MS"/>
              </a:rPr>
              <a:t>m</a:t>
            </a:r>
            <a:r>
              <a:rPr sz="2000" b="1" spc="-200" dirty="0">
                <a:latin typeface="Trebuchet MS"/>
                <a:cs typeface="Trebuchet MS"/>
              </a:rPr>
              <a:t> </a:t>
            </a:r>
            <a:r>
              <a:rPr sz="2000" b="1" spc="-10" dirty="0">
                <a:latin typeface="Trebuchet MS"/>
                <a:cs typeface="Trebuchet MS"/>
              </a:rPr>
              <a:t>h</a:t>
            </a:r>
            <a:r>
              <a:rPr sz="2000" b="1" dirty="0">
                <a:latin typeface="Trebuchet MS"/>
                <a:cs typeface="Trebuchet MS"/>
              </a:rPr>
              <a:t>o</a:t>
            </a:r>
            <a:r>
              <a:rPr sz="2000" b="1" spc="10" dirty="0">
                <a:latin typeface="Trebuchet MS"/>
                <a:cs typeface="Trebuchet MS"/>
              </a:rPr>
              <a:t>m</a:t>
            </a:r>
            <a:r>
              <a:rPr sz="2000" b="1" spc="-65" dirty="0">
                <a:latin typeface="Trebuchet MS"/>
                <a:cs typeface="Trebuchet MS"/>
              </a:rPr>
              <a:t>e</a:t>
            </a:r>
            <a:r>
              <a:rPr sz="2000" b="1" spc="160" dirty="0">
                <a:latin typeface="Trebuchet MS"/>
                <a:cs typeface="Trebuchet MS"/>
              </a:rPr>
              <a:t>?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74394" y="2962783"/>
            <a:ext cx="3464560" cy="41402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241300" marR="5080" indent="-228600">
              <a:lnSpc>
                <a:spcPct val="70000"/>
              </a:lnSpc>
              <a:spcBef>
                <a:spcPts val="640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500" spc="-25" dirty="0">
                <a:latin typeface="Trebuchet MS"/>
                <a:cs typeface="Trebuchet MS"/>
              </a:rPr>
              <a:t>F</a:t>
            </a:r>
            <a:r>
              <a:rPr sz="1500" spc="-15" dirty="0">
                <a:latin typeface="Trebuchet MS"/>
                <a:cs typeface="Trebuchet MS"/>
              </a:rPr>
              <a:t>ol</a:t>
            </a:r>
            <a:r>
              <a:rPr sz="1500" spc="-55" dirty="0">
                <a:latin typeface="Trebuchet MS"/>
                <a:cs typeface="Trebuchet MS"/>
              </a:rPr>
              <a:t>l</a:t>
            </a:r>
            <a:r>
              <a:rPr sz="1500" spc="5" dirty="0">
                <a:latin typeface="Trebuchet MS"/>
                <a:cs typeface="Trebuchet MS"/>
              </a:rPr>
              <a:t>o</a:t>
            </a:r>
            <a:r>
              <a:rPr sz="1500" spc="-40" dirty="0">
                <a:latin typeface="Trebuchet MS"/>
                <a:cs typeface="Trebuchet MS"/>
              </a:rPr>
              <a:t>w-</a:t>
            </a:r>
            <a:r>
              <a:rPr sz="1500" spc="-35" dirty="0">
                <a:latin typeface="Trebuchet MS"/>
                <a:cs typeface="Trebuchet MS"/>
              </a:rPr>
              <a:t>up:</a:t>
            </a:r>
            <a:r>
              <a:rPr sz="1500" spc="-200" dirty="0">
                <a:latin typeface="Trebuchet MS"/>
                <a:cs typeface="Trebuchet MS"/>
              </a:rPr>
              <a:t> </a:t>
            </a:r>
            <a:r>
              <a:rPr sz="1500" spc="70" dirty="0">
                <a:latin typeface="Trebuchet MS"/>
                <a:cs typeface="Trebuchet MS"/>
              </a:rPr>
              <a:t>H</a:t>
            </a:r>
            <a:r>
              <a:rPr sz="1500" spc="5" dirty="0">
                <a:latin typeface="Trebuchet MS"/>
                <a:cs typeface="Trebuchet MS"/>
              </a:rPr>
              <a:t>o</a:t>
            </a:r>
            <a:r>
              <a:rPr sz="1500" spc="-40" dirty="0">
                <a:latin typeface="Trebuchet MS"/>
                <a:cs typeface="Trebuchet MS"/>
              </a:rPr>
              <a:t>w</a:t>
            </a:r>
            <a:r>
              <a:rPr sz="1500" spc="-155" dirty="0">
                <a:latin typeface="Trebuchet MS"/>
                <a:cs typeface="Trebuchet MS"/>
              </a:rPr>
              <a:t> </a:t>
            </a:r>
            <a:r>
              <a:rPr sz="1500" spc="30" dirty="0">
                <a:latin typeface="Trebuchet MS"/>
                <a:cs typeface="Trebuchet MS"/>
              </a:rPr>
              <a:t>c</a:t>
            </a:r>
            <a:r>
              <a:rPr sz="1500" dirty="0">
                <a:latin typeface="Trebuchet MS"/>
                <a:cs typeface="Trebuchet MS"/>
              </a:rPr>
              <a:t>a</a:t>
            </a:r>
            <a:r>
              <a:rPr sz="1500" spc="5" dirty="0">
                <a:latin typeface="Trebuchet MS"/>
                <a:cs typeface="Trebuchet MS"/>
              </a:rPr>
              <a:t>n</a:t>
            </a:r>
            <a:r>
              <a:rPr sz="1500" spc="-150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p</a:t>
            </a:r>
            <a:r>
              <a:rPr sz="1500" spc="-15" dirty="0">
                <a:latin typeface="Trebuchet MS"/>
                <a:cs typeface="Trebuchet MS"/>
              </a:rPr>
              <a:t>eopl</a:t>
            </a:r>
            <a:r>
              <a:rPr sz="1500" spc="-30" dirty="0">
                <a:latin typeface="Trebuchet MS"/>
                <a:cs typeface="Trebuchet MS"/>
              </a:rPr>
              <a:t>e</a:t>
            </a:r>
            <a:r>
              <a:rPr sz="1500" spc="-175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a</a:t>
            </a:r>
            <a:r>
              <a:rPr sz="1500" spc="-70" dirty="0">
                <a:latin typeface="Trebuchet MS"/>
                <a:cs typeface="Trebuchet MS"/>
              </a:rPr>
              <a:t>v</a:t>
            </a:r>
            <a:r>
              <a:rPr sz="1500" spc="-15" dirty="0">
                <a:latin typeface="Trebuchet MS"/>
                <a:cs typeface="Trebuchet MS"/>
              </a:rPr>
              <a:t>oid</a:t>
            </a:r>
            <a:r>
              <a:rPr sz="1500" spc="-165" dirty="0">
                <a:latin typeface="Trebuchet MS"/>
                <a:cs typeface="Trebuchet MS"/>
              </a:rPr>
              <a:t> </a:t>
            </a:r>
            <a:r>
              <a:rPr sz="1500" spc="-15" dirty="0">
                <a:latin typeface="Trebuchet MS"/>
                <a:cs typeface="Trebuchet MS"/>
              </a:rPr>
              <a:t>these  </a:t>
            </a:r>
            <a:r>
              <a:rPr sz="1500" spc="-5" dirty="0">
                <a:latin typeface="Trebuchet MS"/>
                <a:cs typeface="Trebuchet MS"/>
              </a:rPr>
              <a:t>distractions?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16939" y="3418154"/>
            <a:ext cx="426910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000" b="1" spc="60" dirty="0">
                <a:latin typeface="Trebuchet MS"/>
                <a:cs typeface="Trebuchet MS"/>
              </a:rPr>
              <a:t>H</a:t>
            </a:r>
            <a:r>
              <a:rPr sz="2000" b="1" spc="30" dirty="0">
                <a:latin typeface="Trebuchet MS"/>
                <a:cs typeface="Trebuchet MS"/>
              </a:rPr>
              <a:t>o</a:t>
            </a:r>
            <a:r>
              <a:rPr sz="2000" b="1" spc="-40" dirty="0">
                <a:latin typeface="Trebuchet MS"/>
                <a:cs typeface="Trebuchet MS"/>
              </a:rPr>
              <a:t>w</a:t>
            </a:r>
            <a:r>
              <a:rPr sz="2000" b="1" spc="-190" dirty="0">
                <a:latin typeface="Trebuchet MS"/>
                <a:cs typeface="Trebuchet MS"/>
              </a:rPr>
              <a:t> </a:t>
            </a:r>
            <a:r>
              <a:rPr sz="2000" b="1" spc="15" dirty="0">
                <a:latin typeface="Trebuchet MS"/>
                <a:cs typeface="Trebuchet MS"/>
              </a:rPr>
              <a:t>do</a:t>
            </a:r>
            <a:r>
              <a:rPr sz="2000" b="1" spc="-190" dirty="0">
                <a:latin typeface="Trebuchet MS"/>
                <a:cs typeface="Trebuchet MS"/>
              </a:rPr>
              <a:t> </a:t>
            </a:r>
            <a:r>
              <a:rPr sz="2000" b="1" spc="-110" dirty="0">
                <a:latin typeface="Trebuchet MS"/>
                <a:cs typeface="Trebuchet MS"/>
              </a:rPr>
              <a:t>y</a:t>
            </a:r>
            <a:r>
              <a:rPr sz="2000" b="1" spc="-5" dirty="0">
                <a:latin typeface="Trebuchet MS"/>
                <a:cs typeface="Trebuchet MS"/>
              </a:rPr>
              <a:t>o</a:t>
            </a:r>
            <a:r>
              <a:rPr sz="2000" b="1" dirty="0">
                <a:latin typeface="Trebuchet MS"/>
                <a:cs typeface="Trebuchet MS"/>
              </a:rPr>
              <a:t>u</a:t>
            </a:r>
            <a:r>
              <a:rPr sz="2000" b="1" spc="-200" dirty="0">
                <a:latin typeface="Trebuchet MS"/>
                <a:cs typeface="Trebuchet MS"/>
              </a:rPr>
              <a:t> </a:t>
            </a:r>
            <a:r>
              <a:rPr sz="2000" b="1" spc="-50" dirty="0">
                <a:latin typeface="Trebuchet MS"/>
                <a:cs typeface="Trebuchet MS"/>
              </a:rPr>
              <a:t>t</a:t>
            </a:r>
            <a:r>
              <a:rPr sz="2000" b="1" spc="-65" dirty="0">
                <a:latin typeface="Trebuchet MS"/>
                <a:cs typeface="Trebuchet MS"/>
              </a:rPr>
              <a:t>h</a:t>
            </a:r>
            <a:r>
              <a:rPr sz="2000" b="1" spc="-35" dirty="0">
                <a:latin typeface="Trebuchet MS"/>
                <a:cs typeface="Trebuchet MS"/>
              </a:rPr>
              <a:t>i</a:t>
            </a:r>
            <a:r>
              <a:rPr sz="2000" b="1" spc="-55" dirty="0">
                <a:latin typeface="Trebuchet MS"/>
                <a:cs typeface="Trebuchet MS"/>
              </a:rPr>
              <a:t>n</a:t>
            </a:r>
            <a:r>
              <a:rPr sz="2000" b="1" spc="-25" dirty="0">
                <a:latin typeface="Trebuchet MS"/>
                <a:cs typeface="Trebuchet MS"/>
              </a:rPr>
              <a:t>k</a:t>
            </a:r>
            <a:r>
              <a:rPr sz="2000" b="1" spc="-200" dirty="0">
                <a:latin typeface="Trebuchet MS"/>
                <a:cs typeface="Trebuchet MS"/>
              </a:rPr>
              <a:t> </a:t>
            </a:r>
            <a:r>
              <a:rPr sz="2000" b="1" spc="-10" dirty="0">
                <a:latin typeface="Trebuchet MS"/>
                <a:cs typeface="Trebuchet MS"/>
              </a:rPr>
              <a:t>pe</a:t>
            </a:r>
            <a:r>
              <a:rPr sz="2000" b="1" dirty="0">
                <a:latin typeface="Trebuchet MS"/>
                <a:cs typeface="Trebuchet MS"/>
              </a:rPr>
              <a:t>o</a:t>
            </a:r>
            <a:r>
              <a:rPr sz="2000" b="1" spc="-15" dirty="0">
                <a:latin typeface="Trebuchet MS"/>
                <a:cs typeface="Trebuchet MS"/>
              </a:rPr>
              <a:t>pl</a:t>
            </a:r>
            <a:r>
              <a:rPr sz="2000" b="1" spc="-10" dirty="0">
                <a:latin typeface="Trebuchet MS"/>
                <a:cs typeface="Trebuchet MS"/>
              </a:rPr>
              <a:t>e</a:t>
            </a:r>
            <a:r>
              <a:rPr sz="2000" b="1" spc="-200" dirty="0">
                <a:latin typeface="Trebuchet MS"/>
                <a:cs typeface="Trebuchet MS"/>
              </a:rPr>
              <a:t> </a:t>
            </a:r>
            <a:r>
              <a:rPr sz="2000" b="1" spc="-80" dirty="0">
                <a:latin typeface="Trebuchet MS"/>
                <a:cs typeface="Trebuchet MS"/>
              </a:rPr>
              <a:t>f</a:t>
            </a:r>
            <a:r>
              <a:rPr sz="2000" b="1" spc="-35" dirty="0">
                <a:latin typeface="Trebuchet MS"/>
                <a:cs typeface="Trebuchet MS"/>
              </a:rPr>
              <a:t>ee</a:t>
            </a:r>
            <a:r>
              <a:rPr sz="2000" b="1" spc="-15" dirty="0">
                <a:latin typeface="Trebuchet MS"/>
                <a:cs typeface="Trebuchet MS"/>
              </a:rPr>
              <a:t>l</a:t>
            </a:r>
            <a:r>
              <a:rPr sz="2000" b="1" spc="-210" dirty="0">
                <a:latin typeface="Trebuchet MS"/>
                <a:cs typeface="Trebuchet MS"/>
              </a:rPr>
              <a:t> </a:t>
            </a:r>
            <a:r>
              <a:rPr sz="2000" b="1" spc="-40" dirty="0">
                <a:latin typeface="Trebuchet MS"/>
                <a:cs typeface="Trebuchet MS"/>
              </a:rPr>
              <a:t>wh</a:t>
            </a:r>
            <a:r>
              <a:rPr sz="2000" b="1" spc="-25" dirty="0">
                <a:latin typeface="Trebuchet MS"/>
                <a:cs typeface="Trebuchet MS"/>
              </a:rPr>
              <a:t>e</a:t>
            </a:r>
            <a:r>
              <a:rPr sz="2000" b="1" spc="-20" dirty="0">
                <a:latin typeface="Trebuchet MS"/>
                <a:cs typeface="Trebuchet MS"/>
              </a:rPr>
              <a:t>n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45539" y="3632072"/>
            <a:ext cx="297116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60" dirty="0">
                <a:latin typeface="Trebuchet MS"/>
                <a:cs typeface="Trebuchet MS"/>
              </a:rPr>
              <a:t>they</a:t>
            </a:r>
            <a:r>
              <a:rPr sz="2000" b="1" spc="-195" dirty="0">
                <a:latin typeface="Trebuchet MS"/>
                <a:cs typeface="Trebuchet MS"/>
              </a:rPr>
              <a:t> </a:t>
            </a:r>
            <a:r>
              <a:rPr sz="2000" b="1" spc="-70" dirty="0">
                <a:latin typeface="Trebuchet MS"/>
                <a:cs typeface="Trebuchet MS"/>
              </a:rPr>
              <a:t>w</a:t>
            </a:r>
            <a:r>
              <a:rPr sz="2000" b="1" spc="15" dirty="0">
                <a:latin typeface="Trebuchet MS"/>
                <a:cs typeface="Trebuchet MS"/>
              </a:rPr>
              <a:t>o</a:t>
            </a:r>
            <a:r>
              <a:rPr sz="2000" b="1" spc="-114" dirty="0">
                <a:latin typeface="Trebuchet MS"/>
                <a:cs typeface="Trebuchet MS"/>
              </a:rPr>
              <a:t>r</a:t>
            </a:r>
            <a:r>
              <a:rPr sz="2000" b="1" spc="-30" dirty="0">
                <a:latin typeface="Trebuchet MS"/>
                <a:cs typeface="Trebuchet MS"/>
              </a:rPr>
              <a:t>k</a:t>
            </a:r>
            <a:r>
              <a:rPr sz="2000" b="1" spc="-200" dirty="0">
                <a:latin typeface="Trebuchet MS"/>
                <a:cs typeface="Trebuchet MS"/>
              </a:rPr>
              <a:t> </a:t>
            </a:r>
            <a:r>
              <a:rPr sz="2000" b="1" spc="5" dirty="0">
                <a:latin typeface="Trebuchet MS"/>
                <a:cs typeface="Trebuchet MS"/>
              </a:rPr>
              <a:t>alo</a:t>
            </a:r>
            <a:r>
              <a:rPr sz="2000" b="1" spc="15" dirty="0">
                <a:latin typeface="Trebuchet MS"/>
                <a:cs typeface="Trebuchet MS"/>
              </a:rPr>
              <a:t>n</a:t>
            </a:r>
            <a:r>
              <a:rPr sz="2000" b="1" spc="-35" dirty="0">
                <a:latin typeface="Trebuchet MS"/>
                <a:cs typeface="Trebuchet MS"/>
              </a:rPr>
              <a:t>e</a:t>
            </a:r>
            <a:r>
              <a:rPr sz="2000" b="1" spc="-204" dirty="0">
                <a:latin typeface="Trebuchet MS"/>
                <a:cs typeface="Trebuchet MS"/>
              </a:rPr>
              <a:t> </a:t>
            </a:r>
            <a:r>
              <a:rPr sz="2000" b="1" spc="25" dirty="0">
                <a:latin typeface="Trebuchet MS"/>
                <a:cs typeface="Trebuchet MS"/>
              </a:rPr>
              <a:t>a</a:t>
            </a:r>
            <a:r>
              <a:rPr sz="2000" b="1" spc="-85" dirty="0">
                <a:latin typeface="Trebuchet MS"/>
                <a:cs typeface="Trebuchet MS"/>
              </a:rPr>
              <a:t>t</a:t>
            </a:r>
            <a:r>
              <a:rPr sz="2000" b="1" spc="-190" dirty="0">
                <a:latin typeface="Trebuchet MS"/>
                <a:cs typeface="Trebuchet MS"/>
              </a:rPr>
              <a:t> </a:t>
            </a:r>
            <a:r>
              <a:rPr sz="2000" b="1" spc="-25" dirty="0">
                <a:latin typeface="Trebuchet MS"/>
                <a:cs typeface="Trebuchet MS"/>
              </a:rPr>
              <a:t>h</a:t>
            </a:r>
            <a:r>
              <a:rPr sz="2000" b="1" spc="15" dirty="0">
                <a:latin typeface="Trebuchet MS"/>
                <a:cs typeface="Trebuchet MS"/>
              </a:rPr>
              <a:t>o</a:t>
            </a:r>
            <a:r>
              <a:rPr sz="2000" b="1" spc="10" dirty="0">
                <a:latin typeface="Trebuchet MS"/>
                <a:cs typeface="Trebuchet MS"/>
              </a:rPr>
              <a:t>m</a:t>
            </a:r>
            <a:r>
              <a:rPr sz="2000" b="1" spc="-65" dirty="0">
                <a:latin typeface="Trebuchet MS"/>
                <a:cs typeface="Trebuchet MS"/>
              </a:rPr>
              <a:t>e</a:t>
            </a:r>
            <a:r>
              <a:rPr sz="2000" b="1" spc="160" dirty="0">
                <a:latin typeface="Trebuchet MS"/>
                <a:cs typeface="Trebuchet MS"/>
              </a:rPr>
              <a:t>?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74394" y="3869817"/>
            <a:ext cx="375920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500" spc="-25" dirty="0">
                <a:latin typeface="Trebuchet MS"/>
                <a:cs typeface="Trebuchet MS"/>
              </a:rPr>
              <a:t>F</a:t>
            </a:r>
            <a:r>
              <a:rPr sz="1500" spc="-15" dirty="0">
                <a:latin typeface="Trebuchet MS"/>
                <a:cs typeface="Trebuchet MS"/>
              </a:rPr>
              <a:t>ol</a:t>
            </a:r>
            <a:r>
              <a:rPr sz="1500" spc="-55" dirty="0">
                <a:latin typeface="Trebuchet MS"/>
                <a:cs typeface="Trebuchet MS"/>
              </a:rPr>
              <a:t>l</a:t>
            </a:r>
            <a:r>
              <a:rPr sz="1500" spc="5" dirty="0">
                <a:latin typeface="Trebuchet MS"/>
                <a:cs typeface="Trebuchet MS"/>
              </a:rPr>
              <a:t>o</a:t>
            </a:r>
            <a:r>
              <a:rPr sz="1500" spc="-40" dirty="0">
                <a:latin typeface="Trebuchet MS"/>
                <a:cs typeface="Trebuchet MS"/>
              </a:rPr>
              <a:t>w-</a:t>
            </a:r>
            <a:r>
              <a:rPr sz="1500" spc="-35" dirty="0">
                <a:latin typeface="Trebuchet MS"/>
                <a:cs typeface="Trebuchet MS"/>
              </a:rPr>
              <a:t>up:</a:t>
            </a:r>
            <a:r>
              <a:rPr sz="1500" spc="-200" dirty="0">
                <a:latin typeface="Trebuchet MS"/>
                <a:cs typeface="Trebuchet MS"/>
              </a:rPr>
              <a:t> </a:t>
            </a:r>
            <a:r>
              <a:rPr sz="1500" spc="60" dirty="0">
                <a:latin typeface="Trebuchet MS"/>
                <a:cs typeface="Trebuchet MS"/>
              </a:rPr>
              <a:t>W</a:t>
            </a:r>
            <a:r>
              <a:rPr sz="1500" dirty="0">
                <a:latin typeface="Trebuchet MS"/>
                <a:cs typeface="Trebuchet MS"/>
              </a:rPr>
              <a:t>h</a:t>
            </a:r>
            <a:r>
              <a:rPr sz="1500" spc="-15" dirty="0">
                <a:latin typeface="Trebuchet MS"/>
                <a:cs typeface="Trebuchet MS"/>
              </a:rPr>
              <a:t>a</a:t>
            </a:r>
            <a:r>
              <a:rPr sz="1500" spc="-110" dirty="0">
                <a:latin typeface="Trebuchet MS"/>
                <a:cs typeface="Trebuchet MS"/>
              </a:rPr>
              <a:t>t</a:t>
            </a:r>
            <a:r>
              <a:rPr sz="1500" spc="-150" dirty="0">
                <a:latin typeface="Trebuchet MS"/>
                <a:cs typeface="Trebuchet MS"/>
              </a:rPr>
              <a:t> </a:t>
            </a:r>
            <a:r>
              <a:rPr sz="1500" spc="25" dirty="0">
                <a:latin typeface="Trebuchet MS"/>
                <a:cs typeface="Trebuchet MS"/>
              </a:rPr>
              <a:t>c</a:t>
            </a:r>
            <a:r>
              <a:rPr sz="1500" spc="15" dirty="0">
                <a:latin typeface="Trebuchet MS"/>
                <a:cs typeface="Trebuchet MS"/>
              </a:rPr>
              <a:t>a</a:t>
            </a:r>
            <a:r>
              <a:rPr sz="1500" spc="5" dirty="0">
                <a:latin typeface="Trebuchet MS"/>
                <a:cs typeface="Trebuchet MS"/>
              </a:rPr>
              <a:t>n</a:t>
            </a:r>
            <a:r>
              <a:rPr sz="1500" spc="-150" dirty="0">
                <a:latin typeface="Trebuchet MS"/>
                <a:cs typeface="Trebuchet MS"/>
              </a:rPr>
              <a:t> </a:t>
            </a:r>
            <a:r>
              <a:rPr sz="1500" spc="-120" dirty="0">
                <a:latin typeface="Trebuchet MS"/>
                <a:cs typeface="Trebuchet MS"/>
              </a:rPr>
              <a:t>t</a:t>
            </a:r>
            <a:r>
              <a:rPr sz="1500" spc="-35" dirty="0">
                <a:latin typeface="Trebuchet MS"/>
                <a:cs typeface="Trebuchet MS"/>
              </a:rPr>
              <a:t>he</a:t>
            </a:r>
            <a:r>
              <a:rPr sz="1500" spc="-30" dirty="0">
                <a:latin typeface="Trebuchet MS"/>
                <a:cs typeface="Trebuchet MS"/>
              </a:rPr>
              <a:t>y</a:t>
            </a:r>
            <a:r>
              <a:rPr sz="1500" spc="-160" dirty="0">
                <a:latin typeface="Trebuchet MS"/>
                <a:cs typeface="Trebuchet MS"/>
              </a:rPr>
              <a:t> </a:t>
            </a:r>
            <a:r>
              <a:rPr sz="1500" spc="10" dirty="0">
                <a:latin typeface="Trebuchet MS"/>
                <a:cs typeface="Trebuchet MS"/>
              </a:rPr>
              <a:t>do</a:t>
            </a:r>
            <a:r>
              <a:rPr sz="1500" spc="-155" dirty="0">
                <a:latin typeface="Trebuchet MS"/>
                <a:cs typeface="Trebuchet MS"/>
              </a:rPr>
              <a:t> </a:t>
            </a:r>
            <a:r>
              <a:rPr sz="1500" spc="-130" dirty="0">
                <a:latin typeface="Trebuchet MS"/>
                <a:cs typeface="Trebuchet MS"/>
              </a:rPr>
              <a:t>t</a:t>
            </a:r>
            <a:r>
              <a:rPr sz="1500" spc="20" dirty="0">
                <a:latin typeface="Trebuchet MS"/>
                <a:cs typeface="Trebuchet MS"/>
              </a:rPr>
              <a:t>o</a:t>
            </a:r>
            <a:r>
              <a:rPr sz="1500" spc="-155" dirty="0">
                <a:latin typeface="Trebuchet MS"/>
                <a:cs typeface="Trebuchet MS"/>
              </a:rPr>
              <a:t> </a:t>
            </a:r>
            <a:r>
              <a:rPr sz="1500" spc="-125" dirty="0">
                <a:latin typeface="Trebuchet MS"/>
                <a:cs typeface="Trebuchet MS"/>
              </a:rPr>
              <a:t>f</a:t>
            </a:r>
            <a:r>
              <a:rPr sz="1500" spc="-40" dirty="0">
                <a:latin typeface="Trebuchet MS"/>
                <a:cs typeface="Trebuchet MS"/>
              </a:rPr>
              <a:t>eel</a:t>
            </a:r>
            <a:r>
              <a:rPr sz="1500" spc="-160" dirty="0">
                <a:latin typeface="Trebuchet MS"/>
                <a:cs typeface="Trebuchet MS"/>
              </a:rPr>
              <a:t> </a:t>
            </a:r>
            <a:r>
              <a:rPr sz="1500" spc="-70" dirty="0">
                <a:latin typeface="Trebuchet MS"/>
                <a:cs typeface="Trebuchet MS"/>
              </a:rPr>
              <a:t>bet</a:t>
            </a:r>
            <a:r>
              <a:rPr sz="1500" spc="-80" dirty="0">
                <a:latin typeface="Trebuchet MS"/>
                <a:cs typeface="Trebuchet MS"/>
              </a:rPr>
              <a:t>t</a:t>
            </a:r>
            <a:r>
              <a:rPr sz="1500" spc="-65" dirty="0">
                <a:latin typeface="Trebuchet MS"/>
                <a:cs typeface="Trebuchet MS"/>
              </a:rPr>
              <a:t>e</a:t>
            </a:r>
            <a:r>
              <a:rPr sz="1500" spc="-20" dirty="0">
                <a:latin typeface="Trebuchet MS"/>
                <a:cs typeface="Trebuchet MS"/>
              </a:rPr>
              <a:t>r</a:t>
            </a:r>
            <a:r>
              <a:rPr sz="1500" spc="200" dirty="0">
                <a:latin typeface="Trebuchet MS"/>
                <a:cs typeface="Trebuchet MS"/>
              </a:rPr>
              <a:t>?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16939" y="4165472"/>
            <a:ext cx="4075429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000" b="1" spc="50" dirty="0">
                <a:latin typeface="Trebuchet MS"/>
                <a:cs typeface="Trebuchet MS"/>
              </a:rPr>
              <a:t>W</a:t>
            </a:r>
            <a:r>
              <a:rPr sz="2000" b="1" spc="40" dirty="0">
                <a:latin typeface="Trebuchet MS"/>
                <a:cs typeface="Trebuchet MS"/>
              </a:rPr>
              <a:t>h</a:t>
            </a:r>
            <a:r>
              <a:rPr sz="2000" b="1" spc="25" dirty="0">
                <a:latin typeface="Trebuchet MS"/>
                <a:cs typeface="Trebuchet MS"/>
              </a:rPr>
              <a:t>a</a:t>
            </a:r>
            <a:r>
              <a:rPr sz="2000" b="1" spc="-85" dirty="0">
                <a:latin typeface="Trebuchet MS"/>
                <a:cs typeface="Trebuchet MS"/>
              </a:rPr>
              <a:t>t</a:t>
            </a:r>
            <a:r>
              <a:rPr sz="2000" b="1" spc="-210" dirty="0">
                <a:latin typeface="Trebuchet MS"/>
                <a:cs typeface="Trebuchet MS"/>
              </a:rPr>
              <a:t> </a:t>
            </a:r>
            <a:r>
              <a:rPr sz="2000" b="1" spc="15" dirty="0">
                <a:latin typeface="Trebuchet MS"/>
                <a:cs typeface="Trebuchet MS"/>
              </a:rPr>
              <a:t>do</a:t>
            </a:r>
            <a:r>
              <a:rPr sz="2000" b="1" spc="-180" dirty="0">
                <a:latin typeface="Trebuchet MS"/>
                <a:cs typeface="Trebuchet MS"/>
              </a:rPr>
              <a:t> </a:t>
            </a:r>
            <a:r>
              <a:rPr sz="2000" b="1" spc="-110" dirty="0">
                <a:latin typeface="Trebuchet MS"/>
                <a:cs typeface="Trebuchet MS"/>
              </a:rPr>
              <a:t>y</a:t>
            </a:r>
            <a:r>
              <a:rPr sz="2000" b="1" spc="15" dirty="0">
                <a:latin typeface="Trebuchet MS"/>
                <a:cs typeface="Trebuchet MS"/>
              </a:rPr>
              <a:t>o</a:t>
            </a:r>
            <a:r>
              <a:rPr sz="2000" b="1" spc="-20" dirty="0">
                <a:latin typeface="Trebuchet MS"/>
                <a:cs typeface="Trebuchet MS"/>
              </a:rPr>
              <a:t>u</a:t>
            </a:r>
            <a:r>
              <a:rPr sz="2000" b="1" spc="-195" dirty="0">
                <a:latin typeface="Trebuchet MS"/>
                <a:cs typeface="Trebuchet MS"/>
              </a:rPr>
              <a:t> </a:t>
            </a:r>
            <a:r>
              <a:rPr sz="2000" b="1" spc="-50" dirty="0">
                <a:latin typeface="Trebuchet MS"/>
                <a:cs typeface="Trebuchet MS"/>
              </a:rPr>
              <a:t>t</a:t>
            </a:r>
            <a:r>
              <a:rPr sz="2000" b="1" spc="-65" dirty="0">
                <a:latin typeface="Trebuchet MS"/>
                <a:cs typeface="Trebuchet MS"/>
              </a:rPr>
              <a:t>h</a:t>
            </a:r>
            <a:r>
              <a:rPr sz="2000" b="1" spc="-35" dirty="0">
                <a:latin typeface="Trebuchet MS"/>
                <a:cs typeface="Trebuchet MS"/>
              </a:rPr>
              <a:t>i</a:t>
            </a:r>
            <a:r>
              <a:rPr sz="2000" b="1" spc="-50" dirty="0">
                <a:latin typeface="Trebuchet MS"/>
                <a:cs typeface="Trebuchet MS"/>
              </a:rPr>
              <a:t>n</a:t>
            </a:r>
            <a:r>
              <a:rPr sz="2000" b="1" spc="-30" dirty="0">
                <a:latin typeface="Trebuchet MS"/>
                <a:cs typeface="Trebuchet MS"/>
              </a:rPr>
              <a:t>k</a:t>
            </a:r>
            <a:r>
              <a:rPr sz="2000" b="1" spc="-200" dirty="0">
                <a:latin typeface="Trebuchet MS"/>
                <a:cs typeface="Trebuchet MS"/>
              </a:rPr>
              <a:t> </a:t>
            </a:r>
            <a:r>
              <a:rPr sz="2000" b="1" spc="-45" dirty="0">
                <a:latin typeface="Trebuchet MS"/>
                <a:cs typeface="Trebuchet MS"/>
              </a:rPr>
              <a:t>a</a:t>
            </a:r>
            <a:r>
              <a:rPr sz="2000" b="1" spc="-55" dirty="0">
                <a:latin typeface="Trebuchet MS"/>
                <a:cs typeface="Trebuchet MS"/>
              </a:rPr>
              <a:t>r</a:t>
            </a:r>
            <a:r>
              <a:rPr sz="2000" b="1" spc="-35" dirty="0">
                <a:latin typeface="Trebuchet MS"/>
                <a:cs typeface="Trebuchet MS"/>
              </a:rPr>
              <a:t>e</a:t>
            </a:r>
            <a:r>
              <a:rPr sz="2000" b="1" spc="-200" dirty="0">
                <a:latin typeface="Trebuchet MS"/>
                <a:cs typeface="Trebuchet MS"/>
              </a:rPr>
              <a:t> </a:t>
            </a:r>
            <a:r>
              <a:rPr sz="2000" b="1" spc="-50" dirty="0">
                <a:latin typeface="Trebuchet MS"/>
                <a:cs typeface="Trebuchet MS"/>
              </a:rPr>
              <a:t>t</a:t>
            </a:r>
            <a:r>
              <a:rPr sz="2000" b="1" spc="-60" dirty="0">
                <a:latin typeface="Trebuchet MS"/>
                <a:cs typeface="Trebuchet MS"/>
              </a:rPr>
              <a:t>h</a:t>
            </a:r>
            <a:r>
              <a:rPr sz="2000" b="1" spc="-35" dirty="0">
                <a:latin typeface="Trebuchet MS"/>
                <a:cs typeface="Trebuchet MS"/>
              </a:rPr>
              <a:t>e</a:t>
            </a:r>
            <a:r>
              <a:rPr sz="2000" b="1" spc="-200" dirty="0">
                <a:latin typeface="Trebuchet MS"/>
                <a:cs typeface="Trebuchet MS"/>
              </a:rPr>
              <a:t> </a:t>
            </a:r>
            <a:r>
              <a:rPr sz="2000" b="1" spc="15" dirty="0">
                <a:latin typeface="Trebuchet MS"/>
                <a:cs typeface="Trebuchet MS"/>
              </a:rPr>
              <a:t>b</a:t>
            </a:r>
            <a:r>
              <a:rPr sz="2000" b="1" spc="-15" dirty="0">
                <a:latin typeface="Trebuchet MS"/>
                <a:cs typeface="Trebuchet MS"/>
              </a:rPr>
              <a:t>ig</a:t>
            </a:r>
            <a:r>
              <a:rPr sz="2000" b="1" spc="-35" dirty="0">
                <a:latin typeface="Trebuchet MS"/>
                <a:cs typeface="Trebuchet MS"/>
              </a:rPr>
              <a:t>g</a:t>
            </a:r>
            <a:r>
              <a:rPr sz="2000" b="1" spc="70" dirty="0">
                <a:latin typeface="Trebuchet MS"/>
                <a:cs typeface="Trebuchet MS"/>
              </a:rPr>
              <a:t>e</a:t>
            </a:r>
            <a:r>
              <a:rPr sz="2000" b="1" spc="45" dirty="0">
                <a:latin typeface="Trebuchet MS"/>
                <a:cs typeface="Trebuchet MS"/>
              </a:rPr>
              <a:t>s</a:t>
            </a:r>
            <a:r>
              <a:rPr sz="2000" b="1" spc="-85" dirty="0">
                <a:latin typeface="Trebuchet MS"/>
                <a:cs typeface="Trebuchet MS"/>
              </a:rPr>
              <a:t>t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45539" y="4378833"/>
            <a:ext cx="366331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75" dirty="0">
                <a:latin typeface="Trebuchet MS"/>
                <a:cs typeface="Trebuchet MS"/>
              </a:rPr>
              <a:t>c</a:t>
            </a:r>
            <a:r>
              <a:rPr sz="2000" b="1" spc="-25" dirty="0">
                <a:latin typeface="Trebuchet MS"/>
                <a:cs typeface="Trebuchet MS"/>
              </a:rPr>
              <a:t>h</a:t>
            </a:r>
            <a:r>
              <a:rPr sz="2000" b="1" spc="15" dirty="0">
                <a:latin typeface="Trebuchet MS"/>
                <a:cs typeface="Trebuchet MS"/>
              </a:rPr>
              <a:t>al</a:t>
            </a:r>
            <a:r>
              <a:rPr sz="2000" b="1" dirty="0">
                <a:latin typeface="Trebuchet MS"/>
                <a:cs typeface="Trebuchet MS"/>
              </a:rPr>
              <a:t>l</a:t>
            </a:r>
            <a:r>
              <a:rPr sz="2000" b="1" spc="-35" dirty="0">
                <a:latin typeface="Trebuchet MS"/>
                <a:cs typeface="Trebuchet MS"/>
              </a:rPr>
              <a:t>e</a:t>
            </a:r>
            <a:r>
              <a:rPr sz="2000" b="1" spc="-25" dirty="0">
                <a:latin typeface="Trebuchet MS"/>
                <a:cs typeface="Trebuchet MS"/>
              </a:rPr>
              <a:t>n</a:t>
            </a:r>
            <a:r>
              <a:rPr sz="2000" b="1" spc="-10" dirty="0">
                <a:latin typeface="Trebuchet MS"/>
                <a:cs typeface="Trebuchet MS"/>
              </a:rPr>
              <a:t>g</a:t>
            </a:r>
            <a:r>
              <a:rPr sz="2000" b="1" spc="70" dirty="0">
                <a:latin typeface="Trebuchet MS"/>
                <a:cs typeface="Trebuchet MS"/>
              </a:rPr>
              <a:t>e</a:t>
            </a:r>
            <a:r>
              <a:rPr sz="2000" b="1" spc="55" dirty="0">
                <a:latin typeface="Trebuchet MS"/>
                <a:cs typeface="Trebuchet MS"/>
              </a:rPr>
              <a:t>s</a:t>
            </a:r>
            <a:r>
              <a:rPr sz="2000" b="1" spc="-200" dirty="0">
                <a:latin typeface="Trebuchet MS"/>
                <a:cs typeface="Trebuchet MS"/>
              </a:rPr>
              <a:t> </a:t>
            </a:r>
            <a:r>
              <a:rPr sz="2000" b="1" spc="-60" dirty="0">
                <a:latin typeface="Trebuchet MS"/>
                <a:cs typeface="Trebuchet MS"/>
              </a:rPr>
              <a:t>for</a:t>
            </a:r>
            <a:r>
              <a:rPr sz="2000" b="1" spc="-200" dirty="0">
                <a:latin typeface="Trebuchet MS"/>
                <a:cs typeface="Trebuchet MS"/>
              </a:rPr>
              <a:t> </a:t>
            </a:r>
            <a:r>
              <a:rPr sz="2000" b="1" spc="-135" dirty="0">
                <a:latin typeface="Trebuchet MS"/>
                <a:cs typeface="Trebuchet MS"/>
              </a:rPr>
              <a:t>r</a:t>
            </a:r>
            <a:r>
              <a:rPr sz="2000" b="1" spc="10" dirty="0">
                <a:latin typeface="Trebuchet MS"/>
                <a:cs typeface="Trebuchet MS"/>
              </a:rPr>
              <a:t>em</a:t>
            </a:r>
            <a:r>
              <a:rPr sz="2000" b="1" spc="15" dirty="0">
                <a:latin typeface="Trebuchet MS"/>
                <a:cs typeface="Trebuchet MS"/>
              </a:rPr>
              <a:t>o</a:t>
            </a:r>
            <a:r>
              <a:rPr sz="2000" b="1" spc="-100" dirty="0">
                <a:latin typeface="Trebuchet MS"/>
                <a:cs typeface="Trebuchet MS"/>
              </a:rPr>
              <a:t>t</a:t>
            </a:r>
            <a:r>
              <a:rPr sz="2000" b="1" spc="-35" dirty="0">
                <a:latin typeface="Trebuchet MS"/>
                <a:cs typeface="Trebuchet MS"/>
              </a:rPr>
              <a:t>e</a:t>
            </a:r>
            <a:r>
              <a:rPr sz="2000" b="1" spc="-200" dirty="0">
                <a:latin typeface="Trebuchet MS"/>
                <a:cs typeface="Trebuchet MS"/>
              </a:rPr>
              <a:t> </a:t>
            </a:r>
            <a:r>
              <a:rPr sz="2000" b="1" spc="-65" dirty="0">
                <a:latin typeface="Trebuchet MS"/>
                <a:cs typeface="Trebuchet MS"/>
              </a:rPr>
              <a:t>w</a:t>
            </a:r>
            <a:r>
              <a:rPr sz="2000" b="1" spc="15" dirty="0">
                <a:latin typeface="Trebuchet MS"/>
                <a:cs typeface="Trebuchet MS"/>
              </a:rPr>
              <a:t>o</a:t>
            </a:r>
            <a:r>
              <a:rPr sz="2000" b="1" spc="-114" dirty="0">
                <a:latin typeface="Trebuchet MS"/>
                <a:cs typeface="Trebuchet MS"/>
              </a:rPr>
              <a:t>r</a:t>
            </a:r>
            <a:r>
              <a:rPr sz="2000" b="1" spc="-80" dirty="0">
                <a:latin typeface="Trebuchet MS"/>
                <a:cs typeface="Trebuchet MS"/>
              </a:rPr>
              <a:t>k</a:t>
            </a:r>
            <a:r>
              <a:rPr sz="2000" b="1" spc="-95" dirty="0">
                <a:latin typeface="Trebuchet MS"/>
                <a:cs typeface="Trebuchet MS"/>
              </a:rPr>
              <a:t>e</a:t>
            </a:r>
            <a:r>
              <a:rPr sz="2000" b="1" spc="-80" dirty="0">
                <a:latin typeface="Trebuchet MS"/>
                <a:cs typeface="Trebuchet MS"/>
              </a:rPr>
              <a:t>r</a:t>
            </a:r>
            <a:r>
              <a:rPr sz="2000" b="1" spc="130" dirty="0">
                <a:latin typeface="Trebuchet MS"/>
                <a:cs typeface="Trebuchet MS"/>
              </a:rPr>
              <a:t>s</a:t>
            </a:r>
            <a:r>
              <a:rPr sz="2000" b="1" spc="160" dirty="0">
                <a:latin typeface="Trebuchet MS"/>
                <a:cs typeface="Trebuchet MS"/>
              </a:rPr>
              <a:t>?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74394" y="4616577"/>
            <a:ext cx="3924300" cy="41402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241300" marR="5080" indent="-228600">
              <a:lnSpc>
                <a:spcPct val="70000"/>
              </a:lnSpc>
              <a:spcBef>
                <a:spcPts val="640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500" spc="-25" dirty="0">
                <a:latin typeface="Trebuchet MS"/>
                <a:cs typeface="Trebuchet MS"/>
              </a:rPr>
              <a:t>F</a:t>
            </a:r>
            <a:r>
              <a:rPr sz="1500" spc="-15" dirty="0">
                <a:latin typeface="Trebuchet MS"/>
                <a:cs typeface="Trebuchet MS"/>
              </a:rPr>
              <a:t>ol</a:t>
            </a:r>
            <a:r>
              <a:rPr sz="1500" spc="-55" dirty="0">
                <a:latin typeface="Trebuchet MS"/>
                <a:cs typeface="Trebuchet MS"/>
              </a:rPr>
              <a:t>l</a:t>
            </a:r>
            <a:r>
              <a:rPr sz="1500" spc="5" dirty="0">
                <a:latin typeface="Trebuchet MS"/>
                <a:cs typeface="Trebuchet MS"/>
              </a:rPr>
              <a:t>o</a:t>
            </a:r>
            <a:r>
              <a:rPr sz="1500" spc="-40" dirty="0">
                <a:latin typeface="Trebuchet MS"/>
                <a:cs typeface="Trebuchet MS"/>
              </a:rPr>
              <a:t>w-</a:t>
            </a:r>
            <a:r>
              <a:rPr sz="1500" spc="-35" dirty="0">
                <a:latin typeface="Trebuchet MS"/>
                <a:cs typeface="Trebuchet MS"/>
              </a:rPr>
              <a:t>up:</a:t>
            </a:r>
            <a:r>
              <a:rPr sz="1500" spc="-200" dirty="0">
                <a:latin typeface="Trebuchet MS"/>
                <a:cs typeface="Trebuchet MS"/>
              </a:rPr>
              <a:t> </a:t>
            </a:r>
            <a:r>
              <a:rPr sz="1500" spc="70" dirty="0">
                <a:latin typeface="Trebuchet MS"/>
                <a:cs typeface="Trebuchet MS"/>
              </a:rPr>
              <a:t>H</a:t>
            </a:r>
            <a:r>
              <a:rPr sz="1500" spc="5" dirty="0">
                <a:latin typeface="Trebuchet MS"/>
                <a:cs typeface="Trebuchet MS"/>
              </a:rPr>
              <a:t>o</a:t>
            </a:r>
            <a:r>
              <a:rPr sz="1500" spc="-40" dirty="0">
                <a:latin typeface="Trebuchet MS"/>
                <a:cs typeface="Trebuchet MS"/>
              </a:rPr>
              <a:t>w</a:t>
            </a:r>
            <a:r>
              <a:rPr sz="1500" spc="-155" dirty="0">
                <a:latin typeface="Trebuchet MS"/>
                <a:cs typeface="Trebuchet MS"/>
              </a:rPr>
              <a:t> </a:t>
            </a:r>
            <a:r>
              <a:rPr sz="1500" spc="10" dirty="0">
                <a:latin typeface="Trebuchet MS"/>
                <a:cs typeface="Trebuchet MS"/>
              </a:rPr>
              <a:t>do</a:t>
            </a:r>
            <a:r>
              <a:rPr sz="1500" spc="-165" dirty="0">
                <a:latin typeface="Trebuchet MS"/>
                <a:cs typeface="Trebuchet MS"/>
              </a:rPr>
              <a:t> </a:t>
            </a:r>
            <a:r>
              <a:rPr sz="1500" spc="-75" dirty="0">
                <a:latin typeface="Trebuchet MS"/>
                <a:cs typeface="Trebuchet MS"/>
              </a:rPr>
              <a:t>y</a:t>
            </a:r>
            <a:r>
              <a:rPr sz="1500" spc="20" dirty="0">
                <a:latin typeface="Trebuchet MS"/>
                <a:cs typeface="Trebuchet MS"/>
              </a:rPr>
              <a:t>ou</a:t>
            </a:r>
            <a:r>
              <a:rPr sz="1500" spc="-165" dirty="0">
                <a:latin typeface="Trebuchet MS"/>
                <a:cs typeface="Trebuchet MS"/>
              </a:rPr>
              <a:t> </a:t>
            </a:r>
            <a:r>
              <a:rPr sz="1500" spc="-45" dirty="0">
                <a:latin typeface="Trebuchet MS"/>
                <a:cs typeface="Trebuchet MS"/>
              </a:rPr>
              <a:t>think</a:t>
            </a:r>
            <a:r>
              <a:rPr sz="1500" spc="-150" dirty="0">
                <a:latin typeface="Trebuchet MS"/>
                <a:cs typeface="Trebuchet MS"/>
              </a:rPr>
              <a:t> </a:t>
            </a:r>
            <a:r>
              <a:rPr sz="1500" spc="-120" dirty="0">
                <a:latin typeface="Trebuchet MS"/>
                <a:cs typeface="Trebuchet MS"/>
              </a:rPr>
              <a:t>t</a:t>
            </a:r>
            <a:r>
              <a:rPr sz="1500" spc="-35" dirty="0">
                <a:latin typeface="Trebuchet MS"/>
                <a:cs typeface="Trebuchet MS"/>
              </a:rPr>
              <a:t>he</a:t>
            </a:r>
            <a:r>
              <a:rPr sz="1500" spc="-30" dirty="0">
                <a:latin typeface="Trebuchet MS"/>
                <a:cs typeface="Trebuchet MS"/>
              </a:rPr>
              <a:t>y</a:t>
            </a:r>
            <a:r>
              <a:rPr sz="1500" spc="-160" dirty="0">
                <a:latin typeface="Trebuchet MS"/>
                <a:cs typeface="Trebuchet MS"/>
              </a:rPr>
              <a:t> </a:t>
            </a:r>
            <a:r>
              <a:rPr sz="1500" spc="35" dirty="0">
                <a:latin typeface="Trebuchet MS"/>
                <a:cs typeface="Trebuchet MS"/>
              </a:rPr>
              <a:t>so</a:t>
            </a:r>
            <a:r>
              <a:rPr sz="1500" spc="25" dirty="0">
                <a:latin typeface="Trebuchet MS"/>
                <a:cs typeface="Trebuchet MS"/>
              </a:rPr>
              <a:t>l</a:t>
            </a:r>
            <a:r>
              <a:rPr sz="1500" spc="-70" dirty="0">
                <a:latin typeface="Trebuchet MS"/>
                <a:cs typeface="Trebuchet MS"/>
              </a:rPr>
              <a:t>v</a:t>
            </a:r>
            <a:r>
              <a:rPr sz="1500" spc="-30" dirty="0">
                <a:latin typeface="Trebuchet MS"/>
                <a:cs typeface="Trebuchet MS"/>
              </a:rPr>
              <a:t>e</a:t>
            </a:r>
            <a:r>
              <a:rPr sz="1500" spc="-190" dirty="0">
                <a:latin typeface="Trebuchet MS"/>
                <a:cs typeface="Trebuchet MS"/>
              </a:rPr>
              <a:t> </a:t>
            </a:r>
            <a:r>
              <a:rPr sz="1500" spc="-15" dirty="0">
                <a:latin typeface="Trebuchet MS"/>
                <a:cs typeface="Trebuchet MS"/>
              </a:rPr>
              <a:t>these  </a:t>
            </a:r>
            <a:r>
              <a:rPr sz="1500" spc="15" dirty="0">
                <a:latin typeface="Trebuchet MS"/>
                <a:cs typeface="Trebuchet MS"/>
              </a:rPr>
              <a:t>problems?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16939" y="5072634"/>
            <a:ext cx="464947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000" b="1" spc="60" dirty="0">
                <a:latin typeface="Trebuchet MS"/>
                <a:cs typeface="Trebuchet MS"/>
              </a:rPr>
              <a:t>H</a:t>
            </a:r>
            <a:r>
              <a:rPr sz="2000" b="1" spc="35" dirty="0">
                <a:latin typeface="Trebuchet MS"/>
                <a:cs typeface="Trebuchet MS"/>
              </a:rPr>
              <a:t>o</a:t>
            </a:r>
            <a:r>
              <a:rPr sz="2000" b="1" spc="-45" dirty="0">
                <a:latin typeface="Trebuchet MS"/>
                <a:cs typeface="Trebuchet MS"/>
              </a:rPr>
              <a:t>w</a:t>
            </a:r>
            <a:r>
              <a:rPr sz="2000" b="1" spc="-185" dirty="0">
                <a:latin typeface="Trebuchet MS"/>
                <a:cs typeface="Trebuchet MS"/>
              </a:rPr>
              <a:t> </a:t>
            </a:r>
            <a:r>
              <a:rPr sz="2000" b="1" spc="40" dirty="0">
                <a:latin typeface="Trebuchet MS"/>
                <a:cs typeface="Trebuchet MS"/>
              </a:rPr>
              <a:t>i</a:t>
            </a:r>
            <a:r>
              <a:rPr sz="2000" b="1" spc="65" dirty="0">
                <a:latin typeface="Trebuchet MS"/>
                <a:cs typeface="Trebuchet MS"/>
              </a:rPr>
              <a:t>s</a:t>
            </a:r>
            <a:r>
              <a:rPr sz="2000" b="1" spc="-200" dirty="0">
                <a:latin typeface="Trebuchet MS"/>
                <a:cs typeface="Trebuchet MS"/>
              </a:rPr>
              <a:t> </a:t>
            </a:r>
            <a:r>
              <a:rPr sz="2000" b="1" spc="80" dirty="0">
                <a:latin typeface="Trebuchet MS"/>
                <a:cs typeface="Trebuchet MS"/>
              </a:rPr>
              <a:t>c</a:t>
            </a:r>
            <a:r>
              <a:rPr sz="2000" b="1" spc="15" dirty="0">
                <a:latin typeface="Trebuchet MS"/>
                <a:cs typeface="Trebuchet MS"/>
              </a:rPr>
              <a:t>o</a:t>
            </a:r>
            <a:r>
              <a:rPr sz="2000" b="1" spc="55" dirty="0">
                <a:latin typeface="Trebuchet MS"/>
                <a:cs typeface="Trebuchet MS"/>
              </a:rPr>
              <a:t>m</a:t>
            </a:r>
            <a:r>
              <a:rPr sz="2000" b="1" spc="50" dirty="0">
                <a:latin typeface="Trebuchet MS"/>
                <a:cs typeface="Trebuchet MS"/>
              </a:rPr>
              <a:t>m</a:t>
            </a:r>
            <a:r>
              <a:rPr sz="2000" b="1" spc="-20" dirty="0">
                <a:latin typeface="Trebuchet MS"/>
                <a:cs typeface="Trebuchet MS"/>
              </a:rPr>
              <a:t>un</a:t>
            </a:r>
            <a:r>
              <a:rPr sz="2000" b="1" spc="10" dirty="0">
                <a:latin typeface="Trebuchet MS"/>
                <a:cs typeface="Trebuchet MS"/>
              </a:rPr>
              <a:t>ic</a:t>
            </a:r>
            <a:r>
              <a:rPr sz="2000" b="1" spc="5" dirty="0">
                <a:latin typeface="Trebuchet MS"/>
                <a:cs typeface="Trebuchet MS"/>
              </a:rPr>
              <a:t>a</a:t>
            </a:r>
            <a:r>
              <a:rPr sz="2000" b="1" spc="-40" dirty="0">
                <a:latin typeface="Trebuchet MS"/>
                <a:cs typeface="Trebuchet MS"/>
              </a:rPr>
              <a:t>ti</a:t>
            </a:r>
            <a:r>
              <a:rPr sz="2000" b="1" spc="-55" dirty="0">
                <a:latin typeface="Trebuchet MS"/>
                <a:cs typeface="Trebuchet MS"/>
              </a:rPr>
              <a:t>o</a:t>
            </a:r>
            <a:r>
              <a:rPr sz="2000" b="1" spc="-25" dirty="0">
                <a:latin typeface="Trebuchet MS"/>
                <a:cs typeface="Trebuchet MS"/>
              </a:rPr>
              <a:t>n</a:t>
            </a:r>
            <a:r>
              <a:rPr sz="2000" b="1" spc="-215" dirty="0">
                <a:latin typeface="Trebuchet MS"/>
                <a:cs typeface="Trebuchet MS"/>
              </a:rPr>
              <a:t> </a:t>
            </a:r>
            <a:r>
              <a:rPr sz="2000" b="1" spc="-25" dirty="0">
                <a:latin typeface="Trebuchet MS"/>
                <a:cs typeface="Trebuchet MS"/>
              </a:rPr>
              <a:t>di</a:t>
            </a:r>
            <a:r>
              <a:rPr sz="2000" b="1" spc="-75" dirty="0">
                <a:latin typeface="Trebuchet MS"/>
                <a:cs typeface="Trebuchet MS"/>
              </a:rPr>
              <a:t>ffe</a:t>
            </a:r>
            <a:r>
              <a:rPr sz="2000" b="1" spc="-95" dirty="0">
                <a:latin typeface="Trebuchet MS"/>
                <a:cs typeface="Trebuchet MS"/>
              </a:rPr>
              <a:t>r</a:t>
            </a:r>
            <a:r>
              <a:rPr sz="2000" b="1" spc="-35" dirty="0">
                <a:latin typeface="Trebuchet MS"/>
                <a:cs typeface="Trebuchet MS"/>
              </a:rPr>
              <a:t>e</a:t>
            </a:r>
            <a:r>
              <a:rPr sz="2000" b="1" spc="-25" dirty="0">
                <a:latin typeface="Trebuchet MS"/>
                <a:cs typeface="Trebuchet MS"/>
              </a:rPr>
              <a:t>n</a:t>
            </a:r>
            <a:r>
              <a:rPr sz="2000" b="1" spc="-85" dirty="0">
                <a:latin typeface="Trebuchet MS"/>
                <a:cs typeface="Trebuchet MS"/>
              </a:rPr>
              <a:t>t</a:t>
            </a:r>
            <a:r>
              <a:rPr sz="2000" b="1" spc="-200" dirty="0">
                <a:latin typeface="Trebuchet MS"/>
                <a:cs typeface="Trebuchet MS"/>
              </a:rPr>
              <a:t> </a:t>
            </a:r>
            <a:r>
              <a:rPr sz="2000" b="1" spc="-45" dirty="0">
                <a:latin typeface="Trebuchet MS"/>
                <a:cs typeface="Trebuchet MS"/>
              </a:rPr>
              <a:t>w</a:t>
            </a:r>
            <a:r>
              <a:rPr sz="2000" b="1" spc="-25" dirty="0">
                <a:latin typeface="Trebuchet MS"/>
                <a:cs typeface="Trebuchet MS"/>
              </a:rPr>
              <a:t>h</a:t>
            </a:r>
            <a:r>
              <a:rPr sz="2000" b="1" spc="-35" dirty="0">
                <a:latin typeface="Trebuchet MS"/>
                <a:cs typeface="Trebuchet MS"/>
              </a:rPr>
              <a:t>en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145539" y="5285994"/>
            <a:ext cx="249999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10" dirty="0">
                <a:latin typeface="Trebuchet MS"/>
                <a:cs typeface="Trebuchet MS"/>
              </a:rPr>
              <a:t>y</a:t>
            </a:r>
            <a:r>
              <a:rPr sz="2000" b="1" spc="15" dirty="0">
                <a:latin typeface="Trebuchet MS"/>
                <a:cs typeface="Trebuchet MS"/>
              </a:rPr>
              <a:t>o</a:t>
            </a:r>
            <a:r>
              <a:rPr sz="2000" b="1" spc="-20" dirty="0">
                <a:latin typeface="Trebuchet MS"/>
                <a:cs typeface="Trebuchet MS"/>
              </a:rPr>
              <a:t>u</a:t>
            </a:r>
            <a:r>
              <a:rPr sz="2000" b="1" spc="-185" dirty="0">
                <a:latin typeface="Trebuchet MS"/>
                <a:cs typeface="Trebuchet MS"/>
              </a:rPr>
              <a:t> </a:t>
            </a:r>
            <a:r>
              <a:rPr sz="2000" b="1" spc="-70" dirty="0">
                <a:latin typeface="Trebuchet MS"/>
                <a:cs typeface="Trebuchet MS"/>
              </a:rPr>
              <a:t>w</a:t>
            </a:r>
            <a:r>
              <a:rPr sz="2000" b="1" spc="15" dirty="0">
                <a:latin typeface="Trebuchet MS"/>
                <a:cs typeface="Trebuchet MS"/>
              </a:rPr>
              <a:t>o</a:t>
            </a:r>
            <a:r>
              <a:rPr sz="2000" b="1" spc="-114" dirty="0">
                <a:latin typeface="Trebuchet MS"/>
                <a:cs typeface="Trebuchet MS"/>
              </a:rPr>
              <a:t>r</a:t>
            </a:r>
            <a:r>
              <a:rPr sz="2000" b="1" spc="-30" dirty="0">
                <a:latin typeface="Trebuchet MS"/>
                <a:cs typeface="Trebuchet MS"/>
              </a:rPr>
              <a:t>k</a:t>
            </a:r>
            <a:r>
              <a:rPr sz="2000" b="1" spc="-210" dirty="0">
                <a:latin typeface="Trebuchet MS"/>
                <a:cs typeface="Trebuchet MS"/>
              </a:rPr>
              <a:t> </a:t>
            </a:r>
            <a:r>
              <a:rPr sz="2000" b="1" spc="-85" dirty="0">
                <a:latin typeface="Trebuchet MS"/>
                <a:cs typeface="Trebuchet MS"/>
              </a:rPr>
              <a:t>f</a:t>
            </a:r>
            <a:r>
              <a:rPr sz="2000" b="1" spc="-114" dirty="0">
                <a:latin typeface="Trebuchet MS"/>
                <a:cs typeface="Trebuchet MS"/>
              </a:rPr>
              <a:t>r</a:t>
            </a:r>
            <a:r>
              <a:rPr sz="2000" b="1" spc="15" dirty="0">
                <a:latin typeface="Trebuchet MS"/>
                <a:cs typeface="Trebuchet MS"/>
              </a:rPr>
              <a:t>o</a:t>
            </a:r>
            <a:r>
              <a:rPr sz="2000" b="1" spc="60" dirty="0">
                <a:latin typeface="Trebuchet MS"/>
                <a:cs typeface="Trebuchet MS"/>
              </a:rPr>
              <a:t>m</a:t>
            </a:r>
            <a:r>
              <a:rPr sz="2000" b="1" spc="-200" dirty="0">
                <a:latin typeface="Trebuchet MS"/>
                <a:cs typeface="Trebuchet MS"/>
              </a:rPr>
              <a:t> </a:t>
            </a:r>
            <a:r>
              <a:rPr sz="2000" b="1" spc="-10" dirty="0">
                <a:latin typeface="Trebuchet MS"/>
                <a:cs typeface="Trebuchet MS"/>
              </a:rPr>
              <a:t>h</a:t>
            </a:r>
            <a:r>
              <a:rPr sz="2000" b="1" dirty="0">
                <a:latin typeface="Trebuchet MS"/>
                <a:cs typeface="Trebuchet MS"/>
              </a:rPr>
              <a:t>o</a:t>
            </a:r>
            <a:r>
              <a:rPr sz="2000" b="1" spc="10" dirty="0">
                <a:latin typeface="Trebuchet MS"/>
                <a:cs typeface="Trebuchet MS"/>
              </a:rPr>
              <a:t>m</a:t>
            </a:r>
            <a:r>
              <a:rPr sz="2000" b="1" spc="-65" dirty="0">
                <a:latin typeface="Trebuchet MS"/>
                <a:cs typeface="Trebuchet MS"/>
              </a:rPr>
              <a:t>e</a:t>
            </a:r>
            <a:r>
              <a:rPr sz="2000" b="1" spc="160" dirty="0">
                <a:latin typeface="Trebuchet MS"/>
                <a:cs typeface="Trebuchet MS"/>
              </a:rPr>
              <a:t>?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74394" y="5523687"/>
            <a:ext cx="3559175" cy="41402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241300" marR="5080" indent="-228600">
              <a:lnSpc>
                <a:spcPct val="70000"/>
              </a:lnSpc>
              <a:spcBef>
                <a:spcPts val="640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500" spc="-25" dirty="0">
                <a:latin typeface="Trebuchet MS"/>
                <a:cs typeface="Trebuchet MS"/>
              </a:rPr>
              <a:t>F</a:t>
            </a:r>
            <a:r>
              <a:rPr sz="1500" spc="-15" dirty="0">
                <a:latin typeface="Trebuchet MS"/>
                <a:cs typeface="Trebuchet MS"/>
              </a:rPr>
              <a:t>ol</a:t>
            </a:r>
            <a:r>
              <a:rPr sz="1500" spc="-55" dirty="0">
                <a:latin typeface="Trebuchet MS"/>
                <a:cs typeface="Trebuchet MS"/>
              </a:rPr>
              <a:t>l</a:t>
            </a:r>
            <a:r>
              <a:rPr sz="1500" spc="5" dirty="0">
                <a:latin typeface="Trebuchet MS"/>
                <a:cs typeface="Trebuchet MS"/>
              </a:rPr>
              <a:t>o</a:t>
            </a:r>
            <a:r>
              <a:rPr sz="1500" spc="-40" dirty="0">
                <a:latin typeface="Trebuchet MS"/>
                <a:cs typeface="Trebuchet MS"/>
              </a:rPr>
              <a:t>w-</a:t>
            </a:r>
            <a:r>
              <a:rPr sz="1500" spc="-35" dirty="0">
                <a:latin typeface="Trebuchet MS"/>
                <a:cs typeface="Trebuchet MS"/>
              </a:rPr>
              <a:t>up:</a:t>
            </a:r>
            <a:r>
              <a:rPr sz="1500" spc="-200" dirty="0">
                <a:latin typeface="Trebuchet MS"/>
                <a:cs typeface="Trebuchet MS"/>
              </a:rPr>
              <a:t> </a:t>
            </a:r>
            <a:r>
              <a:rPr sz="1500" spc="60" dirty="0">
                <a:latin typeface="Trebuchet MS"/>
                <a:cs typeface="Trebuchet MS"/>
              </a:rPr>
              <a:t>W</a:t>
            </a:r>
            <a:r>
              <a:rPr sz="1500" dirty="0">
                <a:latin typeface="Trebuchet MS"/>
                <a:cs typeface="Trebuchet MS"/>
              </a:rPr>
              <a:t>h</a:t>
            </a:r>
            <a:r>
              <a:rPr sz="1500" spc="-15" dirty="0">
                <a:latin typeface="Trebuchet MS"/>
                <a:cs typeface="Trebuchet MS"/>
              </a:rPr>
              <a:t>a</a:t>
            </a:r>
            <a:r>
              <a:rPr sz="1500" spc="-110" dirty="0">
                <a:latin typeface="Trebuchet MS"/>
                <a:cs typeface="Trebuchet MS"/>
              </a:rPr>
              <a:t>t</a:t>
            </a:r>
            <a:r>
              <a:rPr sz="1500" spc="-150" dirty="0">
                <a:latin typeface="Trebuchet MS"/>
                <a:cs typeface="Trebuchet MS"/>
              </a:rPr>
              <a:t> </a:t>
            </a:r>
            <a:r>
              <a:rPr sz="1500" spc="10" dirty="0">
                <a:latin typeface="Trebuchet MS"/>
                <a:cs typeface="Trebuchet MS"/>
              </a:rPr>
              <a:t>do</a:t>
            </a:r>
            <a:r>
              <a:rPr sz="1500" spc="-165" dirty="0">
                <a:latin typeface="Trebuchet MS"/>
                <a:cs typeface="Trebuchet MS"/>
              </a:rPr>
              <a:t> </a:t>
            </a:r>
            <a:r>
              <a:rPr sz="1500" spc="-20" dirty="0">
                <a:latin typeface="Trebuchet MS"/>
                <a:cs typeface="Trebuchet MS"/>
              </a:rPr>
              <a:t>peopl</a:t>
            </a:r>
            <a:r>
              <a:rPr sz="1500" spc="-15" dirty="0">
                <a:latin typeface="Trebuchet MS"/>
                <a:cs typeface="Trebuchet MS"/>
              </a:rPr>
              <a:t>e</a:t>
            </a:r>
            <a:r>
              <a:rPr sz="1500" spc="-175" dirty="0">
                <a:latin typeface="Trebuchet MS"/>
                <a:cs typeface="Trebuchet MS"/>
              </a:rPr>
              <a:t> </a:t>
            </a:r>
            <a:r>
              <a:rPr sz="1500" spc="-20" dirty="0">
                <a:latin typeface="Trebuchet MS"/>
                <a:cs typeface="Trebuchet MS"/>
              </a:rPr>
              <a:t>nee</a:t>
            </a:r>
            <a:r>
              <a:rPr sz="1500" spc="-15" dirty="0">
                <a:latin typeface="Trebuchet MS"/>
                <a:cs typeface="Trebuchet MS"/>
              </a:rPr>
              <a:t>d</a:t>
            </a:r>
            <a:r>
              <a:rPr sz="1500" spc="-165" dirty="0">
                <a:latin typeface="Trebuchet MS"/>
                <a:cs typeface="Trebuchet MS"/>
              </a:rPr>
              <a:t> </a:t>
            </a:r>
            <a:r>
              <a:rPr sz="1500" spc="-130" dirty="0">
                <a:latin typeface="Trebuchet MS"/>
                <a:cs typeface="Trebuchet MS"/>
              </a:rPr>
              <a:t>t</a:t>
            </a:r>
            <a:r>
              <a:rPr sz="1500" spc="20" dirty="0">
                <a:latin typeface="Trebuchet MS"/>
                <a:cs typeface="Trebuchet MS"/>
              </a:rPr>
              <a:t>o</a:t>
            </a:r>
            <a:r>
              <a:rPr sz="1500" spc="-145" dirty="0">
                <a:latin typeface="Trebuchet MS"/>
                <a:cs typeface="Trebuchet MS"/>
              </a:rPr>
              <a:t> </a:t>
            </a:r>
            <a:r>
              <a:rPr sz="1500" spc="10" dirty="0">
                <a:latin typeface="Trebuchet MS"/>
                <a:cs typeface="Trebuchet MS"/>
              </a:rPr>
              <a:t>do</a:t>
            </a:r>
            <a:r>
              <a:rPr sz="1500" spc="-165" dirty="0">
                <a:latin typeface="Trebuchet MS"/>
                <a:cs typeface="Trebuchet MS"/>
              </a:rPr>
              <a:t> </a:t>
            </a:r>
            <a:r>
              <a:rPr sz="1500" spc="-130" dirty="0">
                <a:latin typeface="Trebuchet MS"/>
                <a:cs typeface="Trebuchet MS"/>
              </a:rPr>
              <a:t>t</a:t>
            </a:r>
            <a:r>
              <a:rPr sz="1500" spc="15" dirty="0">
                <a:latin typeface="Trebuchet MS"/>
                <a:cs typeface="Trebuchet MS"/>
              </a:rPr>
              <a:t>o  </a:t>
            </a:r>
            <a:r>
              <a:rPr sz="1500" spc="40" dirty="0">
                <a:latin typeface="Trebuchet MS"/>
                <a:cs typeface="Trebuchet MS"/>
              </a:rPr>
              <a:t>c</a:t>
            </a:r>
            <a:r>
              <a:rPr sz="1500" spc="25" dirty="0">
                <a:latin typeface="Trebuchet MS"/>
                <a:cs typeface="Trebuchet MS"/>
              </a:rPr>
              <a:t>ommu</a:t>
            </a:r>
            <a:r>
              <a:rPr sz="1500" spc="-10" dirty="0">
                <a:latin typeface="Trebuchet MS"/>
                <a:cs typeface="Trebuchet MS"/>
              </a:rPr>
              <a:t>nic</a:t>
            </a:r>
            <a:r>
              <a:rPr sz="1500" spc="-30" dirty="0">
                <a:latin typeface="Trebuchet MS"/>
                <a:cs typeface="Trebuchet MS"/>
              </a:rPr>
              <a:t>a</a:t>
            </a:r>
            <a:r>
              <a:rPr sz="1500" spc="-130" dirty="0">
                <a:latin typeface="Trebuchet MS"/>
                <a:cs typeface="Trebuchet MS"/>
              </a:rPr>
              <a:t>t</a:t>
            </a:r>
            <a:r>
              <a:rPr sz="1500" spc="-30" dirty="0">
                <a:latin typeface="Trebuchet MS"/>
                <a:cs typeface="Trebuchet MS"/>
              </a:rPr>
              <a:t>e</a:t>
            </a:r>
            <a:r>
              <a:rPr sz="1500" spc="-165" dirty="0">
                <a:latin typeface="Trebuchet MS"/>
                <a:cs typeface="Trebuchet MS"/>
              </a:rPr>
              <a:t> </a:t>
            </a:r>
            <a:r>
              <a:rPr sz="1500" spc="-55" dirty="0">
                <a:latin typeface="Trebuchet MS"/>
                <a:cs typeface="Trebuchet MS"/>
              </a:rPr>
              <a:t>we</a:t>
            </a:r>
            <a:r>
              <a:rPr sz="1500" spc="-25" dirty="0">
                <a:latin typeface="Trebuchet MS"/>
                <a:cs typeface="Trebuchet MS"/>
              </a:rPr>
              <a:t>l</a:t>
            </a:r>
            <a:r>
              <a:rPr sz="1500" spc="-55" dirty="0">
                <a:latin typeface="Trebuchet MS"/>
                <a:cs typeface="Trebuchet MS"/>
              </a:rPr>
              <a:t>l</a:t>
            </a:r>
            <a:r>
              <a:rPr sz="1500" spc="200" dirty="0">
                <a:latin typeface="Trebuchet MS"/>
                <a:cs typeface="Trebuchet MS"/>
              </a:rPr>
              <a:t>?</a:t>
            </a:r>
            <a:endParaRPr sz="1500">
              <a:latin typeface="Trebuchet MS"/>
              <a:cs typeface="Trebuchet MS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982715" y="0"/>
            <a:ext cx="6209665" cy="6858000"/>
            <a:chOff x="5982715" y="0"/>
            <a:chExt cx="6209665" cy="6858000"/>
          </a:xfrm>
        </p:grpSpPr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63968" y="3154807"/>
              <a:ext cx="4030599" cy="3703190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6046215" y="1691132"/>
              <a:ext cx="1497965" cy="1598930"/>
            </a:xfrm>
            <a:custGeom>
              <a:avLst/>
              <a:gdLst/>
              <a:ahLst/>
              <a:cxnLst/>
              <a:rect l="l" t="t" r="r" b="b"/>
              <a:pathLst>
                <a:path w="1497965" h="1598929">
                  <a:moveTo>
                    <a:pt x="0" y="0"/>
                  </a:moveTo>
                  <a:lnTo>
                    <a:pt x="9742" y="48436"/>
                  </a:lnTo>
                  <a:lnTo>
                    <a:pt x="20608" y="96454"/>
                  </a:lnTo>
                  <a:lnTo>
                    <a:pt x="32585" y="144039"/>
                  </a:lnTo>
                  <a:lnTo>
                    <a:pt x="45657" y="191176"/>
                  </a:lnTo>
                  <a:lnTo>
                    <a:pt x="59813" y="237851"/>
                  </a:lnTo>
                  <a:lnTo>
                    <a:pt x="75037" y="284048"/>
                  </a:lnTo>
                  <a:lnTo>
                    <a:pt x="91317" y="329753"/>
                  </a:lnTo>
                  <a:lnTo>
                    <a:pt x="108638" y="374952"/>
                  </a:lnTo>
                  <a:lnTo>
                    <a:pt x="126987" y="419629"/>
                  </a:lnTo>
                  <a:lnTo>
                    <a:pt x="146349" y="463770"/>
                  </a:lnTo>
                  <a:lnTo>
                    <a:pt x="166712" y="507361"/>
                  </a:lnTo>
                  <a:lnTo>
                    <a:pt x="188061" y="550386"/>
                  </a:lnTo>
                  <a:lnTo>
                    <a:pt x="210382" y="592831"/>
                  </a:lnTo>
                  <a:lnTo>
                    <a:pt x="233663" y="634681"/>
                  </a:lnTo>
                  <a:lnTo>
                    <a:pt x="257888" y="675922"/>
                  </a:lnTo>
                  <a:lnTo>
                    <a:pt x="283045" y="716538"/>
                  </a:lnTo>
                  <a:lnTo>
                    <a:pt x="309119" y="756516"/>
                  </a:lnTo>
                  <a:lnTo>
                    <a:pt x="336097" y="795840"/>
                  </a:lnTo>
                  <a:lnTo>
                    <a:pt x="363965" y="834496"/>
                  </a:lnTo>
                  <a:lnTo>
                    <a:pt x="392710" y="872469"/>
                  </a:lnTo>
                  <a:lnTo>
                    <a:pt x="422317" y="909744"/>
                  </a:lnTo>
                  <a:lnTo>
                    <a:pt x="452773" y="946307"/>
                  </a:lnTo>
                  <a:lnTo>
                    <a:pt x="484063" y="982143"/>
                  </a:lnTo>
                  <a:lnTo>
                    <a:pt x="516175" y="1017238"/>
                  </a:lnTo>
                  <a:lnTo>
                    <a:pt x="549095" y="1051576"/>
                  </a:lnTo>
                  <a:lnTo>
                    <a:pt x="582808" y="1085143"/>
                  </a:lnTo>
                  <a:lnTo>
                    <a:pt x="617301" y="1117924"/>
                  </a:lnTo>
                  <a:lnTo>
                    <a:pt x="652560" y="1149905"/>
                  </a:lnTo>
                  <a:lnTo>
                    <a:pt x="688572" y="1181070"/>
                  </a:lnTo>
                  <a:lnTo>
                    <a:pt x="725322" y="1211406"/>
                  </a:lnTo>
                  <a:lnTo>
                    <a:pt x="762797" y="1240897"/>
                  </a:lnTo>
                  <a:lnTo>
                    <a:pt x="800984" y="1269529"/>
                  </a:lnTo>
                  <a:lnTo>
                    <a:pt x="839868" y="1297287"/>
                  </a:lnTo>
                  <a:lnTo>
                    <a:pt x="879435" y="1324157"/>
                  </a:lnTo>
                  <a:lnTo>
                    <a:pt x="919672" y="1350123"/>
                  </a:lnTo>
                  <a:lnTo>
                    <a:pt x="960566" y="1375171"/>
                  </a:lnTo>
                  <a:lnTo>
                    <a:pt x="1002102" y="1399287"/>
                  </a:lnTo>
                  <a:lnTo>
                    <a:pt x="1044266" y="1422455"/>
                  </a:lnTo>
                  <a:lnTo>
                    <a:pt x="1087046" y="1444662"/>
                  </a:lnTo>
                  <a:lnTo>
                    <a:pt x="1130426" y="1465891"/>
                  </a:lnTo>
                  <a:lnTo>
                    <a:pt x="1174394" y="1486129"/>
                  </a:lnTo>
                  <a:lnTo>
                    <a:pt x="1218935" y="1505361"/>
                  </a:lnTo>
                  <a:lnTo>
                    <a:pt x="1264036" y="1523572"/>
                  </a:lnTo>
                  <a:lnTo>
                    <a:pt x="1309683" y="1540748"/>
                  </a:lnTo>
                  <a:lnTo>
                    <a:pt x="1355862" y="1556874"/>
                  </a:lnTo>
                  <a:lnTo>
                    <a:pt x="1402560" y="1571934"/>
                  </a:lnTo>
                  <a:lnTo>
                    <a:pt x="1449763" y="1585916"/>
                  </a:lnTo>
                  <a:lnTo>
                    <a:pt x="1497457" y="1598802"/>
                  </a:lnTo>
                </a:path>
              </a:pathLst>
            </a:custGeom>
            <a:ln w="127000">
              <a:solidFill>
                <a:srgbClr val="0E9E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05803" y="0"/>
              <a:ext cx="3519297" cy="3007867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933431" y="372236"/>
              <a:ext cx="2258568" cy="355460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519157" y="5486400"/>
            <a:ext cx="2673350" cy="1371600"/>
          </a:xfrm>
          <a:custGeom>
            <a:avLst/>
            <a:gdLst/>
            <a:ahLst/>
            <a:cxnLst/>
            <a:rect l="l" t="t" r="r" b="b"/>
            <a:pathLst>
              <a:path w="2673350" h="1371600">
                <a:moveTo>
                  <a:pt x="1721739" y="0"/>
                </a:moveTo>
                <a:lnTo>
                  <a:pt x="1671267" y="706"/>
                </a:lnTo>
                <a:lnTo>
                  <a:pt x="1621145" y="2813"/>
                </a:lnTo>
                <a:lnTo>
                  <a:pt x="1571393" y="6302"/>
                </a:lnTo>
                <a:lnTo>
                  <a:pt x="1522029" y="11153"/>
                </a:lnTo>
                <a:lnTo>
                  <a:pt x="1473071" y="17349"/>
                </a:lnTo>
                <a:lnTo>
                  <a:pt x="1424539" y="24870"/>
                </a:lnTo>
                <a:lnTo>
                  <a:pt x="1376452" y="33697"/>
                </a:lnTo>
                <a:lnTo>
                  <a:pt x="1328827" y="43813"/>
                </a:lnTo>
                <a:lnTo>
                  <a:pt x="1281685" y="55197"/>
                </a:lnTo>
                <a:lnTo>
                  <a:pt x="1235043" y="67831"/>
                </a:lnTo>
                <a:lnTo>
                  <a:pt x="1188921" y="81696"/>
                </a:lnTo>
                <a:lnTo>
                  <a:pt x="1143337" y="96774"/>
                </a:lnTo>
                <a:lnTo>
                  <a:pt x="1098311" y="113045"/>
                </a:lnTo>
                <a:lnTo>
                  <a:pt x="1053860" y="130491"/>
                </a:lnTo>
                <a:lnTo>
                  <a:pt x="1010005" y="149093"/>
                </a:lnTo>
                <a:lnTo>
                  <a:pt x="966763" y="168833"/>
                </a:lnTo>
                <a:lnTo>
                  <a:pt x="924153" y="189691"/>
                </a:lnTo>
                <a:lnTo>
                  <a:pt x="882195" y="211648"/>
                </a:lnTo>
                <a:lnTo>
                  <a:pt x="840907" y="234686"/>
                </a:lnTo>
                <a:lnTo>
                  <a:pt x="800308" y="258787"/>
                </a:lnTo>
                <a:lnTo>
                  <a:pt x="760417" y="283930"/>
                </a:lnTo>
                <a:lnTo>
                  <a:pt x="721252" y="310098"/>
                </a:lnTo>
                <a:lnTo>
                  <a:pt x="682832" y="337271"/>
                </a:lnTo>
                <a:lnTo>
                  <a:pt x="645177" y="365431"/>
                </a:lnTo>
                <a:lnTo>
                  <a:pt x="608304" y="394560"/>
                </a:lnTo>
                <a:lnTo>
                  <a:pt x="572234" y="424637"/>
                </a:lnTo>
                <a:lnTo>
                  <a:pt x="536984" y="455645"/>
                </a:lnTo>
                <a:lnTo>
                  <a:pt x="502573" y="487564"/>
                </a:lnTo>
                <a:lnTo>
                  <a:pt x="469021" y="520376"/>
                </a:lnTo>
                <a:lnTo>
                  <a:pt x="436345" y="554062"/>
                </a:lnTo>
                <a:lnTo>
                  <a:pt x="404565" y="588603"/>
                </a:lnTo>
                <a:lnTo>
                  <a:pt x="373700" y="623980"/>
                </a:lnTo>
                <a:lnTo>
                  <a:pt x="343769" y="660175"/>
                </a:lnTo>
                <a:lnTo>
                  <a:pt x="314790" y="697169"/>
                </a:lnTo>
                <a:lnTo>
                  <a:pt x="286781" y="734942"/>
                </a:lnTo>
                <a:lnTo>
                  <a:pt x="259763" y="773477"/>
                </a:lnTo>
                <a:lnTo>
                  <a:pt x="233753" y="812754"/>
                </a:lnTo>
                <a:lnTo>
                  <a:pt x="208771" y="852754"/>
                </a:lnTo>
                <a:lnTo>
                  <a:pt x="184835" y="893459"/>
                </a:lnTo>
                <a:lnTo>
                  <a:pt x="161965" y="934850"/>
                </a:lnTo>
                <a:lnTo>
                  <a:pt x="140178" y="976908"/>
                </a:lnTo>
                <a:lnTo>
                  <a:pt x="119494" y="1019614"/>
                </a:lnTo>
                <a:lnTo>
                  <a:pt x="99932" y="1062950"/>
                </a:lnTo>
                <a:lnTo>
                  <a:pt x="81509" y="1106897"/>
                </a:lnTo>
                <a:lnTo>
                  <a:pt x="64247" y="1151435"/>
                </a:lnTo>
                <a:lnTo>
                  <a:pt x="48162" y="1196546"/>
                </a:lnTo>
                <a:lnTo>
                  <a:pt x="33274" y="1242212"/>
                </a:lnTo>
                <a:lnTo>
                  <a:pt x="0" y="1371599"/>
                </a:lnTo>
                <a:lnTo>
                  <a:pt x="2672842" y="1371599"/>
                </a:lnTo>
                <a:lnTo>
                  <a:pt x="2672842" y="279247"/>
                </a:lnTo>
                <a:lnTo>
                  <a:pt x="2564384" y="213385"/>
                </a:lnTo>
                <a:lnTo>
                  <a:pt x="2519810" y="189991"/>
                </a:lnTo>
                <a:lnTo>
                  <a:pt x="2474498" y="167838"/>
                </a:lnTo>
                <a:lnTo>
                  <a:pt x="2428470" y="146949"/>
                </a:lnTo>
                <a:lnTo>
                  <a:pt x="2381748" y="127347"/>
                </a:lnTo>
                <a:lnTo>
                  <a:pt x="2334357" y="109055"/>
                </a:lnTo>
                <a:lnTo>
                  <a:pt x="2286318" y="92096"/>
                </a:lnTo>
                <a:lnTo>
                  <a:pt x="2237655" y="76492"/>
                </a:lnTo>
                <a:lnTo>
                  <a:pt x="2188390" y="62265"/>
                </a:lnTo>
                <a:lnTo>
                  <a:pt x="2138547" y="49440"/>
                </a:lnTo>
                <a:lnTo>
                  <a:pt x="2088149" y="38038"/>
                </a:lnTo>
                <a:lnTo>
                  <a:pt x="2037219" y="28083"/>
                </a:lnTo>
                <a:lnTo>
                  <a:pt x="1985778" y="19597"/>
                </a:lnTo>
                <a:lnTo>
                  <a:pt x="1933852" y="12603"/>
                </a:lnTo>
                <a:lnTo>
                  <a:pt x="1881461" y="7123"/>
                </a:lnTo>
                <a:lnTo>
                  <a:pt x="1828630" y="3181"/>
                </a:lnTo>
                <a:lnTo>
                  <a:pt x="1775382" y="799"/>
                </a:lnTo>
                <a:lnTo>
                  <a:pt x="1721739" y="0"/>
                </a:lnTo>
                <a:close/>
              </a:path>
            </a:pathLst>
          </a:custGeom>
          <a:solidFill>
            <a:srgbClr val="0E9ED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5301360" y="586522"/>
            <a:ext cx="6017260" cy="4088129"/>
            <a:chOff x="5301360" y="586522"/>
            <a:chExt cx="6017260" cy="4088129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41007" y="2010917"/>
              <a:ext cx="4777359" cy="266344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364860" y="650022"/>
              <a:ext cx="2225040" cy="1494155"/>
            </a:xfrm>
            <a:custGeom>
              <a:avLst/>
              <a:gdLst/>
              <a:ahLst/>
              <a:cxnLst/>
              <a:rect l="l" t="t" r="r" b="b"/>
              <a:pathLst>
                <a:path w="2225040" h="1494155">
                  <a:moveTo>
                    <a:pt x="0" y="191352"/>
                  </a:moveTo>
                  <a:lnTo>
                    <a:pt x="42536" y="168355"/>
                  </a:lnTo>
                  <a:lnTo>
                    <a:pt x="85482" y="146871"/>
                  </a:lnTo>
                  <a:lnTo>
                    <a:pt x="128805" y="126892"/>
                  </a:lnTo>
                  <a:lnTo>
                    <a:pt x="172476" y="108407"/>
                  </a:lnTo>
                  <a:lnTo>
                    <a:pt x="216461" y="91409"/>
                  </a:lnTo>
                  <a:lnTo>
                    <a:pt x="260729" y="75889"/>
                  </a:lnTo>
                  <a:lnTo>
                    <a:pt x="305250" y="61837"/>
                  </a:lnTo>
                  <a:lnTo>
                    <a:pt x="349990" y="49246"/>
                  </a:lnTo>
                  <a:lnTo>
                    <a:pt x="394919" y="38105"/>
                  </a:lnTo>
                  <a:lnTo>
                    <a:pt x="440005" y="28406"/>
                  </a:lnTo>
                  <a:lnTo>
                    <a:pt x="485216" y="20140"/>
                  </a:lnTo>
                  <a:lnTo>
                    <a:pt x="530521" y="13299"/>
                  </a:lnTo>
                  <a:lnTo>
                    <a:pt x="575888" y="7873"/>
                  </a:lnTo>
                  <a:lnTo>
                    <a:pt x="621286" y="3854"/>
                  </a:lnTo>
                  <a:lnTo>
                    <a:pt x="666683" y="1232"/>
                  </a:lnTo>
                  <a:lnTo>
                    <a:pt x="712047" y="0"/>
                  </a:lnTo>
                  <a:lnTo>
                    <a:pt x="757348" y="147"/>
                  </a:lnTo>
                  <a:lnTo>
                    <a:pt x="802552" y="1665"/>
                  </a:lnTo>
                  <a:lnTo>
                    <a:pt x="847629" y="4545"/>
                  </a:lnTo>
                  <a:lnTo>
                    <a:pt x="892548" y="8779"/>
                  </a:lnTo>
                  <a:lnTo>
                    <a:pt x="937276" y="14357"/>
                  </a:lnTo>
                  <a:lnTo>
                    <a:pt x="981782" y="21271"/>
                  </a:lnTo>
                  <a:lnTo>
                    <a:pt x="1026034" y="29512"/>
                  </a:lnTo>
                  <a:lnTo>
                    <a:pt x="1070001" y="39070"/>
                  </a:lnTo>
                  <a:lnTo>
                    <a:pt x="1113651" y="49937"/>
                  </a:lnTo>
                  <a:lnTo>
                    <a:pt x="1156953" y="62105"/>
                  </a:lnTo>
                  <a:lnTo>
                    <a:pt x="1199875" y="75563"/>
                  </a:lnTo>
                  <a:lnTo>
                    <a:pt x="1242386" y="90304"/>
                  </a:lnTo>
                  <a:lnTo>
                    <a:pt x="1284453" y="106318"/>
                  </a:lnTo>
                  <a:lnTo>
                    <a:pt x="1326046" y="123597"/>
                  </a:lnTo>
                  <a:lnTo>
                    <a:pt x="1367132" y="142132"/>
                  </a:lnTo>
                  <a:lnTo>
                    <a:pt x="1407681" y="161913"/>
                  </a:lnTo>
                  <a:lnTo>
                    <a:pt x="1447660" y="182933"/>
                  </a:lnTo>
                  <a:lnTo>
                    <a:pt x="1487038" y="205181"/>
                  </a:lnTo>
                  <a:lnTo>
                    <a:pt x="1525783" y="228650"/>
                  </a:lnTo>
                  <a:lnTo>
                    <a:pt x="1563865" y="253330"/>
                  </a:lnTo>
                  <a:lnTo>
                    <a:pt x="1601250" y="279212"/>
                  </a:lnTo>
                  <a:lnTo>
                    <a:pt x="1637908" y="306288"/>
                  </a:lnTo>
                  <a:lnTo>
                    <a:pt x="1673807" y="334549"/>
                  </a:lnTo>
                  <a:lnTo>
                    <a:pt x="1708916" y="363985"/>
                  </a:lnTo>
                  <a:lnTo>
                    <a:pt x="1743203" y="394589"/>
                  </a:lnTo>
                  <a:lnTo>
                    <a:pt x="1776636" y="426350"/>
                  </a:lnTo>
                  <a:lnTo>
                    <a:pt x="1809183" y="459261"/>
                  </a:lnTo>
                  <a:lnTo>
                    <a:pt x="1840814" y="493312"/>
                  </a:lnTo>
                  <a:lnTo>
                    <a:pt x="1871496" y="528494"/>
                  </a:lnTo>
                  <a:lnTo>
                    <a:pt x="1901199" y="564799"/>
                  </a:lnTo>
                  <a:lnTo>
                    <a:pt x="1929889" y="602218"/>
                  </a:lnTo>
                  <a:lnTo>
                    <a:pt x="1957537" y="640741"/>
                  </a:lnTo>
                  <a:lnTo>
                    <a:pt x="1984110" y="680361"/>
                  </a:lnTo>
                  <a:lnTo>
                    <a:pt x="2009576" y="721068"/>
                  </a:lnTo>
                  <a:lnTo>
                    <a:pt x="2033905" y="762852"/>
                  </a:lnTo>
                  <a:lnTo>
                    <a:pt x="2058178" y="807901"/>
                  </a:lnTo>
                  <a:lnTo>
                    <a:pt x="2080853" y="853663"/>
                  </a:lnTo>
                  <a:lnTo>
                    <a:pt x="2101917" y="900096"/>
                  </a:lnTo>
                  <a:lnTo>
                    <a:pt x="2121359" y="947156"/>
                  </a:lnTo>
                  <a:lnTo>
                    <a:pt x="2139169" y="994801"/>
                  </a:lnTo>
                  <a:lnTo>
                    <a:pt x="2155335" y="1042990"/>
                  </a:lnTo>
                  <a:lnTo>
                    <a:pt x="2169846" y="1091679"/>
                  </a:lnTo>
                  <a:lnTo>
                    <a:pt x="2182692" y="1140826"/>
                  </a:lnTo>
                  <a:lnTo>
                    <a:pt x="2193860" y="1190389"/>
                  </a:lnTo>
                  <a:lnTo>
                    <a:pt x="2203341" y="1240325"/>
                  </a:lnTo>
                  <a:lnTo>
                    <a:pt x="2211123" y="1290592"/>
                  </a:lnTo>
                  <a:lnTo>
                    <a:pt x="2217195" y="1341147"/>
                  </a:lnTo>
                  <a:lnTo>
                    <a:pt x="2221546" y="1391948"/>
                  </a:lnTo>
                  <a:lnTo>
                    <a:pt x="2224164" y="1442953"/>
                  </a:lnTo>
                  <a:lnTo>
                    <a:pt x="2225040" y="1494118"/>
                  </a:lnTo>
                </a:path>
              </a:pathLst>
            </a:custGeom>
            <a:ln w="126999">
              <a:solidFill>
                <a:srgbClr val="0E9E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16939" y="719150"/>
            <a:ext cx="256413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85" dirty="0"/>
              <a:t>Vocabulary</a:t>
            </a:r>
            <a:endParaRPr sz="4400"/>
          </a:p>
        </p:txBody>
      </p:sp>
      <p:sp>
        <p:nvSpPr>
          <p:cNvPr id="7" name="object 7"/>
          <p:cNvSpPr txBox="1"/>
          <p:nvPr/>
        </p:nvSpPr>
        <p:spPr>
          <a:xfrm>
            <a:off x="916939" y="1932076"/>
            <a:ext cx="5080635" cy="3733800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560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100" b="1" spc="5" dirty="0">
                <a:latin typeface="Trebuchet MS"/>
                <a:cs typeface="Trebuchet MS"/>
              </a:rPr>
              <a:t>Isolation</a:t>
            </a:r>
            <a:endParaRPr sz="11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470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100" b="1" spc="-20" dirty="0">
                <a:latin typeface="Trebuchet MS"/>
                <a:cs typeface="Trebuchet MS"/>
              </a:rPr>
              <a:t>Definition:</a:t>
            </a:r>
            <a:r>
              <a:rPr sz="1100" b="1" spc="-155" dirty="0">
                <a:latin typeface="Trebuchet MS"/>
                <a:cs typeface="Trebuchet MS"/>
              </a:rPr>
              <a:t> </a:t>
            </a:r>
            <a:r>
              <a:rPr sz="1100" spc="-25" dirty="0">
                <a:latin typeface="Trebuchet MS"/>
                <a:cs typeface="Trebuchet MS"/>
              </a:rPr>
              <a:t>Feeling</a:t>
            </a:r>
            <a:r>
              <a:rPr sz="1100" spc="-114" dirty="0">
                <a:latin typeface="Trebuchet MS"/>
                <a:cs typeface="Trebuchet MS"/>
              </a:rPr>
              <a:t> </a:t>
            </a:r>
            <a:r>
              <a:rPr sz="1100" spc="-10" dirty="0">
                <a:latin typeface="Trebuchet MS"/>
                <a:cs typeface="Trebuchet MS"/>
              </a:rPr>
              <a:t>alone</a:t>
            </a:r>
            <a:r>
              <a:rPr sz="1100" spc="-114" dirty="0">
                <a:latin typeface="Trebuchet MS"/>
                <a:cs typeface="Trebuchet MS"/>
              </a:rPr>
              <a:t> </a:t>
            </a:r>
            <a:r>
              <a:rPr sz="1100" spc="-20" dirty="0">
                <a:latin typeface="Trebuchet MS"/>
                <a:cs typeface="Trebuchet MS"/>
              </a:rPr>
              <a:t>or</a:t>
            </a:r>
            <a:r>
              <a:rPr sz="1100" spc="-114" dirty="0">
                <a:latin typeface="Trebuchet MS"/>
                <a:cs typeface="Trebuchet MS"/>
              </a:rPr>
              <a:t> </a:t>
            </a:r>
            <a:r>
              <a:rPr sz="1100" spc="-20" dirty="0">
                <a:latin typeface="Trebuchet MS"/>
                <a:cs typeface="Trebuchet MS"/>
              </a:rPr>
              <a:t>not</a:t>
            </a:r>
            <a:r>
              <a:rPr sz="1100" spc="-114" dirty="0">
                <a:latin typeface="Trebuchet MS"/>
                <a:cs typeface="Trebuchet MS"/>
              </a:rPr>
              <a:t> </a:t>
            </a:r>
            <a:r>
              <a:rPr sz="1100" spc="-5" dirty="0">
                <a:latin typeface="Trebuchet MS"/>
                <a:cs typeface="Trebuchet MS"/>
              </a:rPr>
              <a:t>connected</a:t>
            </a:r>
            <a:r>
              <a:rPr sz="1100" spc="-125" dirty="0">
                <a:latin typeface="Trebuchet MS"/>
                <a:cs typeface="Trebuchet MS"/>
              </a:rPr>
              <a:t> </a:t>
            </a:r>
            <a:r>
              <a:rPr sz="1100" spc="-40" dirty="0">
                <a:latin typeface="Trebuchet MS"/>
                <a:cs typeface="Trebuchet MS"/>
              </a:rPr>
              <a:t>with</a:t>
            </a:r>
            <a:r>
              <a:rPr sz="1100" spc="-125" dirty="0">
                <a:latin typeface="Trebuchet MS"/>
                <a:cs typeface="Trebuchet MS"/>
              </a:rPr>
              <a:t> </a:t>
            </a:r>
            <a:r>
              <a:rPr sz="1100" spc="-20" dirty="0">
                <a:latin typeface="Trebuchet MS"/>
                <a:cs typeface="Trebuchet MS"/>
              </a:rPr>
              <a:t>others.</a:t>
            </a:r>
            <a:endParaRPr sz="1100">
              <a:latin typeface="Trebuchet MS"/>
              <a:cs typeface="Trebuchet MS"/>
            </a:endParaRPr>
          </a:p>
          <a:p>
            <a:pPr marL="241300" marR="5080" indent="-228600">
              <a:lnSpc>
                <a:spcPts val="1190"/>
              </a:lnSpc>
              <a:spcBef>
                <a:spcPts val="620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100" b="1" spc="-10" dirty="0">
                <a:latin typeface="Trebuchet MS"/>
                <a:cs typeface="Trebuchet MS"/>
              </a:rPr>
              <a:t>Example:</a:t>
            </a:r>
            <a:r>
              <a:rPr sz="1100" b="1" spc="-140" dirty="0">
                <a:latin typeface="Trebuchet MS"/>
                <a:cs typeface="Trebuchet MS"/>
              </a:rPr>
              <a:t> </a:t>
            </a:r>
            <a:r>
              <a:rPr sz="1100" spc="5" dirty="0">
                <a:latin typeface="Trebuchet MS"/>
                <a:cs typeface="Trebuchet MS"/>
              </a:rPr>
              <a:t>When</a:t>
            </a:r>
            <a:r>
              <a:rPr sz="1100" spc="-105" dirty="0">
                <a:latin typeface="Trebuchet MS"/>
                <a:cs typeface="Trebuchet MS"/>
              </a:rPr>
              <a:t> </a:t>
            </a:r>
            <a:r>
              <a:rPr sz="1100" spc="-5" dirty="0">
                <a:latin typeface="Trebuchet MS"/>
                <a:cs typeface="Trebuchet MS"/>
              </a:rPr>
              <a:t>you</a:t>
            </a:r>
            <a:r>
              <a:rPr sz="1100" spc="-105" dirty="0">
                <a:latin typeface="Trebuchet MS"/>
                <a:cs typeface="Trebuchet MS"/>
              </a:rPr>
              <a:t> </a:t>
            </a:r>
            <a:r>
              <a:rPr sz="1100" spc="-20" dirty="0">
                <a:latin typeface="Trebuchet MS"/>
                <a:cs typeface="Trebuchet MS"/>
              </a:rPr>
              <a:t>work</a:t>
            </a:r>
            <a:r>
              <a:rPr sz="1100" spc="-125" dirty="0">
                <a:latin typeface="Trebuchet MS"/>
                <a:cs typeface="Trebuchet MS"/>
              </a:rPr>
              <a:t> </a:t>
            </a:r>
            <a:r>
              <a:rPr sz="1100" spc="-25" dirty="0">
                <a:latin typeface="Trebuchet MS"/>
                <a:cs typeface="Trebuchet MS"/>
              </a:rPr>
              <a:t>from</a:t>
            </a:r>
            <a:r>
              <a:rPr sz="1100" spc="-105" dirty="0">
                <a:latin typeface="Trebuchet MS"/>
                <a:cs typeface="Trebuchet MS"/>
              </a:rPr>
              <a:t> </a:t>
            </a:r>
            <a:r>
              <a:rPr sz="1100" spc="-15" dirty="0">
                <a:latin typeface="Trebuchet MS"/>
                <a:cs typeface="Trebuchet MS"/>
              </a:rPr>
              <a:t>home,</a:t>
            </a:r>
            <a:r>
              <a:rPr sz="1100" spc="-120" dirty="0">
                <a:latin typeface="Trebuchet MS"/>
                <a:cs typeface="Trebuchet MS"/>
              </a:rPr>
              <a:t> </a:t>
            </a:r>
            <a:r>
              <a:rPr sz="1100" spc="5" dirty="0">
                <a:latin typeface="Trebuchet MS"/>
                <a:cs typeface="Trebuchet MS"/>
              </a:rPr>
              <a:t>sometimes</a:t>
            </a:r>
            <a:r>
              <a:rPr sz="1100" spc="-114" dirty="0">
                <a:latin typeface="Trebuchet MS"/>
                <a:cs typeface="Trebuchet MS"/>
              </a:rPr>
              <a:t> </a:t>
            </a:r>
            <a:r>
              <a:rPr sz="1100" spc="-5" dirty="0">
                <a:latin typeface="Trebuchet MS"/>
                <a:cs typeface="Trebuchet MS"/>
              </a:rPr>
              <a:t>you</a:t>
            </a:r>
            <a:r>
              <a:rPr sz="1100" spc="-114" dirty="0">
                <a:latin typeface="Trebuchet MS"/>
                <a:cs typeface="Trebuchet MS"/>
              </a:rPr>
              <a:t> </a:t>
            </a:r>
            <a:r>
              <a:rPr sz="1100" spc="-45" dirty="0">
                <a:latin typeface="Trebuchet MS"/>
                <a:cs typeface="Trebuchet MS"/>
              </a:rPr>
              <a:t>feel</a:t>
            </a:r>
            <a:r>
              <a:rPr sz="1100" spc="-105" dirty="0">
                <a:latin typeface="Trebuchet MS"/>
                <a:cs typeface="Trebuchet MS"/>
              </a:rPr>
              <a:t> </a:t>
            </a:r>
            <a:r>
              <a:rPr sz="1100" spc="-10" dirty="0">
                <a:latin typeface="Trebuchet MS"/>
                <a:cs typeface="Trebuchet MS"/>
              </a:rPr>
              <a:t>isolation</a:t>
            </a:r>
            <a:r>
              <a:rPr sz="1100" spc="-105" dirty="0">
                <a:latin typeface="Trebuchet MS"/>
                <a:cs typeface="Trebuchet MS"/>
              </a:rPr>
              <a:t> </a:t>
            </a:r>
            <a:r>
              <a:rPr sz="1100" spc="10" dirty="0">
                <a:latin typeface="Trebuchet MS"/>
                <a:cs typeface="Trebuchet MS"/>
              </a:rPr>
              <a:t>because</a:t>
            </a:r>
            <a:r>
              <a:rPr sz="1100" spc="-135" dirty="0">
                <a:latin typeface="Trebuchet MS"/>
                <a:cs typeface="Trebuchet MS"/>
              </a:rPr>
              <a:t> </a:t>
            </a:r>
            <a:r>
              <a:rPr sz="1100" spc="-5" dirty="0">
                <a:latin typeface="Trebuchet MS"/>
                <a:cs typeface="Trebuchet MS"/>
              </a:rPr>
              <a:t>you </a:t>
            </a:r>
            <a:r>
              <a:rPr sz="1100" spc="-315" dirty="0">
                <a:latin typeface="Trebuchet MS"/>
                <a:cs typeface="Trebuchet MS"/>
              </a:rPr>
              <a:t> </a:t>
            </a:r>
            <a:r>
              <a:rPr sz="1100" spc="-25" dirty="0">
                <a:latin typeface="Trebuchet MS"/>
                <a:cs typeface="Trebuchet MS"/>
              </a:rPr>
              <a:t>are</a:t>
            </a:r>
            <a:r>
              <a:rPr sz="1100" spc="-130" dirty="0">
                <a:latin typeface="Trebuchet MS"/>
                <a:cs typeface="Trebuchet MS"/>
              </a:rPr>
              <a:t> </a:t>
            </a:r>
            <a:r>
              <a:rPr sz="1100" spc="-20" dirty="0">
                <a:latin typeface="Trebuchet MS"/>
                <a:cs typeface="Trebuchet MS"/>
              </a:rPr>
              <a:t>not</a:t>
            </a:r>
            <a:r>
              <a:rPr sz="1100" spc="-114" dirty="0">
                <a:latin typeface="Trebuchet MS"/>
                <a:cs typeface="Trebuchet MS"/>
              </a:rPr>
              <a:t> </a:t>
            </a:r>
            <a:r>
              <a:rPr sz="1100" spc="-40" dirty="0">
                <a:latin typeface="Trebuchet MS"/>
                <a:cs typeface="Trebuchet MS"/>
              </a:rPr>
              <a:t>with</a:t>
            </a:r>
            <a:r>
              <a:rPr sz="1100" spc="-125" dirty="0">
                <a:latin typeface="Trebuchet MS"/>
                <a:cs typeface="Trebuchet MS"/>
              </a:rPr>
              <a:t> </a:t>
            </a:r>
            <a:r>
              <a:rPr sz="1100" spc="-20" dirty="0">
                <a:latin typeface="Trebuchet MS"/>
                <a:cs typeface="Trebuchet MS"/>
              </a:rPr>
              <a:t>your</a:t>
            </a:r>
            <a:r>
              <a:rPr sz="1100" spc="-114" dirty="0">
                <a:latin typeface="Trebuchet MS"/>
                <a:cs typeface="Trebuchet MS"/>
              </a:rPr>
              <a:t> </a:t>
            </a:r>
            <a:r>
              <a:rPr sz="1100" spc="-10" dirty="0">
                <a:latin typeface="Trebuchet MS"/>
                <a:cs typeface="Trebuchet MS"/>
              </a:rPr>
              <a:t>colleagues.</a:t>
            </a:r>
            <a:endParaRPr sz="11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 MT"/>
              <a:buChar char="•"/>
            </a:pPr>
            <a:endParaRPr sz="19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100" b="1" spc="5" dirty="0">
                <a:latin typeface="Trebuchet MS"/>
                <a:cs typeface="Trebuchet MS"/>
              </a:rPr>
              <a:t>Distractions</a:t>
            </a:r>
            <a:endParaRPr sz="11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465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100" b="1" spc="-20" dirty="0">
                <a:latin typeface="Trebuchet MS"/>
                <a:cs typeface="Trebuchet MS"/>
              </a:rPr>
              <a:t>Definition:</a:t>
            </a:r>
            <a:r>
              <a:rPr sz="1100" b="1" spc="-150" dirty="0">
                <a:latin typeface="Trebuchet MS"/>
                <a:cs typeface="Trebuchet MS"/>
              </a:rPr>
              <a:t> </a:t>
            </a:r>
            <a:r>
              <a:rPr sz="1100" spc="-15" dirty="0">
                <a:latin typeface="Trebuchet MS"/>
                <a:cs typeface="Trebuchet MS"/>
              </a:rPr>
              <a:t>Things</a:t>
            </a:r>
            <a:r>
              <a:rPr sz="1100" spc="-110" dirty="0">
                <a:latin typeface="Trebuchet MS"/>
                <a:cs typeface="Trebuchet MS"/>
              </a:rPr>
              <a:t> </a:t>
            </a:r>
            <a:r>
              <a:rPr sz="1100" spc="-40" dirty="0">
                <a:latin typeface="Trebuchet MS"/>
                <a:cs typeface="Trebuchet MS"/>
              </a:rPr>
              <a:t>that</a:t>
            </a:r>
            <a:r>
              <a:rPr sz="1100" spc="-125" dirty="0">
                <a:latin typeface="Trebuchet MS"/>
                <a:cs typeface="Trebuchet MS"/>
              </a:rPr>
              <a:t> </a:t>
            </a:r>
            <a:r>
              <a:rPr sz="1100" spc="-30" dirty="0">
                <a:latin typeface="Trebuchet MS"/>
                <a:cs typeface="Trebuchet MS"/>
              </a:rPr>
              <a:t>take</a:t>
            </a:r>
            <a:r>
              <a:rPr sz="1100" spc="-120" dirty="0">
                <a:latin typeface="Trebuchet MS"/>
                <a:cs typeface="Trebuchet MS"/>
              </a:rPr>
              <a:t> </a:t>
            </a:r>
            <a:r>
              <a:rPr sz="1100" spc="-20" dirty="0">
                <a:latin typeface="Trebuchet MS"/>
                <a:cs typeface="Trebuchet MS"/>
              </a:rPr>
              <a:t>your</a:t>
            </a:r>
            <a:r>
              <a:rPr sz="1100" spc="-110" dirty="0">
                <a:latin typeface="Trebuchet MS"/>
                <a:cs typeface="Trebuchet MS"/>
              </a:rPr>
              <a:t> </a:t>
            </a:r>
            <a:r>
              <a:rPr sz="1100" spc="-35" dirty="0">
                <a:latin typeface="Trebuchet MS"/>
                <a:cs typeface="Trebuchet MS"/>
              </a:rPr>
              <a:t>attention</a:t>
            </a:r>
            <a:r>
              <a:rPr sz="1100" spc="-135" dirty="0">
                <a:latin typeface="Trebuchet MS"/>
                <a:cs typeface="Trebuchet MS"/>
              </a:rPr>
              <a:t> </a:t>
            </a:r>
            <a:r>
              <a:rPr sz="1100" spc="-20" dirty="0">
                <a:latin typeface="Trebuchet MS"/>
                <a:cs typeface="Trebuchet MS"/>
              </a:rPr>
              <a:t>away</a:t>
            </a:r>
            <a:r>
              <a:rPr sz="1100" spc="-110" dirty="0">
                <a:latin typeface="Trebuchet MS"/>
                <a:cs typeface="Trebuchet MS"/>
              </a:rPr>
              <a:t> </a:t>
            </a:r>
            <a:r>
              <a:rPr sz="1100" spc="-25" dirty="0">
                <a:latin typeface="Trebuchet MS"/>
                <a:cs typeface="Trebuchet MS"/>
              </a:rPr>
              <a:t>from</a:t>
            </a:r>
            <a:r>
              <a:rPr sz="1100" spc="-120" dirty="0">
                <a:latin typeface="Trebuchet MS"/>
                <a:cs typeface="Trebuchet MS"/>
              </a:rPr>
              <a:t> </a:t>
            </a:r>
            <a:r>
              <a:rPr sz="1100" spc="-35" dirty="0">
                <a:latin typeface="Trebuchet MS"/>
                <a:cs typeface="Trebuchet MS"/>
              </a:rPr>
              <a:t>work.</a:t>
            </a:r>
            <a:endParaRPr sz="11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470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100" b="1" spc="-15" dirty="0">
                <a:latin typeface="Trebuchet MS"/>
                <a:cs typeface="Trebuchet MS"/>
              </a:rPr>
              <a:t>Example:</a:t>
            </a:r>
            <a:r>
              <a:rPr sz="1100" b="1" spc="-135" dirty="0">
                <a:latin typeface="Trebuchet MS"/>
                <a:cs typeface="Trebuchet MS"/>
              </a:rPr>
              <a:t> </a:t>
            </a:r>
            <a:r>
              <a:rPr sz="1100" spc="-70" dirty="0">
                <a:latin typeface="Trebuchet MS"/>
                <a:cs typeface="Trebuchet MS"/>
              </a:rPr>
              <a:t>TV,</a:t>
            </a:r>
            <a:r>
              <a:rPr sz="1100" spc="-105" dirty="0">
                <a:latin typeface="Trebuchet MS"/>
                <a:cs typeface="Trebuchet MS"/>
              </a:rPr>
              <a:t> </a:t>
            </a:r>
            <a:r>
              <a:rPr sz="1100" spc="-40" dirty="0">
                <a:latin typeface="Trebuchet MS"/>
                <a:cs typeface="Trebuchet MS"/>
              </a:rPr>
              <a:t>family,</a:t>
            </a:r>
            <a:r>
              <a:rPr sz="1100" spc="-100" dirty="0">
                <a:latin typeface="Trebuchet MS"/>
                <a:cs typeface="Trebuchet MS"/>
              </a:rPr>
              <a:t> </a:t>
            </a:r>
            <a:r>
              <a:rPr sz="1100" spc="-20" dirty="0">
                <a:latin typeface="Trebuchet MS"/>
                <a:cs typeface="Trebuchet MS"/>
              </a:rPr>
              <a:t>or</a:t>
            </a:r>
            <a:r>
              <a:rPr sz="1100" spc="-110" dirty="0">
                <a:latin typeface="Trebuchet MS"/>
                <a:cs typeface="Trebuchet MS"/>
              </a:rPr>
              <a:t> </a:t>
            </a:r>
            <a:r>
              <a:rPr sz="1100" spc="-5" dirty="0">
                <a:latin typeface="Trebuchet MS"/>
                <a:cs typeface="Trebuchet MS"/>
              </a:rPr>
              <a:t>pets</a:t>
            </a:r>
            <a:r>
              <a:rPr sz="1100" spc="-130" dirty="0">
                <a:latin typeface="Trebuchet MS"/>
                <a:cs typeface="Trebuchet MS"/>
              </a:rPr>
              <a:t> </a:t>
            </a:r>
            <a:r>
              <a:rPr sz="1100" spc="15" dirty="0">
                <a:latin typeface="Trebuchet MS"/>
                <a:cs typeface="Trebuchet MS"/>
              </a:rPr>
              <a:t>can</a:t>
            </a:r>
            <a:r>
              <a:rPr sz="1100" spc="-100" dirty="0">
                <a:latin typeface="Trebuchet MS"/>
                <a:cs typeface="Trebuchet MS"/>
              </a:rPr>
              <a:t> </a:t>
            </a:r>
            <a:r>
              <a:rPr sz="1100" spc="-5" dirty="0">
                <a:latin typeface="Trebuchet MS"/>
                <a:cs typeface="Trebuchet MS"/>
              </a:rPr>
              <a:t>be</a:t>
            </a:r>
            <a:r>
              <a:rPr sz="1100" spc="-110" dirty="0">
                <a:latin typeface="Trebuchet MS"/>
                <a:cs typeface="Trebuchet MS"/>
              </a:rPr>
              <a:t> </a:t>
            </a:r>
            <a:r>
              <a:rPr sz="1100" spc="-10" dirty="0">
                <a:latin typeface="Trebuchet MS"/>
                <a:cs typeface="Trebuchet MS"/>
              </a:rPr>
              <a:t>distractions</a:t>
            </a:r>
            <a:r>
              <a:rPr sz="1100" spc="-145" dirty="0">
                <a:latin typeface="Trebuchet MS"/>
                <a:cs typeface="Trebuchet MS"/>
              </a:rPr>
              <a:t> </a:t>
            </a:r>
            <a:r>
              <a:rPr sz="1100" spc="-15" dirty="0">
                <a:latin typeface="Trebuchet MS"/>
                <a:cs typeface="Trebuchet MS"/>
              </a:rPr>
              <a:t>when</a:t>
            </a:r>
            <a:r>
              <a:rPr sz="1100" spc="-95" dirty="0">
                <a:latin typeface="Trebuchet MS"/>
                <a:cs typeface="Trebuchet MS"/>
              </a:rPr>
              <a:t> </a:t>
            </a:r>
            <a:r>
              <a:rPr sz="1100" spc="-5" dirty="0">
                <a:latin typeface="Trebuchet MS"/>
                <a:cs typeface="Trebuchet MS"/>
              </a:rPr>
              <a:t>you</a:t>
            </a:r>
            <a:r>
              <a:rPr sz="1100" spc="-120" dirty="0">
                <a:latin typeface="Trebuchet MS"/>
                <a:cs typeface="Trebuchet MS"/>
              </a:rPr>
              <a:t> </a:t>
            </a:r>
            <a:r>
              <a:rPr sz="1100" spc="-25" dirty="0">
                <a:latin typeface="Trebuchet MS"/>
                <a:cs typeface="Trebuchet MS"/>
              </a:rPr>
              <a:t>work</a:t>
            </a:r>
            <a:r>
              <a:rPr sz="1100" spc="-105" dirty="0">
                <a:latin typeface="Trebuchet MS"/>
                <a:cs typeface="Trebuchet MS"/>
              </a:rPr>
              <a:t> </a:t>
            </a:r>
            <a:r>
              <a:rPr sz="1100" spc="-25" dirty="0">
                <a:latin typeface="Trebuchet MS"/>
                <a:cs typeface="Trebuchet MS"/>
              </a:rPr>
              <a:t>from</a:t>
            </a:r>
            <a:r>
              <a:rPr sz="1100" spc="-120" dirty="0">
                <a:latin typeface="Trebuchet MS"/>
                <a:cs typeface="Trebuchet MS"/>
              </a:rPr>
              <a:t> </a:t>
            </a:r>
            <a:r>
              <a:rPr sz="1100" spc="-15" dirty="0">
                <a:latin typeface="Trebuchet MS"/>
                <a:cs typeface="Trebuchet MS"/>
              </a:rPr>
              <a:t>home.</a:t>
            </a:r>
            <a:endParaRPr sz="11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Arial MT"/>
              <a:buChar char="•"/>
            </a:pPr>
            <a:endParaRPr sz="19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100" b="1" spc="-130" dirty="0">
                <a:latin typeface="Trebuchet MS"/>
                <a:cs typeface="Trebuchet MS"/>
              </a:rPr>
              <a:t>T</a:t>
            </a:r>
            <a:r>
              <a:rPr sz="1100" b="1" spc="-35" dirty="0">
                <a:latin typeface="Trebuchet MS"/>
                <a:cs typeface="Trebuchet MS"/>
              </a:rPr>
              <a:t>i</a:t>
            </a:r>
            <a:r>
              <a:rPr sz="1100" b="1" spc="35" dirty="0">
                <a:latin typeface="Trebuchet MS"/>
                <a:cs typeface="Trebuchet MS"/>
              </a:rPr>
              <a:t>m</a:t>
            </a:r>
            <a:r>
              <a:rPr sz="1100" b="1" spc="-20" dirty="0">
                <a:latin typeface="Trebuchet MS"/>
                <a:cs typeface="Trebuchet MS"/>
              </a:rPr>
              <a:t>e</a:t>
            </a:r>
            <a:r>
              <a:rPr sz="1100" b="1" spc="-120" dirty="0">
                <a:latin typeface="Trebuchet MS"/>
                <a:cs typeface="Trebuchet MS"/>
              </a:rPr>
              <a:t> </a:t>
            </a:r>
            <a:r>
              <a:rPr sz="1100" b="1" spc="-20" dirty="0">
                <a:latin typeface="Trebuchet MS"/>
                <a:cs typeface="Trebuchet MS"/>
              </a:rPr>
              <a:t>Z</a:t>
            </a:r>
            <a:r>
              <a:rPr sz="1100" b="1" spc="10" dirty="0">
                <a:latin typeface="Trebuchet MS"/>
                <a:cs typeface="Trebuchet MS"/>
              </a:rPr>
              <a:t>o</a:t>
            </a:r>
            <a:r>
              <a:rPr sz="1100" b="1" spc="-20" dirty="0">
                <a:latin typeface="Trebuchet MS"/>
                <a:cs typeface="Trebuchet MS"/>
              </a:rPr>
              <a:t>ne</a:t>
            </a:r>
            <a:endParaRPr sz="11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470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100" b="1" spc="-20" dirty="0">
                <a:latin typeface="Trebuchet MS"/>
                <a:cs typeface="Trebuchet MS"/>
              </a:rPr>
              <a:t>Definition:</a:t>
            </a:r>
            <a:r>
              <a:rPr sz="1100" b="1" spc="-150" dirty="0">
                <a:latin typeface="Trebuchet MS"/>
                <a:cs typeface="Trebuchet MS"/>
              </a:rPr>
              <a:t> </a:t>
            </a:r>
            <a:r>
              <a:rPr sz="1100" spc="-45" dirty="0">
                <a:latin typeface="Trebuchet MS"/>
                <a:cs typeface="Trebuchet MS"/>
              </a:rPr>
              <a:t>The</a:t>
            </a:r>
            <a:r>
              <a:rPr sz="1100" spc="-110" dirty="0">
                <a:latin typeface="Trebuchet MS"/>
                <a:cs typeface="Trebuchet MS"/>
              </a:rPr>
              <a:t> </a:t>
            </a:r>
            <a:r>
              <a:rPr sz="1100" spc="-10" dirty="0">
                <a:latin typeface="Trebuchet MS"/>
                <a:cs typeface="Trebuchet MS"/>
              </a:rPr>
              <a:t>local</a:t>
            </a:r>
            <a:r>
              <a:rPr sz="1100" spc="-110" dirty="0">
                <a:latin typeface="Trebuchet MS"/>
                <a:cs typeface="Trebuchet MS"/>
              </a:rPr>
              <a:t> </a:t>
            </a:r>
            <a:r>
              <a:rPr sz="1100" spc="-35" dirty="0">
                <a:latin typeface="Trebuchet MS"/>
                <a:cs typeface="Trebuchet MS"/>
              </a:rPr>
              <a:t>time</a:t>
            </a:r>
            <a:r>
              <a:rPr sz="1100" spc="-125" dirty="0">
                <a:latin typeface="Trebuchet MS"/>
                <a:cs typeface="Trebuchet MS"/>
              </a:rPr>
              <a:t> </a:t>
            </a:r>
            <a:r>
              <a:rPr sz="1100" spc="-25" dirty="0">
                <a:latin typeface="Trebuchet MS"/>
                <a:cs typeface="Trebuchet MS"/>
              </a:rPr>
              <a:t>in</a:t>
            </a:r>
            <a:r>
              <a:rPr sz="1100" spc="-100" dirty="0">
                <a:latin typeface="Trebuchet MS"/>
                <a:cs typeface="Trebuchet MS"/>
              </a:rPr>
              <a:t> </a:t>
            </a:r>
            <a:r>
              <a:rPr sz="1100" spc="5" dirty="0">
                <a:latin typeface="Trebuchet MS"/>
                <a:cs typeface="Trebuchet MS"/>
              </a:rPr>
              <a:t>a</a:t>
            </a:r>
            <a:r>
              <a:rPr sz="1100" spc="-105" dirty="0">
                <a:latin typeface="Trebuchet MS"/>
                <a:cs typeface="Trebuchet MS"/>
              </a:rPr>
              <a:t> </a:t>
            </a:r>
            <a:r>
              <a:rPr sz="1100" spc="-45" dirty="0">
                <a:latin typeface="Trebuchet MS"/>
                <a:cs typeface="Trebuchet MS"/>
              </a:rPr>
              <a:t>different</a:t>
            </a:r>
            <a:r>
              <a:rPr sz="1100" spc="-135" dirty="0">
                <a:latin typeface="Trebuchet MS"/>
                <a:cs typeface="Trebuchet MS"/>
              </a:rPr>
              <a:t> </a:t>
            </a:r>
            <a:r>
              <a:rPr sz="1100" spc="-35" dirty="0">
                <a:latin typeface="Trebuchet MS"/>
                <a:cs typeface="Trebuchet MS"/>
              </a:rPr>
              <a:t>part</a:t>
            </a:r>
            <a:r>
              <a:rPr sz="1100" spc="-140" dirty="0">
                <a:latin typeface="Trebuchet MS"/>
                <a:cs typeface="Trebuchet MS"/>
              </a:rPr>
              <a:t> </a:t>
            </a:r>
            <a:r>
              <a:rPr sz="1100" spc="-30" dirty="0">
                <a:latin typeface="Trebuchet MS"/>
                <a:cs typeface="Trebuchet MS"/>
              </a:rPr>
              <a:t>of</a:t>
            </a:r>
            <a:r>
              <a:rPr sz="1100" spc="-95" dirty="0">
                <a:latin typeface="Trebuchet MS"/>
                <a:cs typeface="Trebuchet MS"/>
              </a:rPr>
              <a:t> </a:t>
            </a:r>
            <a:r>
              <a:rPr sz="1100" spc="-30" dirty="0">
                <a:latin typeface="Trebuchet MS"/>
                <a:cs typeface="Trebuchet MS"/>
              </a:rPr>
              <a:t>the</a:t>
            </a:r>
            <a:r>
              <a:rPr sz="1100" spc="-125" dirty="0">
                <a:latin typeface="Trebuchet MS"/>
                <a:cs typeface="Trebuchet MS"/>
              </a:rPr>
              <a:t> </a:t>
            </a:r>
            <a:r>
              <a:rPr sz="1100" spc="-35" dirty="0">
                <a:latin typeface="Trebuchet MS"/>
                <a:cs typeface="Trebuchet MS"/>
              </a:rPr>
              <a:t>world.</a:t>
            </a:r>
            <a:endParaRPr sz="1100">
              <a:latin typeface="Trebuchet MS"/>
              <a:cs typeface="Trebuchet MS"/>
            </a:endParaRPr>
          </a:p>
          <a:p>
            <a:pPr marL="241300" marR="72390" indent="-228600">
              <a:lnSpc>
                <a:spcPts val="1190"/>
              </a:lnSpc>
              <a:spcBef>
                <a:spcPts val="615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100" b="1" spc="-10" dirty="0">
                <a:latin typeface="Trebuchet MS"/>
                <a:cs typeface="Trebuchet MS"/>
              </a:rPr>
              <a:t>Example:</a:t>
            </a:r>
            <a:r>
              <a:rPr sz="1100" b="1" spc="-140" dirty="0">
                <a:latin typeface="Trebuchet MS"/>
                <a:cs typeface="Trebuchet MS"/>
              </a:rPr>
              <a:t> </a:t>
            </a:r>
            <a:r>
              <a:rPr sz="1100" spc="-50" dirty="0">
                <a:latin typeface="Trebuchet MS"/>
                <a:cs typeface="Trebuchet MS"/>
              </a:rPr>
              <a:t>If</a:t>
            </a:r>
            <a:r>
              <a:rPr sz="1100" spc="-105" dirty="0">
                <a:latin typeface="Trebuchet MS"/>
                <a:cs typeface="Trebuchet MS"/>
              </a:rPr>
              <a:t> </a:t>
            </a:r>
            <a:r>
              <a:rPr sz="1100" spc="-5" dirty="0">
                <a:latin typeface="Trebuchet MS"/>
                <a:cs typeface="Trebuchet MS"/>
              </a:rPr>
              <a:t>you</a:t>
            </a:r>
            <a:r>
              <a:rPr sz="1100" spc="-105" dirty="0">
                <a:latin typeface="Trebuchet MS"/>
                <a:cs typeface="Trebuchet MS"/>
              </a:rPr>
              <a:t> </a:t>
            </a:r>
            <a:r>
              <a:rPr sz="1100" spc="-20" dirty="0">
                <a:latin typeface="Trebuchet MS"/>
                <a:cs typeface="Trebuchet MS"/>
              </a:rPr>
              <a:t>work</a:t>
            </a:r>
            <a:r>
              <a:rPr sz="1100" spc="-120" dirty="0">
                <a:latin typeface="Trebuchet MS"/>
                <a:cs typeface="Trebuchet MS"/>
              </a:rPr>
              <a:t> </a:t>
            </a:r>
            <a:r>
              <a:rPr sz="1100" spc="-40" dirty="0">
                <a:latin typeface="Trebuchet MS"/>
                <a:cs typeface="Trebuchet MS"/>
              </a:rPr>
              <a:t>with</a:t>
            </a:r>
            <a:r>
              <a:rPr sz="1100" spc="-114" dirty="0">
                <a:latin typeface="Trebuchet MS"/>
                <a:cs typeface="Trebuchet MS"/>
              </a:rPr>
              <a:t> </a:t>
            </a:r>
            <a:r>
              <a:rPr sz="1100" spc="15" dirty="0">
                <a:latin typeface="Trebuchet MS"/>
                <a:cs typeface="Trebuchet MS"/>
              </a:rPr>
              <a:t>someone</a:t>
            </a:r>
            <a:r>
              <a:rPr sz="1100" spc="-120" dirty="0">
                <a:latin typeface="Trebuchet MS"/>
                <a:cs typeface="Trebuchet MS"/>
              </a:rPr>
              <a:t> </a:t>
            </a:r>
            <a:r>
              <a:rPr sz="1100" spc="-25" dirty="0">
                <a:latin typeface="Trebuchet MS"/>
                <a:cs typeface="Trebuchet MS"/>
              </a:rPr>
              <a:t>in</a:t>
            </a:r>
            <a:r>
              <a:rPr sz="1100" spc="-105" dirty="0">
                <a:latin typeface="Trebuchet MS"/>
                <a:cs typeface="Trebuchet MS"/>
              </a:rPr>
              <a:t> </a:t>
            </a:r>
            <a:r>
              <a:rPr sz="1100" spc="-20" dirty="0">
                <a:latin typeface="Trebuchet MS"/>
                <a:cs typeface="Trebuchet MS"/>
              </a:rPr>
              <a:t>another</a:t>
            </a:r>
            <a:r>
              <a:rPr sz="1100" spc="-120" dirty="0">
                <a:latin typeface="Trebuchet MS"/>
                <a:cs typeface="Trebuchet MS"/>
              </a:rPr>
              <a:t> </a:t>
            </a:r>
            <a:r>
              <a:rPr sz="1100" spc="-25" dirty="0">
                <a:latin typeface="Trebuchet MS"/>
                <a:cs typeface="Trebuchet MS"/>
              </a:rPr>
              <a:t>country,</a:t>
            </a:r>
            <a:r>
              <a:rPr sz="1100" spc="-135" dirty="0">
                <a:latin typeface="Trebuchet MS"/>
                <a:cs typeface="Trebuchet MS"/>
              </a:rPr>
              <a:t> </a:t>
            </a:r>
            <a:r>
              <a:rPr sz="1100" spc="-5" dirty="0">
                <a:latin typeface="Trebuchet MS"/>
                <a:cs typeface="Trebuchet MS"/>
              </a:rPr>
              <a:t>you</a:t>
            </a:r>
            <a:r>
              <a:rPr sz="1100" spc="-120" dirty="0">
                <a:latin typeface="Trebuchet MS"/>
                <a:cs typeface="Trebuchet MS"/>
              </a:rPr>
              <a:t> </a:t>
            </a:r>
            <a:r>
              <a:rPr sz="1100" spc="-15" dirty="0">
                <a:latin typeface="Trebuchet MS"/>
                <a:cs typeface="Trebuchet MS"/>
              </a:rPr>
              <a:t>need</a:t>
            </a:r>
            <a:r>
              <a:rPr sz="1100" spc="-110" dirty="0">
                <a:latin typeface="Trebuchet MS"/>
                <a:cs typeface="Trebuchet MS"/>
              </a:rPr>
              <a:t> </a:t>
            </a:r>
            <a:r>
              <a:rPr sz="1100" spc="-35" dirty="0">
                <a:latin typeface="Trebuchet MS"/>
                <a:cs typeface="Trebuchet MS"/>
              </a:rPr>
              <a:t>to</a:t>
            </a:r>
            <a:r>
              <a:rPr sz="1100" spc="-110" dirty="0">
                <a:latin typeface="Trebuchet MS"/>
                <a:cs typeface="Trebuchet MS"/>
              </a:rPr>
              <a:t> </a:t>
            </a:r>
            <a:r>
              <a:rPr sz="1100" spc="-30" dirty="0">
                <a:latin typeface="Trebuchet MS"/>
                <a:cs typeface="Trebuchet MS"/>
              </a:rPr>
              <a:t>think</a:t>
            </a:r>
            <a:r>
              <a:rPr sz="1100" spc="-114" dirty="0">
                <a:latin typeface="Trebuchet MS"/>
                <a:cs typeface="Trebuchet MS"/>
              </a:rPr>
              <a:t> </a:t>
            </a:r>
            <a:r>
              <a:rPr sz="1100" spc="-10" dirty="0">
                <a:latin typeface="Trebuchet MS"/>
                <a:cs typeface="Trebuchet MS"/>
              </a:rPr>
              <a:t>about </a:t>
            </a:r>
            <a:r>
              <a:rPr sz="1100" spc="-315" dirty="0">
                <a:latin typeface="Trebuchet MS"/>
                <a:cs typeface="Trebuchet MS"/>
              </a:rPr>
              <a:t> </a:t>
            </a:r>
            <a:r>
              <a:rPr sz="1100" spc="-30" dirty="0">
                <a:latin typeface="Trebuchet MS"/>
                <a:cs typeface="Trebuchet MS"/>
              </a:rPr>
              <a:t>the</a:t>
            </a:r>
            <a:r>
              <a:rPr sz="1100" spc="-130" dirty="0">
                <a:latin typeface="Trebuchet MS"/>
                <a:cs typeface="Trebuchet MS"/>
              </a:rPr>
              <a:t> </a:t>
            </a:r>
            <a:r>
              <a:rPr sz="1100" spc="-30" dirty="0">
                <a:latin typeface="Trebuchet MS"/>
                <a:cs typeface="Trebuchet MS"/>
              </a:rPr>
              <a:t>time</a:t>
            </a:r>
            <a:r>
              <a:rPr sz="1100" spc="-125" dirty="0">
                <a:latin typeface="Trebuchet MS"/>
                <a:cs typeface="Trebuchet MS"/>
              </a:rPr>
              <a:t> </a:t>
            </a:r>
            <a:r>
              <a:rPr sz="1100" spc="-10" dirty="0">
                <a:latin typeface="Trebuchet MS"/>
                <a:cs typeface="Trebuchet MS"/>
              </a:rPr>
              <a:t>zone</a:t>
            </a:r>
            <a:r>
              <a:rPr sz="1100" spc="-110" dirty="0">
                <a:latin typeface="Trebuchet MS"/>
                <a:cs typeface="Trebuchet MS"/>
              </a:rPr>
              <a:t> </a:t>
            </a:r>
            <a:r>
              <a:rPr sz="1100" spc="-40" dirty="0">
                <a:latin typeface="Trebuchet MS"/>
                <a:cs typeface="Trebuchet MS"/>
              </a:rPr>
              <a:t>difference.</a:t>
            </a:r>
            <a:endParaRPr sz="11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Arial MT"/>
              <a:buChar char="•"/>
            </a:pPr>
            <a:endParaRPr sz="19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100" b="1" spc="-130" dirty="0">
                <a:latin typeface="Trebuchet MS"/>
                <a:cs typeface="Trebuchet MS"/>
              </a:rPr>
              <a:t>T</a:t>
            </a:r>
            <a:r>
              <a:rPr sz="1100" b="1" spc="5" dirty="0">
                <a:latin typeface="Trebuchet MS"/>
                <a:cs typeface="Trebuchet MS"/>
              </a:rPr>
              <a:t>e</a:t>
            </a:r>
            <a:r>
              <a:rPr sz="1100" b="1" dirty="0">
                <a:latin typeface="Trebuchet MS"/>
                <a:cs typeface="Trebuchet MS"/>
              </a:rPr>
              <a:t>c</a:t>
            </a:r>
            <a:r>
              <a:rPr sz="1100" b="1" spc="-15" dirty="0">
                <a:latin typeface="Trebuchet MS"/>
                <a:cs typeface="Trebuchet MS"/>
              </a:rPr>
              <a:t>h</a:t>
            </a:r>
            <a:r>
              <a:rPr sz="1100" b="1" spc="-110" dirty="0">
                <a:latin typeface="Trebuchet MS"/>
                <a:cs typeface="Trebuchet MS"/>
              </a:rPr>
              <a:t> </a:t>
            </a:r>
            <a:r>
              <a:rPr sz="1100" b="1" spc="65" dirty="0">
                <a:latin typeface="Trebuchet MS"/>
                <a:cs typeface="Trebuchet MS"/>
              </a:rPr>
              <a:t>Iss</a:t>
            </a:r>
            <a:r>
              <a:rPr sz="1100" b="1" spc="-5" dirty="0">
                <a:latin typeface="Trebuchet MS"/>
                <a:cs typeface="Trebuchet MS"/>
              </a:rPr>
              <a:t>u</a:t>
            </a:r>
            <a:r>
              <a:rPr sz="1100" b="1" spc="30" dirty="0">
                <a:latin typeface="Trebuchet MS"/>
                <a:cs typeface="Trebuchet MS"/>
              </a:rPr>
              <a:t>es</a:t>
            </a:r>
            <a:endParaRPr sz="11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465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100" b="1" spc="-20" dirty="0">
                <a:latin typeface="Trebuchet MS"/>
                <a:cs typeface="Trebuchet MS"/>
              </a:rPr>
              <a:t>Definition:</a:t>
            </a:r>
            <a:r>
              <a:rPr sz="1100" b="1" spc="-150" dirty="0">
                <a:latin typeface="Trebuchet MS"/>
                <a:cs typeface="Trebuchet MS"/>
              </a:rPr>
              <a:t> </a:t>
            </a:r>
            <a:r>
              <a:rPr sz="1100" dirty="0">
                <a:latin typeface="Trebuchet MS"/>
                <a:cs typeface="Trebuchet MS"/>
              </a:rPr>
              <a:t>Problems</a:t>
            </a:r>
            <a:r>
              <a:rPr sz="1100" spc="-120" dirty="0">
                <a:latin typeface="Trebuchet MS"/>
                <a:cs typeface="Trebuchet MS"/>
              </a:rPr>
              <a:t> </a:t>
            </a:r>
            <a:r>
              <a:rPr sz="1100" spc="-40" dirty="0">
                <a:latin typeface="Trebuchet MS"/>
                <a:cs typeface="Trebuchet MS"/>
              </a:rPr>
              <a:t>with</a:t>
            </a:r>
            <a:r>
              <a:rPr sz="1100" spc="-110" dirty="0">
                <a:latin typeface="Trebuchet MS"/>
                <a:cs typeface="Trebuchet MS"/>
              </a:rPr>
              <a:t> </a:t>
            </a:r>
            <a:r>
              <a:rPr sz="1100" spc="-20" dirty="0">
                <a:latin typeface="Trebuchet MS"/>
                <a:cs typeface="Trebuchet MS"/>
              </a:rPr>
              <a:t>technology,</a:t>
            </a:r>
            <a:r>
              <a:rPr sz="1100" spc="-130" dirty="0">
                <a:latin typeface="Trebuchet MS"/>
                <a:cs typeface="Trebuchet MS"/>
              </a:rPr>
              <a:t> </a:t>
            </a:r>
            <a:r>
              <a:rPr sz="1100" spc="-35" dirty="0">
                <a:latin typeface="Trebuchet MS"/>
                <a:cs typeface="Trebuchet MS"/>
              </a:rPr>
              <a:t>like</a:t>
            </a:r>
            <a:r>
              <a:rPr sz="1100" spc="-120" dirty="0">
                <a:latin typeface="Trebuchet MS"/>
                <a:cs typeface="Trebuchet MS"/>
              </a:rPr>
              <a:t> </a:t>
            </a:r>
            <a:r>
              <a:rPr sz="1100" spc="-10" dirty="0">
                <a:latin typeface="Trebuchet MS"/>
                <a:cs typeface="Trebuchet MS"/>
              </a:rPr>
              <a:t>computers,</a:t>
            </a:r>
            <a:r>
              <a:rPr sz="1100" spc="-145" dirty="0">
                <a:latin typeface="Trebuchet MS"/>
                <a:cs typeface="Trebuchet MS"/>
              </a:rPr>
              <a:t> </a:t>
            </a:r>
            <a:r>
              <a:rPr sz="1100" spc="-45" dirty="0">
                <a:latin typeface="Trebuchet MS"/>
                <a:cs typeface="Trebuchet MS"/>
              </a:rPr>
              <a:t>internet,</a:t>
            </a:r>
            <a:r>
              <a:rPr sz="1100" spc="-130" dirty="0">
                <a:latin typeface="Trebuchet MS"/>
                <a:cs typeface="Trebuchet MS"/>
              </a:rPr>
              <a:t> </a:t>
            </a:r>
            <a:r>
              <a:rPr sz="1100" spc="-20" dirty="0">
                <a:latin typeface="Trebuchet MS"/>
                <a:cs typeface="Trebuchet MS"/>
              </a:rPr>
              <a:t>or</a:t>
            </a:r>
            <a:r>
              <a:rPr sz="1100" spc="-110" dirty="0">
                <a:latin typeface="Trebuchet MS"/>
                <a:cs typeface="Trebuchet MS"/>
              </a:rPr>
              <a:t> </a:t>
            </a:r>
            <a:r>
              <a:rPr sz="1100" spc="-30" dirty="0">
                <a:latin typeface="Trebuchet MS"/>
                <a:cs typeface="Trebuchet MS"/>
              </a:rPr>
              <a:t>software.</a:t>
            </a:r>
            <a:endParaRPr sz="11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470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100" b="1" spc="-10" dirty="0">
                <a:latin typeface="Trebuchet MS"/>
                <a:cs typeface="Trebuchet MS"/>
              </a:rPr>
              <a:t>Example:</a:t>
            </a:r>
            <a:r>
              <a:rPr sz="1100" b="1" spc="-140" dirty="0">
                <a:latin typeface="Trebuchet MS"/>
                <a:cs typeface="Trebuchet MS"/>
              </a:rPr>
              <a:t> </a:t>
            </a:r>
            <a:r>
              <a:rPr sz="1100" spc="-30" dirty="0">
                <a:latin typeface="Trebuchet MS"/>
                <a:cs typeface="Trebuchet MS"/>
              </a:rPr>
              <a:t>Tech</a:t>
            </a:r>
            <a:r>
              <a:rPr sz="1100" spc="-100" dirty="0">
                <a:latin typeface="Trebuchet MS"/>
                <a:cs typeface="Trebuchet MS"/>
              </a:rPr>
              <a:t> </a:t>
            </a:r>
            <a:r>
              <a:rPr sz="1100" spc="30" dirty="0">
                <a:latin typeface="Trebuchet MS"/>
                <a:cs typeface="Trebuchet MS"/>
              </a:rPr>
              <a:t>issues</a:t>
            </a:r>
            <a:r>
              <a:rPr sz="1100" spc="-110" dirty="0">
                <a:latin typeface="Trebuchet MS"/>
                <a:cs typeface="Trebuchet MS"/>
              </a:rPr>
              <a:t> </a:t>
            </a:r>
            <a:r>
              <a:rPr sz="1100" spc="10" dirty="0">
                <a:latin typeface="Trebuchet MS"/>
                <a:cs typeface="Trebuchet MS"/>
              </a:rPr>
              <a:t>can</a:t>
            </a:r>
            <a:r>
              <a:rPr sz="1100" spc="-110" dirty="0">
                <a:latin typeface="Trebuchet MS"/>
                <a:cs typeface="Trebuchet MS"/>
              </a:rPr>
              <a:t> </a:t>
            </a:r>
            <a:r>
              <a:rPr sz="1100" spc="-5" dirty="0">
                <a:latin typeface="Trebuchet MS"/>
                <a:cs typeface="Trebuchet MS"/>
              </a:rPr>
              <a:t>make</a:t>
            </a:r>
            <a:r>
              <a:rPr sz="1100" spc="-105" dirty="0">
                <a:latin typeface="Trebuchet MS"/>
                <a:cs typeface="Trebuchet MS"/>
              </a:rPr>
              <a:t> </a:t>
            </a:r>
            <a:r>
              <a:rPr sz="1100" spc="-65" dirty="0">
                <a:latin typeface="Trebuchet MS"/>
                <a:cs typeface="Trebuchet MS"/>
              </a:rPr>
              <a:t>it</a:t>
            </a:r>
            <a:r>
              <a:rPr sz="1100" spc="-110" dirty="0">
                <a:latin typeface="Trebuchet MS"/>
                <a:cs typeface="Trebuchet MS"/>
              </a:rPr>
              <a:t> </a:t>
            </a:r>
            <a:r>
              <a:rPr sz="1100" spc="-15" dirty="0">
                <a:latin typeface="Trebuchet MS"/>
                <a:cs typeface="Trebuchet MS"/>
              </a:rPr>
              <a:t>hard</a:t>
            </a:r>
            <a:r>
              <a:rPr sz="1100" spc="-120" dirty="0">
                <a:latin typeface="Trebuchet MS"/>
                <a:cs typeface="Trebuchet MS"/>
              </a:rPr>
              <a:t> </a:t>
            </a:r>
            <a:r>
              <a:rPr sz="1100" spc="-35" dirty="0">
                <a:latin typeface="Trebuchet MS"/>
                <a:cs typeface="Trebuchet MS"/>
              </a:rPr>
              <a:t>to</a:t>
            </a:r>
            <a:r>
              <a:rPr sz="1100" spc="-110" dirty="0">
                <a:latin typeface="Trebuchet MS"/>
                <a:cs typeface="Trebuchet MS"/>
              </a:rPr>
              <a:t> </a:t>
            </a:r>
            <a:r>
              <a:rPr sz="1100" spc="-15" dirty="0">
                <a:latin typeface="Trebuchet MS"/>
                <a:cs typeface="Trebuchet MS"/>
              </a:rPr>
              <a:t>have</a:t>
            </a:r>
            <a:r>
              <a:rPr sz="1100" spc="-120" dirty="0">
                <a:latin typeface="Trebuchet MS"/>
                <a:cs typeface="Trebuchet MS"/>
              </a:rPr>
              <a:t> </a:t>
            </a:r>
            <a:r>
              <a:rPr sz="1100" spc="5" dirty="0">
                <a:latin typeface="Trebuchet MS"/>
                <a:cs typeface="Trebuchet MS"/>
              </a:rPr>
              <a:t>a</a:t>
            </a:r>
            <a:r>
              <a:rPr sz="1100" spc="-100" dirty="0">
                <a:latin typeface="Trebuchet MS"/>
                <a:cs typeface="Trebuchet MS"/>
              </a:rPr>
              <a:t> </a:t>
            </a:r>
            <a:r>
              <a:rPr sz="1100" spc="10" dirty="0">
                <a:latin typeface="Trebuchet MS"/>
                <a:cs typeface="Trebuchet MS"/>
              </a:rPr>
              <a:t>smooth</a:t>
            </a:r>
            <a:r>
              <a:rPr sz="1100" spc="-110" dirty="0">
                <a:latin typeface="Trebuchet MS"/>
                <a:cs typeface="Trebuchet MS"/>
              </a:rPr>
              <a:t> </a:t>
            </a:r>
            <a:r>
              <a:rPr sz="1100" spc="-40" dirty="0">
                <a:latin typeface="Trebuchet MS"/>
                <a:cs typeface="Trebuchet MS"/>
              </a:rPr>
              <a:t>virtual</a:t>
            </a:r>
            <a:r>
              <a:rPr sz="1100" spc="-135" dirty="0">
                <a:latin typeface="Trebuchet MS"/>
                <a:cs typeface="Trebuchet MS"/>
              </a:rPr>
              <a:t> </a:t>
            </a:r>
            <a:r>
              <a:rPr sz="1100" spc="-35" dirty="0">
                <a:latin typeface="Trebuchet MS"/>
                <a:cs typeface="Trebuchet MS"/>
              </a:rPr>
              <a:t>meeting.</a:t>
            </a:r>
            <a:endParaRPr sz="11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520555" y="490542"/>
            <a:ext cx="2099310" cy="1635125"/>
          </a:xfrm>
          <a:custGeom>
            <a:avLst/>
            <a:gdLst/>
            <a:ahLst/>
            <a:cxnLst/>
            <a:rect l="l" t="t" r="r" b="b"/>
            <a:pathLst>
              <a:path w="2099309" h="1635125">
                <a:moveTo>
                  <a:pt x="2091944" y="1635056"/>
                </a:moveTo>
                <a:lnTo>
                  <a:pt x="2095749" y="1586855"/>
                </a:lnTo>
                <a:lnTo>
                  <a:pt x="2098005" y="1538891"/>
                </a:lnTo>
                <a:lnTo>
                  <a:pt x="2098733" y="1491190"/>
                </a:lnTo>
                <a:lnTo>
                  <a:pt x="2097954" y="1443778"/>
                </a:lnTo>
                <a:lnTo>
                  <a:pt x="2095688" y="1396680"/>
                </a:lnTo>
                <a:lnTo>
                  <a:pt x="2091957" y="1349921"/>
                </a:lnTo>
                <a:lnTo>
                  <a:pt x="2086781" y="1303527"/>
                </a:lnTo>
                <a:lnTo>
                  <a:pt x="2080182" y="1257522"/>
                </a:lnTo>
                <a:lnTo>
                  <a:pt x="2072179" y="1211931"/>
                </a:lnTo>
                <a:lnTo>
                  <a:pt x="2062794" y="1166782"/>
                </a:lnTo>
                <a:lnTo>
                  <a:pt x="2052048" y="1122097"/>
                </a:lnTo>
                <a:lnTo>
                  <a:pt x="2039962" y="1077904"/>
                </a:lnTo>
                <a:lnTo>
                  <a:pt x="2026557" y="1034226"/>
                </a:lnTo>
                <a:lnTo>
                  <a:pt x="2011853" y="991090"/>
                </a:lnTo>
                <a:lnTo>
                  <a:pt x="1995872" y="948520"/>
                </a:lnTo>
                <a:lnTo>
                  <a:pt x="1978634" y="906543"/>
                </a:lnTo>
                <a:lnTo>
                  <a:pt x="1960160" y="865182"/>
                </a:lnTo>
                <a:lnTo>
                  <a:pt x="1940471" y="824464"/>
                </a:lnTo>
                <a:lnTo>
                  <a:pt x="1919588" y="784414"/>
                </a:lnTo>
                <a:lnTo>
                  <a:pt x="1897532" y="745057"/>
                </a:lnTo>
                <a:lnTo>
                  <a:pt x="1874324" y="706418"/>
                </a:lnTo>
                <a:lnTo>
                  <a:pt x="1849984" y="668523"/>
                </a:lnTo>
                <a:lnTo>
                  <a:pt x="1824534" y="631397"/>
                </a:lnTo>
                <a:lnTo>
                  <a:pt x="1797994" y="595064"/>
                </a:lnTo>
                <a:lnTo>
                  <a:pt x="1770386" y="559552"/>
                </a:lnTo>
                <a:lnTo>
                  <a:pt x="1741729" y="524883"/>
                </a:lnTo>
                <a:lnTo>
                  <a:pt x="1712046" y="491085"/>
                </a:lnTo>
                <a:lnTo>
                  <a:pt x="1681357" y="458183"/>
                </a:lnTo>
                <a:lnTo>
                  <a:pt x="1649682" y="426200"/>
                </a:lnTo>
                <a:lnTo>
                  <a:pt x="1617044" y="395164"/>
                </a:lnTo>
                <a:lnTo>
                  <a:pt x="1583461" y="365099"/>
                </a:lnTo>
                <a:lnTo>
                  <a:pt x="1548957" y="336030"/>
                </a:lnTo>
                <a:lnTo>
                  <a:pt x="1513551" y="307983"/>
                </a:lnTo>
                <a:lnTo>
                  <a:pt x="1477264" y="280982"/>
                </a:lnTo>
                <a:lnTo>
                  <a:pt x="1440117" y="255054"/>
                </a:lnTo>
                <a:lnTo>
                  <a:pt x="1402131" y="230224"/>
                </a:lnTo>
                <a:lnTo>
                  <a:pt x="1363327" y="206516"/>
                </a:lnTo>
                <a:lnTo>
                  <a:pt x="1323726" y="183957"/>
                </a:lnTo>
                <a:lnTo>
                  <a:pt x="1283348" y="162571"/>
                </a:lnTo>
                <a:lnTo>
                  <a:pt x="1242216" y="142383"/>
                </a:lnTo>
                <a:lnTo>
                  <a:pt x="1200348" y="123420"/>
                </a:lnTo>
                <a:lnTo>
                  <a:pt x="1157767" y="105705"/>
                </a:lnTo>
                <a:lnTo>
                  <a:pt x="1114493" y="89266"/>
                </a:lnTo>
                <a:lnTo>
                  <a:pt x="1070548" y="74125"/>
                </a:lnTo>
                <a:lnTo>
                  <a:pt x="1025951" y="60310"/>
                </a:lnTo>
                <a:lnTo>
                  <a:pt x="980724" y="47846"/>
                </a:lnTo>
                <a:lnTo>
                  <a:pt x="934889" y="36757"/>
                </a:lnTo>
                <a:lnTo>
                  <a:pt x="888464" y="27069"/>
                </a:lnTo>
                <a:lnTo>
                  <a:pt x="841473" y="18807"/>
                </a:lnTo>
                <a:lnTo>
                  <a:pt x="793934" y="11996"/>
                </a:lnTo>
                <a:lnTo>
                  <a:pt x="745871" y="6662"/>
                </a:lnTo>
                <a:lnTo>
                  <a:pt x="694873" y="2690"/>
                </a:lnTo>
                <a:lnTo>
                  <a:pt x="643866" y="472"/>
                </a:lnTo>
                <a:lnTo>
                  <a:pt x="592892" y="0"/>
                </a:lnTo>
                <a:lnTo>
                  <a:pt x="541998" y="1266"/>
                </a:lnTo>
                <a:lnTo>
                  <a:pt x="491226" y="4264"/>
                </a:lnTo>
                <a:lnTo>
                  <a:pt x="440621" y="8985"/>
                </a:lnTo>
                <a:lnTo>
                  <a:pt x="390228" y="15423"/>
                </a:lnTo>
                <a:lnTo>
                  <a:pt x="340090" y="23570"/>
                </a:lnTo>
                <a:lnTo>
                  <a:pt x="290252" y="33418"/>
                </a:lnTo>
                <a:lnTo>
                  <a:pt x="240759" y="44960"/>
                </a:lnTo>
                <a:lnTo>
                  <a:pt x="191653" y="58189"/>
                </a:lnTo>
                <a:lnTo>
                  <a:pt x="142980" y="73097"/>
                </a:lnTo>
                <a:lnTo>
                  <a:pt x="94784" y="89676"/>
                </a:lnTo>
                <a:lnTo>
                  <a:pt x="47109" y="107920"/>
                </a:lnTo>
                <a:lnTo>
                  <a:pt x="0" y="127820"/>
                </a:lnTo>
              </a:path>
            </a:pathLst>
          </a:custGeom>
          <a:ln w="127000">
            <a:solidFill>
              <a:srgbClr val="0E9ED4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974460" y="719150"/>
            <a:ext cx="256095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250" dirty="0"/>
              <a:t>V</a:t>
            </a:r>
            <a:r>
              <a:rPr sz="4400" spc="-60" dirty="0"/>
              <a:t>o</a:t>
            </a:r>
            <a:r>
              <a:rPr sz="4400" spc="-85" dirty="0"/>
              <a:t>c</a:t>
            </a:r>
            <a:r>
              <a:rPr sz="4400" spc="-220" dirty="0"/>
              <a:t>abula</a:t>
            </a:r>
            <a:r>
              <a:rPr sz="4400" spc="-114" dirty="0"/>
              <a:t>r</a:t>
            </a:r>
            <a:r>
              <a:rPr sz="4400" spc="-265" dirty="0"/>
              <a:t>y</a:t>
            </a:r>
            <a:endParaRPr sz="4400"/>
          </a:p>
        </p:txBody>
      </p:sp>
      <p:sp>
        <p:nvSpPr>
          <p:cNvPr id="4" name="object 4"/>
          <p:cNvSpPr/>
          <p:nvPr/>
        </p:nvSpPr>
        <p:spPr>
          <a:xfrm>
            <a:off x="0" y="5486400"/>
            <a:ext cx="2673350" cy="1371600"/>
          </a:xfrm>
          <a:custGeom>
            <a:avLst/>
            <a:gdLst/>
            <a:ahLst/>
            <a:cxnLst/>
            <a:rect l="l" t="t" r="r" b="b"/>
            <a:pathLst>
              <a:path w="2673350" h="1371600">
                <a:moveTo>
                  <a:pt x="951128" y="0"/>
                </a:moveTo>
                <a:lnTo>
                  <a:pt x="897473" y="799"/>
                </a:lnTo>
                <a:lnTo>
                  <a:pt x="844215" y="3181"/>
                </a:lnTo>
                <a:lnTo>
                  <a:pt x="791377" y="7123"/>
                </a:lnTo>
                <a:lnTo>
                  <a:pt x="738982" y="12603"/>
                </a:lnTo>
                <a:lnTo>
                  <a:pt x="687053" y="19597"/>
                </a:lnTo>
                <a:lnTo>
                  <a:pt x="635611" y="28083"/>
                </a:lnTo>
                <a:lnTo>
                  <a:pt x="584680" y="38038"/>
                </a:lnTo>
                <a:lnTo>
                  <a:pt x="534282" y="49440"/>
                </a:lnTo>
                <a:lnTo>
                  <a:pt x="484440" y="62265"/>
                </a:lnTo>
                <a:lnTo>
                  <a:pt x="435176" y="76492"/>
                </a:lnTo>
                <a:lnTo>
                  <a:pt x="386513" y="92096"/>
                </a:lnTo>
                <a:lnTo>
                  <a:pt x="338473" y="109055"/>
                </a:lnTo>
                <a:lnTo>
                  <a:pt x="291079" y="127347"/>
                </a:lnTo>
                <a:lnTo>
                  <a:pt x="244355" y="146949"/>
                </a:lnTo>
                <a:lnTo>
                  <a:pt x="198321" y="167838"/>
                </a:lnTo>
                <a:lnTo>
                  <a:pt x="153001" y="189991"/>
                </a:lnTo>
                <a:lnTo>
                  <a:pt x="108418" y="213385"/>
                </a:lnTo>
                <a:lnTo>
                  <a:pt x="0" y="279247"/>
                </a:lnTo>
                <a:lnTo>
                  <a:pt x="0" y="1371599"/>
                </a:lnTo>
                <a:lnTo>
                  <a:pt x="2672842" y="1371599"/>
                </a:lnTo>
                <a:lnTo>
                  <a:pt x="2639568" y="1242212"/>
                </a:lnTo>
                <a:lnTo>
                  <a:pt x="2624679" y="1196546"/>
                </a:lnTo>
                <a:lnTo>
                  <a:pt x="2608594" y="1151435"/>
                </a:lnTo>
                <a:lnTo>
                  <a:pt x="2591332" y="1106897"/>
                </a:lnTo>
                <a:lnTo>
                  <a:pt x="2572909" y="1062950"/>
                </a:lnTo>
                <a:lnTo>
                  <a:pt x="2553347" y="1019614"/>
                </a:lnTo>
                <a:lnTo>
                  <a:pt x="2532663" y="976908"/>
                </a:lnTo>
                <a:lnTo>
                  <a:pt x="2510876" y="934850"/>
                </a:lnTo>
                <a:lnTo>
                  <a:pt x="2488006" y="893459"/>
                </a:lnTo>
                <a:lnTo>
                  <a:pt x="2464070" y="852754"/>
                </a:lnTo>
                <a:lnTo>
                  <a:pt x="2439088" y="812754"/>
                </a:lnTo>
                <a:lnTo>
                  <a:pt x="2413078" y="773477"/>
                </a:lnTo>
                <a:lnTo>
                  <a:pt x="2386060" y="734942"/>
                </a:lnTo>
                <a:lnTo>
                  <a:pt x="2358052" y="697169"/>
                </a:lnTo>
                <a:lnTo>
                  <a:pt x="2329073" y="660175"/>
                </a:lnTo>
                <a:lnTo>
                  <a:pt x="2299141" y="623980"/>
                </a:lnTo>
                <a:lnTo>
                  <a:pt x="2268277" y="588603"/>
                </a:lnTo>
                <a:lnTo>
                  <a:pt x="2236497" y="554062"/>
                </a:lnTo>
                <a:lnTo>
                  <a:pt x="2203822" y="520376"/>
                </a:lnTo>
                <a:lnTo>
                  <a:pt x="2170270" y="487564"/>
                </a:lnTo>
                <a:lnTo>
                  <a:pt x="2135859" y="455645"/>
                </a:lnTo>
                <a:lnTo>
                  <a:pt x="2100609" y="424637"/>
                </a:lnTo>
                <a:lnTo>
                  <a:pt x="2064539" y="394560"/>
                </a:lnTo>
                <a:lnTo>
                  <a:pt x="2027667" y="365431"/>
                </a:lnTo>
                <a:lnTo>
                  <a:pt x="1990012" y="337271"/>
                </a:lnTo>
                <a:lnTo>
                  <a:pt x="1951593" y="310098"/>
                </a:lnTo>
                <a:lnTo>
                  <a:pt x="1912429" y="283930"/>
                </a:lnTo>
                <a:lnTo>
                  <a:pt x="1872538" y="258787"/>
                </a:lnTo>
                <a:lnTo>
                  <a:pt x="1831939" y="234686"/>
                </a:lnTo>
                <a:lnTo>
                  <a:pt x="1790652" y="211648"/>
                </a:lnTo>
                <a:lnTo>
                  <a:pt x="1748694" y="189691"/>
                </a:lnTo>
                <a:lnTo>
                  <a:pt x="1706085" y="168833"/>
                </a:lnTo>
                <a:lnTo>
                  <a:pt x="1662844" y="149093"/>
                </a:lnTo>
                <a:lnTo>
                  <a:pt x="1618990" y="130491"/>
                </a:lnTo>
                <a:lnTo>
                  <a:pt x="1574540" y="113045"/>
                </a:lnTo>
                <a:lnTo>
                  <a:pt x="1529514" y="96774"/>
                </a:lnTo>
                <a:lnTo>
                  <a:pt x="1483932" y="81696"/>
                </a:lnTo>
                <a:lnTo>
                  <a:pt x="1437811" y="67831"/>
                </a:lnTo>
                <a:lnTo>
                  <a:pt x="1391170" y="55197"/>
                </a:lnTo>
                <a:lnTo>
                  <a:pt x="1344028" y="43813"/>
                </a:lnTo>
                <a:lnTo>
                  <a:pt x="1296405" y="33697"/>
                </a:lnTo>
                <a:lnTo>
                  <a:pt x="1248319" y="24870"/>
                </a:lnTo>
                <a:lnTo>
                  <a:pt x="1199788" y="17349"/>
                </a:lnTo>
                <a:lnTo>
                  <a:pt x="1150832" y="11153"/>
                </a:lnTo>
                <a:lnTo>
                  <a:pt x="1101469" y="6302"/>
                </a:lnTo>
                <a:lnTo>
                  <a:pt x="1051718" y="2813"/>
                </a:lnTo>
                <a:lnTo>
                  <a:pt x="1001598" y="706"/>
                </a:lnTo>
                <a:lnTo>
                  <a:pt x="951128" y="0"/>
                </a:lnTo>
                <a:close/>
              </a:path>
            </a:pathLst>
          </a:custGeom>
          <a:solidFill>
            <a:srgbClr val="0E9ED4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3186" y="1749679"/>
            <a:ext cx="4777358" cy="318884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5974460" y="1932076"/>
            <a:ext cx="4970780" cy="3733800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560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100" b="1" spc="-25" dirty="0">
                <a:latin typeface="Trebuchet MS"/>
                <a:cs typeface="Trebuchet MS"/>
              </a:rPr>
              <a:t>Productivity</a:t>
            </a:r>
            <a:endParaRPr sz="11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470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100" b="1" spc="30" dirty="0">
                <a:latin typeface="Trebuchet MS"/>
                <a:cs typeface="Trebuchet MS"/>
              </a:rPr>
              <a:t>D</a:t>
            </a:r>
            <a:r>
              <a:rPr sz="1100" b="1" spc="15" dirty="0">
                <a:latin typeface="Trebuchet MS"/>
                <a:cs typeface="Trebuchet MS"/>
              </a:rPr>
              <a:t>e</a:t>
            </a:r>
            <a:r>
              <a:rPr sz="1100" b="1" spc="-35" dirty="0">
                <a:latin typeface="Trebuchet MS"/>
                <a:cs typeface="Trebuchet MS"/>
              </a:rPr>
              <a:t>fi</a:t>
            </a:r>
            <a:r>
              <a:rPr sz="1100" b="1" spc="-15" dirty="0">
                <a:latin typeface="Trebuchet MS"/>
                <a:cs typeface="Trebuchet MS"/>
              </a:rPr>
              <a:t>n</a:t>
            </a:r>
            <a:r>
              <a:rPr sz="1100" b="1" spc="-35" dirty="0">
                <a:latin typeface="Trebuchet MS"/>
                <a:cs typeface="Trebuchet MS"/>
              </a:rPr>
              <a:t>i</a:t>
            </a:r>
            <a:r>
              <a:rPr sz="1100" b="1" spc="-50" dirty="0">
                <a:latin typeface="Trebuchet MS"/>
                <a:cs typeface="Trebuchet MS"/>
              </a:rPr>
              <a:t>t</a:t>
            </a:r>
            <a:r>
              <a:rPr sz="1100" b="1" spc="-30" dirty="0">
                <a:latin typeface="Trebuchet MS"/>
                <a:cs typeface="Trebuchet MS"/>
              </a:rPr>
              <a:t>i</a:t>
            </a:r>
            <a:r>
              <a:rPr sz="1100" b="1" spc="-35" dirty="0">
                <a:latin typeface="Trebuchet MS"/>
                <a:cs typeface="Trebuchet MS"/>
              </a:rPr>
              <a:t>on</a:t>
            </a:r>
            <a:r>
              <a:rPr sz="1100" b="1" spc="-20" dirty="0">
                <a:latin typeface="Trebuchet MS"/>
                <a:cs typeface="Trebuchet MS"/>
              </a:rPr>
              <a:t>:</a:t>
            </a:r>
            <a:r>
              <a:rPr sz="1100" b="1" spc="-150" dirty="0">
                <a:latin typeface="Trebuchet MS"/>
                <a:cs typeface="Trebuchet MS"/>
              </a:rPr>
              <a:t> </a:t>
            </a:r>
            <a:r>
              <a:rPr sz="1100" spc="20" dirty="0">
                <a:latin typeface="Trebuchet MS"/>
                <a:cs typeface="Trebuchet MS"/>
              </a:rPr>
              <a:t>How</a:t>
            </a:r>
            <a:r>
              <a:rPr sz="1100" spc="-125" dirty="0">
                <a:latin typeface="Trebuchet MS"/>
                <a:cs typeface="Trebuchet MS"/>
              </a:rPr>
              <a:t> </a:t>
            </a:r>
            <a:r>
              <a:rPr sz="1100" spc="20" dirty="0">
                <a:latin typeface="Trebuchet MS"/>
                <a:cs typeface="Trebuchet MS"/>
              </a:rPr>
              <a:t>m</a:t>
            </a:r>
            <a:r>
              <a:rPr sz="1100" spc="5" dirty="0">
                <a:latin typeface="Trebuchet MS"/>
                <a:cs typeface="Trebuchet MS"/>
              </a:rPr>
              <a:t>u</a:t>
            </a:r>
            <a:r>
              <a:rPr sz="1100" spc="30" dirty="0">
                <a:latin typeface="Trebuchet MS"/>
                <a:cs typeface="Trebuchet MS"/>
              </a:rPr>
              <a:t>c</a:t>
            </a:r>
            <a:r>
              <a:rPr sz="1100" spc="5" dirty="0">
                <a:latin typeface="Trebuchet MS"/>
                <a:cs typeface="Trebuchet MS"/>
              </a:rPr>
              <a:t>h</a:t>
            </a:r>
            <a:r>
              <a:rPr sz="1100" spc="-105" dirty="0">
                <a:latin typeface="Trebuchet MS"/>
                <a:cs typeface="Trebuchet MS"/>
              </a:rPr>
              <a:t> </a:t>
            </a:r>
            <a:r>
              <a:rPr sz="1100" spc="-35" dirty="0">
                <a:latin typeface="Trebuchet MS"/>
                <a:cs typeface="Trebuchet MS"/>
              </a:rPr>
              <a:t>w</a:t>
            </a:r>
            <a:r>
              <a:rPr sz="1100" spc="-20" dirty="0">
                <a:latin typeface="Trebuchet MS"/>
                <a:cs typeface="Trebuchet MS"/>
              </a:rPr>
              <a:t>ork</a:t>
            </a:r>
            <a:r>
              <a:rPr sz="1100" spc="-114" dirty="0">
                <a:latin typeface="Trebuchet MS"/>
                <a:cs typeface="Trebuchet MS"/>
              </a:rPr>
              <a:t> </a:t>
            </a:r>
            <a:r>
              <a:rPr sz="1100" spc="-45" dirty="0">
                <a:latin typeface="Trebuchet MS"/>
                <a:cs typeface="Trebuchet MS"/>
              </a:rPr>
              <a:t>y</a:t>
            </a:r>
            <a:r>
              <a:rPr sz="1100" spc="15" dirty="0">
                <a:latin typeface="Trebuchet MS"/>
                <a:cs typeface="Trebuchet MS"/>
              </a:rPr>
              <a:t>ou</a:t>
            </a:r>
            <a:r>
              <a:rPr sz="1100" spc="-125" dirty="0">
                <a:latin typeface="Trebuchet MS"/>
                <a:cs typeface="Trebuchet MS"/>
              </a:rPr>
              <a:t> </a:t>
            </a:r>
            <a:r>
              <a:rPr sz="1100" spc="30" dirty="0">
                <a:latin typeface="Trebuchet MS"/>
                <a:cs typeface="Trebuchet MS"/>
              </a:rPr>
              <a:t>c</a:t>
            </a:r>
            <a:r>
              <a:rPr sz="1100" dirty="0">
                <a:latin typeface="Trebuchet MS"/>
                <a:cs typeface="Trebuchet MS"/>
              </a:rPr>
              <a:t>a</a:t>
            </a:r>
            <a:r>
              <a:rPr sz="1100" spc="5" dirty="0">
                <a:latin typeface="Trebuchet MS"/>
                <a:cs typeface="Trebuchet MS"/>
              </a:rPr>
              <a:t>n</a:t>
            </a:r>
            <a:r>
              <a:rPr sz="1100" spc="-105" dirty="0">
                <a:latin typeface="Trebuchet MS"/>
                <a:cs typeface="Trebuchet MS"/>
              </a:rPr>
              <a:t> </a:t>
            </a:r>
            <a:r>
              <a:rPr sz="1100" spc="-20" dirty="0">
                <a:latin typeface="Trebuchet MS"/>
                <a:cs typeface="Trebuchet MS"/>
              </a:rPr>
              <a:t>g</a:t>
            </a:r>
            <a:r>
              <a:rPr sz="1100" spc="-30" dirty="0">
                <a:latin typeface="Trebuchet MS"/>
                <a:cs typeface="Trebuchet MS"/>
              </a:rPr>
              <a:t>e</a:t>
            </a:r>
            <a:r>
              <a:rPr sz="1100" spc="-80" dirty="0">
                <a:latin typeface="Trebuchet MS"/>
                <a:cs typeface="Trebuchet MS"/>
              </a:rPr>
              <a:t>t</a:t>
            </a:r>
            <a:r>
              <a:rPr sz="1100" spc="-125" dirty="0">
                <a:latin typeface="Trebuchet MS"/>
                <a:cs typeface="Trebuchet MS"/>
              </a:rPr>
              <a:t> </a:t>
            </a:r>
            <a:r>
              <a:rPr sz="1100" spc="10" dirty="0">
                <a:latin typeface="Trebuchet MS"/>
                <a:cs typeface="Trebuchet MS"/>
              </a:rPr>
              <a:t>do</a:t>
            </a:r>
            <a:r>
              <a:rPr sz="1100" spc="-10" dirty="0">
                <a:latin typeface="Trebuchet MS"/>
                <a:cs typeface="Trebuchet MS"/>
              </a:rPr>
              <a:t>ne</a:t>
            </a:r>
            <a:r>
              <a:rPr sz="1100" spc="-90" dirty="0">
                <a:latin typeface="Trebuchet MS"/>
                <a:cs typeface="Trebuchet MS"/>
              </a:rPr>
              <a:t>.</a:t>
            </a:r>
            <a:endParaRPr sz="11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470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100" b="1" spc="-15" dirty="0">
                <a:latin typeface="Trebuchet MS"/>
                <a:cs typeface="Trebuchet MS"/>
              </a:rPr>
              <a:t>Example:</a:t>
            </a:r>
            <a:r>
              <a:rPr sz="1100" b="1" spc="-130" dirty="0">
                <a:latin typeface="Trebuchet MS"/>
                <a:cs typeface="Trebuchet MS"/>
              </a:rPr>
              <a:t> </a:t>
            </a:r>
            <a:r>
              <a:rPr sz="1100" spc="-15" dirty="0">
                <a:latin typeface="Trebuchet MS"/>
                <a:cs typeface="Trebuchet MS"/>
              </a:rPr>
              <a:t>Staying</a:t>
            </a:r>
            <a:r>
              <a:rPr sz="1100" spc="-105" dirty="0">
                <a:latin typeface="Trebuchet MS"/>
                <a:cs typeface="Trebuchet MS"/>
              </a:rPr>
              <a:t> </a:t>
            </a:r>
            <a:r>
              <a:rPr sz="1100" spc="-20" dirty="0">
                <a:latin typeface="Trebuchet MS"/>
                <a:cs typeface="Trebuchet MS"/>
              </a:rPr>
              <a:t>productive</a:t>
            </a:r>
            <a:r>
              <a:rPr sz="1100" spc="-155" dirty="0">
                <a:latin typeface="Trebuchet MS"/>
                <a:cs typeface="Trebuchet MS"/>
              </a:rPr>
              <a:t> </a:t>
            </a:r>
            <a:r>
              <a:rPr sz="1100" spc="10" dirty="0">
                <a:latin typeface="Trebuchet MS"/>
                <a:cs typeface="Trebuchet MS"/>
              </a:rPr>
              <a:t>can</a:t>
            </a:r>
            <a:r>
              <a:rPr sz="1100" spc="-90" dirty="0">
                <a:latin typeface="Trebuchet MS"/>
                <a:cs typeface="Trebuchet MS"/>
              </a:rPr>
              <a:t> </a:t>
            </a:r>
            <a:r>
              <a:rPr sz="1100" spc="-10" dirty="0">
                <a:latin typeface="Trebuchet MS"/>
                <a:cs typeface="Trebuchet MS"/>
              </a:rPr>
              <a:t>be</a:t>
            </a:r>
            <a:r>
              <a:rPr sz="1100" spc="-114" dirty="0">
                <a:latin typeface="Trebuchet MS"/>
                <a:cs typeface="Trebuchet MS"/>
              </a:rPr>
              <a:t> </a:t>
            </a:r>
            <a:r>
              <a:rPr sz="1100" spc="-40" dirty="0">
                <a:latin typeface="Trebuchet MS"/>
                <a:cs typeface="Trebuchet MS"/>
              </a:rPr>
              <a:t>difficult</a:t>
            </a:r>
            <a:r>
              <a:rPr sz="1100" spc="-120" dirty="0">
                <a:latin typeface="Trebuchet MS"/>
                <a:cs typeface="Trebuchet MS"/>
              </a:rPr>
              <a:t> </a:t>
            </a:r>
            <a:r>
              <a:rPr sz="1100" spc="-40" dirty="0">
                <a:latin typeface="Trebuchet MS"/>
                <a:cs typeface="Trebuchet MS"/>
              </a:rPr>
              <a:t>with</a:t>
            </a:r>
            <a:r>
              <a:rPr sz="1100" spc="-120" dirty="0">
                <a:latin typeface="Trebuchet MS"/>
                <a:cs typeface="Trebuchet MS"/>
              </a:rPr>
              <a:t> </a:t>
            </a:r>
            <a:r>
              <a:rPr sz="1100" spc="-10" dirty="0">
                <a:latin typeface="Trebuchet MS"/>
                <a:cs typeface="Trebuchet MS"/>
              </a:rPr>
              <a:t>distractions</a:t>
            </a:r>
            <a:r>
              <a:rPr sz="1100" spc="-135" dirty="0">
                <a:latin typeface="Trebuchet MS"/>
                <a:cs typeface="Trebuchet MS"/>
              </a:rPr>
              <a:t> </a:t>
            </a:r>
            <a:r>
              <a:rPr sz="1100" spc="-40" dirty="0">
                <a:latin typeface="Trebuchet MS"/>
                <a:cs typeface="Trebuchet MS"/>
              </a:rPr>
              <a:t>at</a:t>
            </a:r>
            <a:r>
              <a:rPr sz="1100" spc="-105" dirty="0">
                <a:latin typeface="Trebuchet MS"/>
                <a:cs typeface="Trebuchet MS"/>
              </a:rPr>
              <a:t> </a:t>
            </a:r>
            <a:r>
              <a:rPr sz="1100" spc="-15" dirty="0">
                <a:latin typeface="Trebuchet MS"/>
                <a:cs typeface="Trebuchet MS"/>
              </a:rPr>
              <a:t>home.</a:t>
            </a:r>
            <a:endParaRPr sz="11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Arial MT"/>
              <a:buChar char="•"/>
            </a:pPr>
            <a:endParaRPr sz="19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100" b="1" spc="50" dirty="0">
                <a:latin typeface="Trebuchet MS"/>
                <a:cs typeface="Trebuchet MS"/>
              </a:rPr>
              <a:t>Com</a:t>
            </a:r>
            <a:r>
              <a:rPr sz="1100" b="1" spc="5" dirty="0">
                <a:latin typeface="Trebuchet MS"/>
                <a:cs typeface="Trebuchet MS"/>
              </a:rPr>
              <a:t>mu</a:t>
            </a:r>
            <a:r>
              <a:rPr sz="1100" b="1" spc="-5" dirty="0">
                <a:latin typeface="Trebuchet MS"/>
                <a:cs typeface="Trebuchet MS"/>
              </a:rPr>
              <a:t>ni</a:t>
            </a:r>
            <a:r>
              <a:rPr sz="1100" b="1" spc="-10" dirty="0">
                <a:latin typeface="Trebuchet MS"/>
                <a:cs typeface="Trebuchet MS"/>
              </a:rPr>
              <a:t>c</a:t>
            </a:r>
            <a:r>
              <a:rPr sz="1100" b="1" spc="-15" dirty="0">
                <a:latin typeface="Trebuchet MS"/>
                <a:cs typeface="Trebuchet MS"/>
              </a:rPr>
              <a:t>a</a:t>
            </a:r>
            <a:r>
              <a:rPr sz="1100" b="1" spc="-5" dirty="0">
                <a:latin typeface="Trebuchet MS"/>
                <a:cs typeface="Trebuchet MS"/>
              </a:rPr>
              <a:t>t</a:t>
            </a:r>
            <a:r>
              <a:rPr sz="1100" b="1" spc="-35" dirty="0">
                <a:latin typeface="Trebuchet MS"/>
                <a:cs typeface="Trebuchet MS"/>
              </a:rPr>
              <a:t>i</a:t>
            </a:r>
            <a:r>
              <a:rPr sz="1100" b="1" dirty="0">
                <a:latin typeface="Trebuchet MS"/>
                <a:cs typeface="Trebuchet MS"/>
              </a:rPr>
              <a:t>o</a:t>
            </a:r>
            <a:r>
              <a:rPr sz="1100" b="1" spc="-10" dirty="0">
                <a:latin typeface="Trebuchet MS"/>
                <a:cs typeface="Trebuchet MS"/>
              </a:rPr>
              <a:t>n</a:t>
            </a:r>
            <a:r>
              <a:rPr sz="1100" b="1" spc="-145" dirty="0">
                <a:latin typeface="Trebuchet MS"/>
                <a:cs typeface="Trebuchet MS"/>
              </a:rPr>
              <a:t> </a:t>
            </a:r>
            <a:r>
              <a:rPr sz="1100" b="1" spc="-10" dirty="0">
                <a:latin typeface="Trebuchet MS"/>
                <a:cs typeface="Trebuchet MS"/>
              </a:rPr>
              <a:t>Ba</a:t>
            </a:r>
            <a:r>
              <a:rPr sz="1100" b="1" spc="-5" dirty="0">
                <a:latin typeface="Trebuchet MS"/>
                <a:cs typeface="Trebuchet MS"/>
              </a:rPr>
              <a:t>r</a:t>
            </a:r>
            <a:r>
              <a:rPr sz="1100" b="1" spc="-65" dirty="0">
                <a:latin typeface="Trebuchet MS"/>
                <a:cs typeface="Trebuchet MS"/>
              </a:rPr>
              <a:t>r</a:t>
            </a:r>
            <a:r>
              <a:rPr sz="1100" b="1" spc="-40" dirty="0">
                <a:latin typeface="Trebuchet MS"/>
                <a:cs typeface="Trebuchet MS"/>
              </a:rPr>
              <a:t>i</a:t>
            </a:r>
            <a:r>
              <a:rPr sz="1100" b="1" dirty="0">
                <a:latin typeface="Trebuchet MS"/>
                <a:cs typeface="Trebuchet MS"/>
              </a:rPr>
              <a:t>ers</a:t>
            </a:r>
            <a:endParaRPr sz="1100">
              <a:latin typeface="Trebuchet MS"/>
              <a:cs typeface="Trebuchet MS"/>
            </a:endParaRPr>
          </a:p>
          <a:p>
            <a:pPr marL="241300" marR="111125" indent="-228600">
              <a:lnSpc>
                <a:spcPts val="1190"/>
              </a:lnSpc>
              <a:spcBef>
                <a:spcPts val="615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100" b="1" spc="-20" dirty="0">
                <a:latin typeface="Trebuchet MS"/>
                <a:cs typeface="Trebuchet MS"/>
              </a:rPr>
              <a:t>Definition:</a:t>
            </a:r>
            <a:r>
              <a:rPr sz="1100" b="1" spc="-150" dirty="0">
                <a:latin typeface="Trebuchet MS"/>
                <a:cs typeface="Trebuchet MS"/>
              </a:rPr>
              <a:t> </a:t>
            </a:r>
            <a:r>
              <a:rPr sz="1100" dirty="0">
                <a:latin typeface="Trebuchet MS"/>
                <a:cs typeface="Trebuchet MS"/>
              </a:rPr>
              <a:t>Problems</a:t>
            </a:r>
            <a:r>
              <a:rPr sz="1100" spc="-125" dirty="0">
                <a:latin typeface="Trebuchet MS"/>
                <a:cs typeface="Trebuchet MS"/>
              </a:rPr>
              <a:t> </a:t>
            </a:r>
            <a:r>
              <a:rPr sz="1100" spc="-40" dirty="0">
                <a:latin typeface="Trebuchet MS"/>
                <a:cs typeface="Trebuchet MS"/>
              </a:rPr>
              <a:t>that</a:t>
            </a:r>
            <a:r>
              <a:rPr sz="1100" spc="-120" dirty="0">
                <a:latin typeface="Trebuchet MS"/>
                <a:cs typeface="Trebuchet MS"/>
              </a:rPr>
              <a:t> </a:t>
            </a:r>
            <a:r>
              <a:rPr sz="1100" spc="-5" dirty="0">
                <a:latin typeface="Trebuchet MS"/>
                <a:cs typeface="Trebuchet MS"/>
              </a:rPr>
              <a:t>make</a:t>
            </a:r>
            <a:r>
              <a:rPr sz="1100" spc="-110" dirty="0">
                <a:latin typeface="Trebuchet MS"/>
                <a:cs typeface="Trebuchet MS"/>
              </a:rPr>
              <a:t> </a:t>
            </a:r>
            <a:r>
              <a:rPr sz="1100" spc="-65" dirty="0">
                <a:latin typeface="Trebuchet MS"/>
                <a:cs typeface="Trebuchet MS"/>
              </a:rPr>
              <a:t>it</a:t>
            </a:r>
            <a:r>
              <a:rPr sz="1100" spc="-110" dirty="0">
                <a:latin typeface="Trebuchet MS"/>
                <a:cs typeface="Trebuchet MS"/>
              </a:rPr>
              <a:t> </a:t>
            </a:r>
            <a:r>
              <a:rPr sz="1100" spc="-15" dirty="0">
                <a:latin typeface="Trebuchet MS"/>
                <a:cs typeface="Trebuchet MS"/>
              </a:rPr>
              <a:t>hard</a:t>
            </a:r>
            <a:r>
              <a:rPr sz="1100" spc="-125" dirty="0">
                <a:latin typeface="Trebuchet MS"/>
                <a:cs typeface="Trebuchet MS"/>
              </a:rPr>
              <a:t> </a:t>
            </a:r>
            <a:r>
              <a:rPr sz="1100" spc="-35" dirty="0">
                <a:latin typeface="Trebuchet MS"/>
                <a:cs typeface="Trebuchet MS"/>
              </a:rPr>
              <a:t>to</a:t>
            </a:r>
            <a:r>
              <a:rPr sz="1100" spc="-114" dirty="0">
                <a:latin typeface="Trebuchet MS"/>
                <a:cs typeface="Trebuchet MS"/>
              </a:rPr>
              <a:t> </a:t>
            </a:r>
            <a:r>
              <a:rPr sz="1100" spc="-10" dirty="0">
                <a:latin typeface="Trebuchet MS"/>
                <a:cs typeface="Trebuchet MS"/>
              </a:rPr>
              <a:t>communicate,</a:t>
            </a:r>
            <a:r>
              <a:rPr sz="1100" spc="-114" dirty="0">
                <a:latin typeface="Trebuchet MS"/>
                <a:cs typeface="Trebuchet MS"/>
              </a:rPr>
              <a:t> </a:t>
            </a:r>
            <a:r>
              <a:rPr sz="1100" spc="30" dirty="0">
                <a:latin typeface="Trebuchet MS"/>
                <a:cs typeface="Trebuchet MS"/>
              </a:rPr>
              <a:t>such</a:t>
            </a:r>
            <a:r>
              <a:rPr sz="1100" spc="-114" dirty="0">
                <a:latin typeface="Trebuchet MS"/>
                <a:cs typeface="Trebuchet MS"/>
              </a:rPr>
              <a:t> </a:t>
            </a:r>
            <a:r>
              <a:rPr sz="1100" spc="45" dirty="0">
                <a:latin typeface="Trebuchet MS"/>
                <a:cs typeface="Trebuchet MS"/>
              </a:rPr>
              <a:t>as</a:t>
            </a:r>
            <a:r>
              <a:rPr sz="1100" spc="-95" dirty="0">
                <a:latin typeface="Trebuchet MS"/>
                <a:cs typeface="Trebuchet MS"/>
              </a:rPr>
              <a:t> </a:t>
            </a:r>
            <a:r>
              <a:rPr sz="1100" spc="-10" dirty="0">
                <a:latin typeface="Trebuchet MS"/>
                <a:cs typeface="Trebuchet MS"/>
              </a:rPr>
              <a:t>language</a:t>
            </a:r>
            <a:r>
              <a:rPr sz="1100" spc="-125" dirty="0">
                <a:latin typeface="Trebuchet MS"/>
                <a:cs typeface="Trebuchet MS"/>
              </a:rPr>
              <a:t> </a:t>
            </a:r>
            <a:r>
              <a:rPr sz="1100" spc="-20" dirty="0">
                <a:latin typeface="Trebuchet MS"/>
                <a:cs typeface="Trebuchet MS"/>
              </a:rPr>
              <a:t>or </a:t>
            </a:r>
            <a:r>
              <a:rPr sz="1100" spc="-315" dirty="0">
                <a:latin typeface="Trebuchet MS"/>
                <a:cs typeface="Trebuchet MS"/>
              </a:rPr>
              <a:t> </a:t>
            </a:r>
            <a:r>
              <a:rPr sz="1100" spc="-40" dirty="0">
                <a:latin typeface="Trebuchet MS"/>
                <a:cs typeface="Trebuchet MS"/>
              </a:rPr>
              <a:t>internet</a:t>
            </a:r>
            <a:r>
              <a:rPr sz="1100" spc="-145" dirty="0">
                <a:latin typeface="Trebuchet MS"/>
                <a:cs typeface="Trebuchet MS"/>
              </a:rPr>
              <a:t> </a:t>
            </a:r>
            <a:r>
              <a:rPr sz="1100" spc="15" dirty="0">
                <a:latin typeface="Trebuchet MS"/>
                <a:cs typeface="Trebuchet MS"/>
              </a:rPr>
              <a:t>issues.</a:t>
            </a:r>
            <a:endParaRPr sz="1100">
              <a:latin typeface="Trebuchet MS"/>
              <a:cs typeface="Trebuchet MS"/>
            </a:endParaRPr>
          </a:p>
          <a:p>
            <a:pPr marL="241300" indent="-228600">
              <a:lnSpc>
                <a:spcPts val="1255"/>
              </a:lnSpc>
              <a:spcBef>
                <a:spcPts val="450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100" b="1" spc="-10" dirty="0">
                <a:latin typeface="Trebuchet MS"/>
                <a:cs typeface="Trebuchet MS"/>
              </a:rPr>
              <a:t>Example:</a:t>
            </a:r>
            <a:r>
              <a:rPr sz="1100" b="1" spc="-140" dirty="0">
                <a:latin typeface="Trebuchet MS"/>
                <a:cs typeface="Trebuchet MS"/>
              </a:rPr>
              <a:t> </a:t>
            </a:r>
            <a:r>
              <a:rPr sz="1100" spc="-5" dirty="0">
                <a:latin typeface="Trebuchet MS"/>
                <a:cs typeface="Trebuchet MS"/>
              </a:rPr>
              <a:t>Poor</a:t>
            </a:r>
            <a:r>
              <a:rPr sz="1100" spc="-110" dirty="0">
                <a:latin typeface="Trebuchet MS"/>
                <a:cs typeface="Trebuchet MS"/>
              </a:rPr>
              <a:t> </a:t>
            </a:r>
            <a:r>
              <a:rPr sz="1100" spc="-40" dirty="0">
                <a:latin typeface="Trebuchet MS"/>
                <a:cs typeface="Trebuchet MS"/>
              </a:rPr>
              <a:t>internet</a:t>
            </a:r>
            <a:r>
              <a:rPr sz="1100" spc="-125" dirty="0">
                <a:latin typeface="Trebuchet MS"/>
                <a:cs typeface="Trebuchet MS"/>
              </a:rPr>
              <a:t> </a:t>
            </a:r>
            <a:r>
              <a:rPr sz="1100" spc="-5" dirty="0">
                <a:latin typeface="Trebuchet MS"/>
                <a:cs typeface="Trebuchet MS"/>
              </a:rPr>
              <a:t>connection</a:t>
            </a:r>
            <a:r>
              <a:rPr sz="1100" spc="-125" dirty="0">
                <a:latin typeface="Trebuchet MS"/>
                <a:cs typeface="Trebuchet MS"/>
              </a:rPr>
              <a:t> </a:t>
            </a:r>
            <a:r>
              <a:rPr sz="1100" spc="15" dirty="0">
                <a:latin typeface="Trebuchet MS"/>
                <a:cs typeface="Trebuchet MS"/>
              </a:rPr>
              <a:t>can</a:t>
            </a:r>
            <a:r>
              <a:rPr sz="1100" spc="-105" dirty="0">
                <a:latin typeface="Trebuchet MS"/>
                <a:cs typeface="Trebuchet MS"/>
              </a:rPr>
              <a:t> </a:t>
            </a:r>
            <a:r>
              <a:rPr sz="1100" spc="-5" dirty="0">
                <a:latin typeface="Trebuchet MS"/>
                <a:cs typeface="Trebuchet MS"/>
              </a:rPr>
              <a:t>be</a:t>
            </a:r>
            <a:r>
              <a:rPr sz="1100" spc="-114" dirty="0">
                <a:latin typeface="Trebuchet MS"/>
                <a:cs typeface="Trebuchet MS"/>
              </a:rPr>
              <a:t> </a:t>
            </a:r>
            <a:r>
              <a:rPr sz="1100" spc="5" dirty="0">
                <a:latin typeface="Trebuchet MS"/>
                <a:cs typeface="Trebuchet MS"/>
              </a:rPr>
              <a:t>a</a:t>
            </a:r>
            <a:r>
              <a:rPr sz="1100" spc="-114" dirty="0">
                <a:latin typeface="Trebuchet MS"/>
                <a:cs typeface="Trebuchet MS"/>
              </a:rPr>
              <a:t> </a:t>
            </a:r>
            <a:r>
              <a:rPr sz="1100" spc="-5" dirty="0">
                <a:latin typeface="Trebuchet MS"/>
                <a:cs typeface="Trebuchet MS"/>
              </a:rPr>
              <a:t>communication</a:t>
            </a:r>
            <a:r>
              <a:rPr sz="1100" spc="-114" dirty="0">
                <a:latin typeface="Trebuchet MS"/>
                <a:cs typeface="Trebuchet MS"/>
              </a:rPr>
              <a:t> </a:t>
            </a:r>
            <a:r>
              <a:rPr sz="1100" spc="-35" dirty="0">
                <a:latin typeface="Trebuchet MS"/>
                <a:cs typeface="Trebuchet MS"/>
              </a:rPr>
              <a:t>barrier</a:t>
            </a:r>
            <a:r>
              <a:rPr sz="1100" spc="-135" dirty="0">
                <a:latin typeface="Trebuchet MS"/>
                <a:cs typeface="Trebuchet MS"/>
              </a:rPr>
              <a:t> </a:t>
            </a:r>
            <a:r>
              <a:rPr sz="1100" spc="-25" dirty="0">
                <a:latin typeface="Trebuchet MS"/>
                <a:cs typeface="Trebuchet MS"/>
              </a:rPr>
              <a:t>in</a:t>
            </a:r>
            <a:r>
              <a:rPr sz="1100" spc="-114" dirty="0">
                <a:latin typeface="Trebuchet MS"/>
                <a:cs typeface="Trebuchet MS"/>
              </a:rPr>
              <a:t> </a:t>
            </a:r>
            <a:r>
              <a:rPr sz="1100" spc="5" dirty="0">
                <a:latin typeface="Trebuchet MS"/>
                <a:cs typeface="Trebuchet MS"/>
              </a:rPr>
              <a:t>a</a:t>
            </a:r>
            <a:r>
              <a:rPr sz="1100" spc="-100" dirty="0">
                <a:latin typeface="Trebuchet MS"/>
                <a:cs typeface="Trebuchet MS"/>
              </a:rPr>
              <a:t> </a:t>
            </a:r>
            <a:r>
              <a:rPr sz="1100" spc="-40" dirty="0">
                <a:latin typeface="Trebuchet MS"/>
                <a:cs typeface="Trebuchet MS"/>
              </a:rPr>
              <a:t>virtual</a:t>
            </a:r>
            <a:endParaRPr sz="1100">
              <a:latin typeface="Trebuchet MS"/>
              <a:cs typeface="Trebuchet MS"/>
            </a:endParaRPr>
          </a:p>
          <a:p>
            <a:pPr marL="241300">
              <a:lnSpc>
                <a:spcPts val="1255"/>
              </a:lnSpc>
            </a:pPr>
            <a:r>
              <a:rPr sz="1100" spc="-35" dirty="0">
                <a:latin typeface="Trebuchet MS"/>
                <a:cs typeface="Trebuchet MS"/>
              </a:rPr>
              <a:t>meeting.</a:t>
            </a:r>
            <a:endParaRPr sz="11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9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100" b="1" spc="-15" dirty="0">
                <a:latin typeface="Trebuchet MS"/>
                <a:cs typeface="Trebuchet MS"/>
              </a:rPr>
              <a:t>Routine</a:t>
            </a:r>
            <a:endParaRPr sz="11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465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100" b="1" spc="-5" dirty="0">
                <a:latin typeface="Trebuchet MS"/>
                <a:cs typeface="Trebuchet MS"/>
              </a:rPr>
              <a:t>Defi</a:t>
            </a:r>
            <a:r>
              <a:rPr sz="1100" b="1" spc="-35" dirty="0">
                <a:latin typeface="Trebuchet MS"/>
                <a:cs typeface="Trebuchet MS"/>
              </a:rPr>
              <a:t>ni</a:t>
            </a:r>
            <a:r>
              <a:rPr sz="1100" b="1" spc="-30" dirty="0">
                <a:latin typeface="Trebuchet MS"/>
                <a:cs typeface="Trebuchet MS"/>
              </a:rPr>
              <a:t>t</a:t>
            </a:r>
            <a:r>
              <a:rPr sz="1100" b="1" spc="-35" dirty="0">
                <a:latin typeface="Trebuchet MS"/>
                <a:cs typeface="Trebuchet MS"/>
              </a:rPr>
              <a:t>i</a:t>
            </a:r>
            <a:r>
              <a:rPr sz="1100" b="1" spc="10" dirty="0">
                <a:latin typeface="Trebuchet MS"/>
                <a:cs typeface="Trebuchet MS"/>
              </a:rPr>
              <a:t>o</a:t>
            </a:r>
            <a:r>
              <a:rPr sz="1100" b="1" spc="-60" dirty="0">
                <a:latin typeface="Trebuchet MS"/>
                <a:cs typeface="Trebuchet MS"/>
              </a:rPr>
              <a:t>n</a:t>
            </a:r>
            <a:r>
              <a:rPr sz="1100" b="1" spc="-35" dirty="0">
                <a:latin typeface="Trebuchet MS"/>
                <a:cs typeface="Trebuchet MS"/>
              </a:rPr>
              <a:t>:</a:t>
            </a:r>
            <a:r>
              <a:rPr sz="1100" b="1" spc="-150" dirty="0">
                <a:latin typeface="Trebuchet MS"/>
                <a:cs typeface="Trebuchet MS"/>
              </a:rPr>
              <a:t> </a:t>
            </a:r>
            <a:r>
              <a:rPr sz="1100" dirty="0">
                <a:latin typeface="Trebuchet MS"/>
                <a:cs typeface="Trebuchet MS"/>
              </a:rPr>
              <a:t>A</a:t>
            </a:r>
            <a:r>
              <a:rPr sz="1100" spc="-110" dirty="0">
                <a:latin typeface="Trebuchet MS"/>
                <a:cs typeface="Trebuchet MS"/>
              </a:rPr>
              <a:t> </a:t>
            </a:r>
            <a:r>
              <a:rPr sz="1100" spc="-60" dirty="0">
                <a:latin typeface="Trebuchet MS"/>
                <a:cs typeface="Trebuchet MS"/>
              </a:rPr>
              <a:t>r</a:t>
            </a:r>
            <a:r>
              <a:rPr sz="1100" spc="-30" dirty="0">
                <a:latin typeface="Trebuchet MS"/>
                <a:cs typeface="Trebuchet MS"/>
              </a:rPr>
              <a:t>e</a:t>
            </a:r>
            <a:r>
              <a:rPr sz="1100" spc="-20" dirty="0">
                <a:latin typeface="Trebuchet MS"/>
                <a:cs typeface="Trebuchet MS"/>
              </a:rPr>
              <a:t>g</a:t>
            </a:r>
            <a:r>
              <a:rPr sz="1100" spc="5" dirty="0">
                <a:latin typeface="Trebuchet MS"/>
                <a:cs typeface="Trebuchet MS"/>
              </a:rPr>
              <a:t>u</a:t>
            </a:r>
            <a:r>
              <a:rPr sz="1100" spc="-35" dirty="0">
                <a:latin typeface="Trebuchet MS"/>
                <a:cs typeface="Trebuchet MS"/>
              </a:rPr>
              <a:t>la</a:t>
            </a:r>
            <a:r>
              <a:rPr sz="1100" spc="-30" dirty="0">
                <a:latin typeface="Trebuchet MS"/>
                <a:cs typeface="Trebuchet MS"/>
              </a:rPr>
              <a:t>r</a:t>
            </a:r>
            <a:r>
              <a:rPr sz="1100" spc="-125" dirty="0">
                <a:latin typeface="Trebuchet MS"/>
                <a:cs typeface="Trebuchet MS"/>
              </a:rPr>
              <a:t> </a:t>
            </a:r>
            <a:r>
              <a:rPr sz="1100" spc="-30" dirty="0">
                <a:latin typeface="Trebuchet MS"/>
                <a:cs typeface="Trebuchet MS"/>
              </a:rPr>
              <a:t>w</a:t>
            </a:r>
            <a:r>
              <a:rPr sz="1100" spc="-25" dirty="0">
                <a:latin typeface="Trebuchet MS"/>
                <a:cs typeface="Trebuchet MS"/>
              </a:rPr>
              <a:t>a</a:t>
            </a:r>
            <a:r>
              <a:rPr sz="1100" spc="-20" dirty="0">
                <a:latin typeface="Trebuchet MS"/>
                <a:cs typeface="Trebuchet MS"/>
              </a:rPr>
              <a:t>y</a:t>
            </a:r>
            <a:r>
              <a:rPr sz="1100" spc="-110" dirty="0">
                <a:latin typeface="Trebuchet MS"/>
                <a:cs typeface="Trebuchet MS"/>
              </a:rPr>
              <a:t> </a:t>
            </a:r>
            <a:r>
              <a:rPr sz="1100" spc="-30" dirty="0">
                <a:latin typeface="Trebuchet MS"/>
                <a:cs typeface="Trebuchet MS"/>
              </a:rPr>
              <a:t>of</a:t>
            </a:r>
            <a:r>
              <a:rPr sz="1100" spc="-100" dirty="0">
                <a:latin typeface="Trebuchet MS"/>
                <a:cs typeface="Trebuchet MS"/>
              </a:rPr>
              <a:t> </a:t>
            </a:r>
            <a:r>
              <a:rPr sz="1100" spc="5" dirty="0">
                <a:latin typeface="Trebuchet MS"/>
                <a:cs typeface="Trebuchet MS"/>
              </a:rPr>
              <a:t>d</a:t>
            </a:r>
            <a:r>
              <a:rPr sz="1100" spc="-10" dirty="0">
                <a:latin typeface="Trebuchet MS"/>
                <a:cs typeface="Trebuchet MS"/>
              </a:rPr>
              <a:t>oi</a:t>
            </a:r>
            <a:r>
              <a:rPr sz="1100" spc="-5" dirty="0">
                <a:latin typeface="Trebuchet MS"/>
                <a:cs typeface="Trebuchet MS"/>
              </a:rPr>
              <a:t>n</a:t>
            </a:r>
            <a:r>
              <a:rPr sz="1100" spc="-20" dirty="0">
                <a:latin typeface="Trebuchet MS"/>
                <a:cs typeface="Trebuchet MS"/>
              </a:rPr>
              <a:t>g</a:t>
            </a:r>
            <a:r>
              <a:rPr sz="1100" spc="-114" dirty="0">
                <a:latin typeface="Trebuchet MS"/>
                <a:cs typeface="Trebuchet MS"/>
              </a:rPr>
              <a:t> </a:t>
            </a:r>
            <a:r>
              <a:rPr sz="1100" spc="-80" dirty="0">
                <a:latin typeface="Trebuchet MS"/>
                <a:cs typeface="Trebuchet MS"/>
              </a:rPr>
              <a:t>t</a:t>
            </a:r>
            <a:r>
              <a:rPr sz="1100" spc="5" dirty="0">
                <a:latin typeface="Trebuchet MS"/>
                <a:cs typeface="Trebuchet MS"/>
              </a:rPr>
              <a:t>h</a:t>
            </a:r>
            <a:r>
              <a:rPr sz="1100" spc="-25" dirty="0">
                <a:latin typeface="Trebuchet MS"/>
                <a:cs typeface="Trebuchet MS"/>
              </a:rPr>
              <a:t>in</a:t>
            </a:r>
            <a:r>
              <a:rPr sz="1100" spc="-20" dirty="0">
                <a:latin typeface="Trebuchet MS"/>
                <a:cs typeface="Trebuchet MS"/>
              </a:rPr>
              <a:t>g</a:t>
            </a:r>
            <a:r>
              <a:rPr sz="1100" spc="90" dirty="0">
                <a:latin typeface="Trebuchet MS"/>
                <a:cs typeface="Trebuchet MS"/>
              </a:rPr>
              <a:t>s</a:t>
            </a:r>
            <a:r>
              <a:rPr sz="1100" spc="-125" dirty="0">
                <a:latin typeface="Trebuchet MS"/>
                <a:cs typeface="Trebuchet MS"/>
              </a:rPr>
              <a:t> </a:t>
            </a:r>
            <a:r>
              <a:rPr sz="1100" spc="-30" dirty="0">
                <a:latin typeface="Trebuchet MS"/>
                <a:cs typeface="Trebuchet MS"/>
              </a:rPr>
              <a:t>e</a:t>
            </a:r>
            <a:r>
              <a:rPr sz="1100" spc="-40" dirty="0">
                <a:latin typeface="Trebuchet MS"/>
                <a:cs typeface="Trebuchet MS"/>
              </a:rPr>
              <a:t>v</a:t>
            </a:r>
            <a:r>
              <a:rPr sz="1100" spc="-30" dirty="0">
                <a:latin typeface="Trebuchet MS"/>
                <a:cs typeface="Trebuchet MS"/>
              </a:rPr>
              <a:t>e</a:t>
            </a:r>
            <a:r>
              <a:rPr sz="1100" spc="-50" dirty="0">
                <a:latin typeface="Trebuchet MS"/>
                <a:cs typeface="Trebuchet MS"/>
              </a:rPr>
              <a:t>r</a:t>
            </a:r>
            <a:r>
              <a:rPr sz="1100" spc="-60" dirty="0">
                <a:latin typeface="Trebuchet MS"/>
                <a:cs typeface="Trebuchet MS"/>
              </a:rPr>
              <a:t>y</a:t>
            </a:r>
            <a:r>
              <a:rPr sz="1100" spc="-125" dirty="0">
                <a:latin typeface="Trebuchet MS"/>
                <a:cs typeface="Trebuchet MS"/>
              </a:rPr>
              <a:t> </a:t>
            </a:r>
            <a:r>
              <a:rPr sz="1100" spc="5" dirty="0">
                <a:latin typeface="Trebuchet MS"/>
                <a:cs typeface="Trebuchet MS"/>
              </a:rPr>
              <a:t>d</a:t>
            </a:r>
            <a:r>
              <a:rPr sz="1100" spc="-25" dirty="0">
                <a:latin typeface="Trebuchet MS"/>
                <a:cs typeface="Trebuchet MS"/>
              </a:rPr>
              <a:t>a</a:t>
            </a:r>
            <a:r>
              <a:rPr sz="1100" spc="-15" dirty="0">
                <a:latin typeface="Trebuchet MS"/>
                <a:cs typeface="Trebuchet MS"/>
              </a:rPr>
              <a:t>y</a:t>
            </a:r>
            <a:r>
              <a:rPr sz="1100" spc="-90" dirty="0">
                <a:latin typeface="Trebuchet MS"/>
                <a:cs typeface="Trebuchet MS"/>
              </a:rPr>
              <a:t>.</a:t>
            </a:r>
            <a:endParaRPr sz="11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470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100" b="1" spc="-15" dirty="0">
                <a:latin typeface="Trebuchet MS"/>
                <a:cs typeface="Trebuchet MS"/>
              </a:rPr>
              <a:t>Example:</a:t>
            </a:r>
            <a:r>
              <a:rPr sz="1100" b="1" spc="-130" dirty="0">
                <a:latin typeface="Trebuchet MS"/>
                <a:cs typeface="Trebuchet MS"/>
              </a:rPr>
              <a:t> </a:t>
            </a:r>
            <a:r>
              <a:rPr sz="1100" spc="-5" dirty="0">
                <a:latin typeface="Trebuchet MS"/>
                <a:cs typeface="Trebuchet MS"/>
              </a:rPr>
              <a:t>Having</a:t>
            </a:r>
            <a:r>
              <a:rPr sz="1100" spc="-110" dirty="0">
                <a:latin typeface="Trebuchet MS"/>
                <a:cs typeface="Trebuchet MS"/>
              </a:rPr>
              <a:t> </a:t>
            </a:r>
            <a:r>
              <a:rPr sz="1100" spc="5" dirty="0">
                <a:latin typeface="Trebuchet MS"/>
                <a:cs typeface="Trebuchet MS"/>
              </a:rPr>
              <a:t>a</a:t>
            </a:r>
            <a:r>
              <a:rPr sz="1100" spc="-100" dirty="0">
                <a:latin typeface="Trebuchet MS"/>
                <a:cs typeface="Trebuchet MS"/>
              </a:rPr>
              <a:t> </a:t>
            </a:r>
            <a:r>
              <a:rPr sz="1100" spc="-30" dirty="0">
                <a:latin typeface="Trebuchet MS"/>
                <a:cs typeface="Trebuchet MS"/>
              </a:rPr>
              <a:t>daily</a:t>
            </a:r>
            <a:r>
              <a:rPr sz="1100" spc="-114" dirty="0">
                <a:latin typeface="Trebuchet MS"/>
                <a:cs typeface="Trebuchet MS"/>
              </a:rPr>
              <a:t> </a:t>
            </a:r>
            <a:r>
              <a:rPr sz="1100" spc="-30" dirty="0">
                <a:latin typeface="Trebuchet MS"/>
                <a:cs typeface="Trebuchet MS"/>
              </a:rPr>
              <a:t>routine</a:t>
            </a:r>
            <a:r>
              <a:rPr sz="1100" spc="-130" dirty="0">
                <a:latin typeface="Trebuchet MS"/>
                <a:cs typeface="Trebuchet MS"/>
              </a:rPr>
              <a:t> </a:t>
            </a:r>
            <a:r>
              <a:rPr sz="1100" spc="5" dirty="0">
                <a:latin typeface="Trebuchet MS"/>
                <a:cs typeface="Trebuchet MS"/>
              </a:rPr>
              <a:t>helps</a:t>
            </a:r>
            <a:r>
              <a:rPr sz="1100" spc="-110" dirty="0">
                <a:latin typeface="Trebuchet MS"/>
                <a:cs typeface="Trebuchet MS"/>
              </a:rPr>
              <a:t> </a:t>
            </a:r>
            <a:r>
              <a:rPr sz="1100" spc="-5" dirty="0">
                <a:latin typeface="Trebuchet MS"/>
                <a:cs typeface="Trebuchet MS"/>
              </a:rPr>
              <a:t>you</a:t>
            </a:r>
            <a:r>
              <a:rPr sz="1100" spc="-114" dirty="0">
                <a:latin typeface="Trebuchet MS"/>
                <a:cs typeface="Trebuchet MS"/>
              </a:rPr>
              <a:t> </a:t>
            </a:r>
            <a:r>
              <a:rPr sz="1100" spc="-10" dirty="0">
                <a:latin typeface="Trebuchet MS"/>
                <a:cs typeface="Trebuchet MS"/>
              </a:rPr>
              <a:t>stay</a:t>
            </a:r>
            <a:r>
              <a:rPr sz="1100" spc="-114" dirty="0">
                <a:latin typeface="Trebuchet MS"/>
                <a:cs typeface="Trebuchet MS"/>
              </a:rPr>
              <a:t> </a:t>
            </a:r>
            <a:r>
              <a:rPr sz="1100" spc="5" dirty="0">
                <a:latin typeface="Trebuchet MS"/>
                <a:cs typeface="Trebuchet MS"/>
              </a:rPr>
              <a:t>focused</a:t>
            </a:r>
            <a:r>
              <a:rPr sz="1100" spc="-110" dirty="0">
                <a:latin typeface="Trebuchet MS"/>
                <a:cs typeface="Trebuchet MS"/>
              </a:rPr>
              <a:t> </a:t>
            </a:r>
            <a:r>
              <a:rPr sz="1100" spc="5" dirty="0">
                <a:latin typeface="Trebuchet MS"/>
                <a:cs typeface="Trebuchet MS"/>
              </a:rPr>
              <a:t>and</a:t>
            </a:r>
            <a:r>
              <a:rPr sz="1100" spc="-110" dirty="0">
                <a:latin typeface="Trebuchet MS"/>
                <a:cs typeface="Trebuchet MS"/>
              </a:rPr>
              <a:t> </a:t>
            </a:r>
            <a:r>
              <a:rPr sz="1100" spc="-30" dirty="0">
                <a:latin typeface="Trebuchet MS"/>
                <a:cs typeface="Trebuchet MS"/>
              </a:rPr>
              <a:t>productive.</a:t>
            </a:r>
            <a:endParaRPr sz="11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Arial MT"/>
              <a:buChar char="•"/>
            </a:pPr>
            <a:endParaRPr sz="19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100" b="1" spc="10" dirty="0">
                <a:latin typeface="Trebuchet MS"/>
                <a:cs typeface="Trebuchet MS"/>
              </a:rPr>
              <a:t>Workspace</a:t>
            </a:r>
            <a:endParaRPr sz="11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470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100" b="1" spc="-5" dirty="0">
                <a:latin typeface="Trebuchet MS"/>
                <a:cs typeface="Trebuchet MS"/>
              </a:rPr>
              <a:t>Defi</a:t>
            </a:r>
            <a:r>
              <a:rPr sz="1100" b="1" spc="-35" dirty="0">
                <a:latin typeface="Trebuchet MS"/>
                <a:cs typeface="Trebuchet MS"/>
              </a:rPr>
              <a:t>ni</a:t>
            </a:r>
            <a:r>
              <a:rPr sz="1100" b="1" spc="-30" dirty="0">
                <a:latin typeface="Trebuchet MS"/>
                <a:cs typeface="Trebuchet MS"/>
              </a:rPr>
              <a:t>t</a:t>
            </a:r>
            <a:r>
              <a:rPr sz="1100" b="1" spc="-35" dirty="0">
                <a:latin typeface="Trebuchet MS"/>
                <a:cs typeface="Trebuchet MS"/>
              </a:rPr>
              <a:t>i</a:t>
            </a:r>
            <a:r>
              <a:rPr sz="1100" b="1" spc="10" dirty="0">
                <a:latin typeface="Trebuchet MS"/>
                <a:cs typeface="Trebuchet MS"/>
              </a:rPr>
              <a:t>o</a:t>
            </a:r>
            <a:r>
              <a:rPr sz="1100" b="1" spc="-60" dirty="0">
                <a:latin typeface="Trebuchet MS"/>
                <a:cs typeface="Trebuchet MS"/>
              </a:rPr>
              <a:t>n</a:t>
            </a:r>
            <a:r>
              <a:rPr sz="1100" b="1" spc="-35" dirty="0">
                <a:latin typeface="Trebuchet MS"/>
                <a:cs typeface="Trebuchet MS"/>
              </a:rPr>
              <a:t>:</a:t>
            </a:r>
            <a:r>
              <a:rPr sz="1100" b="1" spc="-150" dirty="0">
                <a:latin typeface="Trebuchet MS"/>
                <a:cs typeface="Trebuchet MS"/>
              </a:rPr>
              <a:t> </a:t>
            </a:r>
            <a:r>
              <a:rPr sz="1100" spc="-45" dirty="0">
                <a:latin typeface="Trebuchet MS"/>
                <a:cs typeface="Trebuchet MS"/>
              </a:rPr>
              <a:t>The</a:t>
            </a:r>
            <a:r>
              <a:rPr sz="1100" spc="-110" dirty="0">
                <a:latin typeface="Trebuchet MS"/>
                <a:cs typeface="Trebuchet MS"/>
              </a:rPr>
              <a:t> </a:t>
            </a:r>
            <a:r>
              <a:rPr sz="1100" spc="5" dirty="0">
                <a:latin typeface="Trebuchet MS"/>
                <a:cs typeface="Trebuchet MS"/>
              </a:rPr>
              <a:t>p</a:t>
            </a:r>
            <a:r>
              <a:rPr sz="1100" spc="-10" dirty="0">
                <a:latin typeface="Trebuchet MS"/>
                <a:cs typeface="Trebuchet MS"/>
              </a:rPr>
              <a:t>lac</a:t>
            </a:r>
            <a:r>
              <a:rPr sz="1100" spc="-5" dirty="0">
                <a:latin typeface="Trebuchet MS"/>
                <a:cs typeface="Trebuchet MS"/>
              </a:rPr>
              <a:t>e</a:t>
            </a:r>
            <a:r>
              <a:rPr sz="1100" spc="-135" dirty="0">
                <a:latin typeface="Trebuchet MS"/>
                <a:cs typeface="Trebuchet MS"/>
              </a:rPr>
              <a:t> </a:t>
            </a:r>
            <a:r>
              <a:rPr sz="1100" spc="-30" dirty="0">
                <a:latin typeface="Trebuchet MS"/>
                <a:cs typeface="Trebuchet MS"/>
              </a:rPr>
              <a:t>w</a:t>
            </a:r>
            <a:r>
              <a:rPr sz="1100" spc="5" dirty="0">
                <a:latin typeface="Trebuchet MS"/>
                <a:cs typeface="Trebuchet MS"/>
              </a:rPr>
              <a:t>h</a:t>
            </a:r>
            <a:r>
              <a:rPr sz="1100" spc="-30" dirty="0">
                <a:latin typeface="Trebuchet MS"/>
                <a:cs typeface="Trebuchet MS"/>
              </a:rPr>
              <a:t>e</a:t>
            </a:r>
            <a:r>
              <a:rPr sz="1100" spc="-40" dirty="0">
                <a:latin typeface="Trebuchet MS"/>
                <a:cs typeface="Trebuchet MS"/>
              </a:rPr>
              <a:t>r</a:t>
            </a:r>
            <a:r>
              <a:rPr sz="1100" spc="-45" dirty="0">
                <a:latin typeface="Trebuchet MS"/>
                <a:cs typeface="Trebuchet MS"/>
              </a:rPr>
              <a:t>e</a:t>
            </a:r>
            <a:r>
              <a:rPr sz="1100" spc="-120" dirty="0">
                <a:latin typeface="Trebuchet MS"/>
                <a:cs typeface="Trebuchet MS"/>
              </a:rPr>
              <a:t> </a:t>
            </a:r>
            <a:r>
              <a:rPr sz="1100" spc="-45" dirty="0">
                <a:latin typeface="Trebuchet MS"/>
                <a:cs typeface="Trebuchet MS"/>
              </a:rPr>
              <a:t>y</a:t>
            </a:r>
            <a:r>
              <a:rPr sz="1100" spc="15" dirty="0">
                <a:latin typeface="Trebuchet MS"/>
                <a:cs typeface="Trebuchet MS"/>
              </a:rPr>
              <a:t>ou</a:t>
            </a:r>
            <a:r>
              <a:rPr sz="1100" spc="-120" dirty="0">
                <a:latin typeface="Trebuchet MS"/>
                <a:cs typeface="Trebuchet MS"/>
              </a:rPr>
              <a:t> </a:t>
            </a:r>
            <a:r>
              <a:rPr sz="1100" spc="-30" dirty="0">
                <a:latin typeface="Trebuchet MS"/>
                <a:cs typeface="Trebuchet MS"/>
              </a:rPr>
              <a:t>w</a:t>
            </a:r>
            <a:r>
              <a:rPr sz="1100" spc="-20" dirty="0">
                <a:latin typeface="Trebuchet MS"/>
                <a:cs typeface="Trebuchet MS"/>
              </a:rPr>
              <a:t>or</a:t>
            </a:r>
            <a:r>
              <a:rPr sz="1100" spc="-55" dirty="0">
                <a:latin typeface="Trebuchet MS"/>
                <a:cs typeface="Trebuchet MS"/>
              </a:rPr>
              <a:t>k.</a:t>
            </a:r>
            <a:endParaRPr sz="11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470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100" b="1" spc="-15" dirty="0">
                <a:latin typeface="Trebuchet MS"/>
                <a:cs typeface="Trebuchet MS"/>
              </a:rPr>
              <a:t>Example:</a:t>
            </a:r>
            <a:r>
              <a:rPr sz="1100" b="1" spc="-135" dirty="0">
                <a:latin typeface="Trebuchet MS"/>
                <a:cs typeface="Trebuchet MS"/>
              </a:rPr>
              <a:t> </a:t>
            </a:r>
            <a:r>
              <a:rPr sz="1100" spc="-30" dirty="0">
                <a:latin typeface="Trebuchet MS"/>
                <a:cs typeface="Trebuchet MS"/>
              </a:rPr>
              <a:t>It’s</a:t>
            </a:r>
            <a:r>
              <a:rPr sz="1100" spc="-105" dirty="0">
                <a:latin typeface="Trebuchet MS"/>
                <a:cs typeface="Trebuchet MS"/>
              </a:rPr>
              <a:t> </a:t>
            </a:r>
            <a:r>
              <a:rPr sz="1100" spc="-25" dirty="0">
                <a:latin typeface="Trebuchet MS"/>
                <a:cs typeface="Trebuchet MS"/>
              </a:rPr>
              <a:t>important</a:t>
            </a:r>
            <a:r>
              <a:rPr sz="1100" spc="-150" dirty="0">
                <a:latin typeface="Trebuchet MS"/>
                <a:cs typeface="Trebuchet MS"/>
              </a:rPr>
              <a:t> </a:t>
            </a:r>
            <a:r>
              <a:rPr sz="1100" spc="-35" dirty="0">
                <a:latin typeface="Trebuchet MS"/>
                <a:cs typeface="Trebuchet MS"/>
              </a:rPr>
              <a:t>to</a:t>
            </a:r>
            <a:r>
              <a:rPr sz="1100" spc="-105" dirty="0">
                <a:latin typeface="Trebuchet MS"/>
                <a:cs typeface="Trebuchet MS"/>
              </a:rPr>
              <a:t> </a:t>
            </a:r>
            <a:r>
              <a:rPr sz="1100" spc="-15" dirty="0">
                <a:latin typeface="Trebuchet MS"/>
                <a:cs typeface="Trebuchet MS"/>
              </a:rPr>
              <a:t>have</a:t>
            </a:r>
            <a:r>
              <a:rPr sz="1100" spc="-105" dirty="0">
                <a:latin typeface="Trebuchet MS"/>
                <a:cs typeface="Trebuchet MS"/>
              </a:rPr>
              <a:t> </a:t>
            </a:r>
            <a:r>
              <a:rPr sz="1100" spc="5" dirty="0">
                <a:latin typeface="Trebuchet MS"/>
                <a:cs typeface="Trebuchet MS"/>
              </a:rPr>
              <a:t>a</a:t>
            </a:r>
            <a:r>
              <a:rPr sz="1100" spc="-110" dirty="0">
                <a:latin typeface="Trebuchet MS"/>
                <a:cs typeface="Trebuchet MS"/>
              </a:rPr>
              <a:t> </a:t>
            </a:r>
            <a:r>
              <a:rPr sz="1100" spc="-30" dirty="0">
                <a:latin typeface="Trebuchet MS"/>
                <a:cs typeface="Trebuchet MS"/>
              </a:rPr>
              <a:t>quiet</a:t>
            </a:r>
            <a:r>
              <a:rPr sz="1100" spc="-125" dirty="0">
                <a:latin typeface="Trebuchet MS"/>
                <a:cs typeface="Trebuchet MS"/>
              </a:rPr>
              <a:t> </a:t>
            </a:r>
            <a:r>
              <a:rPr sz="1100" dirty="0">
                <a:latin typeface="Trebuchet MS"/>
                <a:cs typeface="Trebuchet MS"/>
              </a:rPr>
              <a:t>workspace</a:t>
            </a:r>
            <a:r>
              <a:rPr sz="1100" spc="-145" dirty="0">
                <a:latin typeface="Trebuchet MS"/>
                <a:cs typeface="Trebuchet MS"/>
              </a:rPr>
              <a:t> </a:t>
            </a:r>
            <a:r>
              <a:rPr sz="1100" spc="-15" dirty="0">
                <a:latin typeface="Trebuchet MS"/>
                <a:cs typeface="Trebuchet MS"/>
              </a:rPr>
              <a:t>when</a:t>
            </a:r>
            <a:r>
              <a:rPr sz="1100" spc="-100" dirty="0">
                <a:latin typeface="Trebuchet MS"/>
                <a:cs typeface="Trebuchet MS"/>
              </a:rPr>
              <a:t> </a:t>
            </a:r>
            <a:r>
              <a:rPr sz="1100" spc="-5" dirty="0">
                <a:latin typeface="Trebuchet MS"/>
                <a:cs typeface="Trebuchet MS"/>
              </a:rPr>
              <a:t>you</a:t>
            </a:r>
            <a:r>
              <a:rPr sz="1100" spc="-114" dirty="0">
                <a:latin typeface="Trebuchet MS"/>
                <a:cs typeface="Trebuchet MS"/>
              </a:rPr>
              <a:t> </a:t>
            </a:r>
            <a:r>
              <a:rPr sz="1100" spc="-25" dirty="0">
                <a:latin typeface="Trebuchet MS"/>
                <a:cs typeface="Trebuchet MS"/>
              </a:rPr>
              <a:t>work</a:t>
            </a:r>
            <a:r>
              <a:rPr sz="1100" spc="-110" dirty="0">
                <a:latin typeface="Trebuchet MS"/>
                <a:cs typeface="Trebuchet MS"/>
              </a:rPr>
              <a:t> </a:t>
            </a:r>
            <a:r>
              <a:rPr sz="1100" spc="-25" dirty="0">
                <a:latin typeface="Trebuchet MS"/>
                <a:cs typeface="Trebuchet MS"/>
              </a:rPr>
              <a:t>from</a:t>
            </a:r>
            <a:r>
              <a:rPr sz="1100" spc="-120" dirty="0">
                <a:latin typeface="Trebuchet MS"/>
                <a:cs typeface="Trebuchet MS"/>
              </a:rPr>
              <a:t> </a:t>
            </a:r>
            <a:r>
              <a:rPr sz="1100" spc="-15" dirty="0">
                <a:latin typeface="Trebuchet MS"/>
                <a:cs typeface="Trebuchet MS"/>
              </a:rPr>
              <a:t>home.</a:t>
            </a:r>
            <a:endParaRPr sz="11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0739" y="1231773"/>
            <a:ext cx="486473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5" dirty="0"/>
              <a:t>Co</a:t>
            </a:r>
            <a:r>
              <a:rPr sz="4000" spc="-50" dirty="0"/>
              <a:t>n</a:t>
            </a:r>
            <a:r>
              <a:rPr sz="4000" spc="-275" dirty="0"/>
              <a:t>v</a:t>
            </a:r>
            <a:r>
              <a:rPr sz="4000" spc="-315" dirty="0"/>
              <a:t>e</a:t>
            </a:r>
            <a:r>
              <a:rPr sz="4000" spc="-254" dirty="0"/>
              <a:t>r</a:t>
            </a:r>
            <a:r>
              <a:rPr sz="4000" spc="35" dirty="0"/>
              <a:t>s</a:t>
            </a:r>
            <a:r>
              <a:rPr sz="4000" spc="5" dirty="0"/>
              <a:t>a</a:t>
            </a:r>
            <a:r>
              <a:rPr sz="4000" spc="-235" dirty="0"/>
              <a:t>tion</a:t>
            </a:r>
            <a:r>
              <a:rPr sz="4000" spc="-420" dirty="0"/>
              <a:t> </a:t>
            </a:r>
            <a:r>
              <a:rPr sz="4000" spc="-80" dirty="0"/>
              <a:t>que</a:t>
            </a:r>
            <a:r>
              <a:rPr sz="4000" spc="-85" dirty="0"/>
              <a:t>s</a:t>
            </a:r>
            <a:r>
              <a:rPr sz="4000" spc="-145" dirty="0"/>
              <a:t>tions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840739" y="2377567"/>
            <a:ext cx="5170170" cy="3608704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241300" marR="140335" indent="-228600">
              <a:lnSpc>
                <a:spcPts val="1400"/>
              </a:lnSpc>
              <a:spcBef>
                <a:spcPts val="275"/>
              </a:spcBef>
              <a:buFont typeface="Arial MT"/>
              <a:buChar char="•"/>
              <a:tabLst>
                <a:tab pos="274320" algn="l"/>
                <a:tab pos="274955" algn="l"/>
              </a:tabLst>
            </a:pPr>
            <a:r>
              <a:rPr dirty="0"/>
              <a:t>	</a:t>
            </a:r>
            <a:r>
              <a:rPr sz="1300" spc="10" dirty="0">
                <a:latin typeface="Trebuchet MS"/>
                <a:cs typeface="Trebuchet MS"/>
              </a:rPr>
              <a:t>How</a:t>
            </a:r>
            <a:r>
              <a:rPr sz="1300" spc="-130" dirty="0">
                <a:latin typeface="Trebuchet MS"/>
                <a:cs typeface="Trebuchet MS"/>
              </a:rPr>
              <a:t> </a:t>
            </a:r>
            <a:r>
              <a:rPr sz="1300" spc="10" dirty="0">
                <a:latin typeface="Trebuchet MS"/>
                <a:cs typeface="Trebuchet MS"/>
              </a:rPr>
              <a:t>do</a:t>
            </a:r>
            <a:r>
              <a:rPr sz="1300" spc="-140" dirty="0">
                <a:latin typeface="Trebuchet MS"/>
                <a:cs typeface="Trebuchet MS"/>
              </a:rPr>
              <a:t> </a:t>
            </a:r>
            <a:r>
              <a:rPr sz="1300" spc="-15" dirty="0">
                <a:latin typeface="Trebuchet MS"/>
                <a:cs typeface="Trebuchet MS"/>
              </a:rPr>
              <a:t>you</a:t>
            </a:r>
            <a:r>
              <a:rPr sz="1300" spc="-130" dirty="0">
                <a:latin typeface="Trebuchet MS"/>
                <a:cs typeface="Trebuchet MS"/>
              </a:rPr>
              <a:t> </a:t>
            </a:r>
            <a:r>
              <a:rPr sz="1300" spc="-35" dirty="0">
                <a:latin typeface="Trebuchet MS"/>
                <a:cs typeface="Trebuchet MS"/>
              </a:rPr>
              <a:t>think</a:t>
            </a:r>
            <a:r>
              <a:rPr sz="1300" spc="-140" dirty="0">
                <a:latin typeface="Trebuchet MS"/>
                <a:cs typeface="Trebuchet MS"/>
              </a:rPr>
              <a:t> </a:t>
            </a:r>
            <a:r>
              <a:rPr sz="1300" spc="-15" dirty="0">
                <a:latin typeface="Trebuchet MS"/>
                <a:cs typeface="Trebuchet MS"/>
              </a:rPr>
              <a:t>people</a:t>
            </a:r>
            <a:r>
              <a:rPr sz="1300" spc="-145" dirty="0">
                <a:latin typeface="Trebuchet MS"/>
                <a:cs typeface="Trebuchet MS"/>
              </a:rPr>
              <a:t> </a:t>
            </a:r>
            <a:r>
              <a:rPr sz="1300" spc="10" dirty="0">
                <a:latin typeface="Trebuchet MS"/>
                <a:cs typeface="Trebuchet MS"/>
              </a:rPr>
              <a:t>can</a:t>
            </a:r>
            <a:r>
              <a:rPr sz="1300" spc="-120" dirty="0">
                <a:latin typeface="Trebuchet MS"/>
                <a:cs typeface="Trebuchet MS"/>
              </a:rPr>
              <a:t> </a:t>
            </a:r>
            <a:r>
              <a:rPr sz="1300" spc="-25" dirty="0">
                <a:latin typeface="Trebuchet MS"/>
                <a:cs typeface="Trebuchet MS"/>
              </a:rPr>
              <a:t>avoid</a:t>
            </a:r>
            <a:r>
              <a:rPr sz="1300" spc="-135" dirty="0">
                <a:latin typeface="Trebuchet MS"/>
                <a:cs typeface="Trebuchet MS"/>
              </a:rPr>
              <a:t> </a:t>
            </a:r>
            <a:r>
              <a:rPr sz="1300" spc="-40" dirty="0">
                <a:latin typeface="Trebuchet MS"/>
                <a:cs typeface="Trebuchet MS"/>
              </a:rPr>
              <a:t>feeling</a:t>
            </a:r>
            <a:r>
              <a:rPr sz="1300" spc="-145" dirty="0">
                <a:latin typeface="Trebuchet MS"/>
                <a:cs typeface="Trebuchet MS"/>
              </a:rPr>
              <a:t> </a:t>
            </a:r>
            <a:r>
              <a:rPr sz="1300" spc="-20" dirty="0">
                <a:latin typeface="Trebuchet MS"/>
                <a:cs typeface="Trebuchet MS"/>
              </a:rPr>
              <a:t>isolation</a:t>
            </a:r>
            <a:r>
              <a:rPr sz="1300" spc="-120" dirty="0">
                <a:latin typeface="Trebuchet MS"/>
                <a:cs typeface="Trebuchet MS"/>
              </a:rPr>
              <a:t> </a:t>
            </a:r>
            <a:r>
              <a:rPr sz="1300" spc="-15" dirty="0">
                <a:latin typeface="Trebuchet MS"/>
                <a:cs typeface="Trebuchet MS"/>
              </a:rPr>
              <a:t>when</a:t>
            </a:r>
            <a:r>
              <a:rPr sz="1300" spc="-135" dirty="0">
                <a:latin typeface="Trebuchet MS"/>
                <a:cs typeface="Trebuchet MS"/>
              </a:rPr>
              <a:t> </a:t>
            </a:r>
            <a:r>
              <a:rPr sz="1300" spc="-45" dirty="0">
                <a:latin typeface="Trebuchet MS"/>
                <a:cs typeface="Trebuchet MS"/>
              </a:rPr>
              <a:t>they</a:t>
            </a:r>
            <a:r>
              <a:rPr sz="1300" spc="-140" dirty="0">
                <a:latin typeface="Trebuchet MS"/>
                <a:cs typeface="Trebuchet MS"/>
              </a:rPr>
              <a:t> </a:t>
            </a:r>
            <a:r>
              <a:rPr sz="1300" spc="-35" dirty="0">
                <a:latin typeface="Trebuchet MS"/>
                <a:cs typeface="Trebuchet MS"/>
              </a:rPr>
              <a:t>work </a:t>
            </a:r>
            <a:r>
              <a:rPr sz="1300" spc="-375" dirty="0">
                <a:latin typeface="Trebuchet MS"/>
                <a:cs typeface="Trebuchet MS"/>
              </a:rPr>
              <a:t> </a:t>
            </a:r>
            <a:r>
              <a:rPr sz="1300" spc="-35" dirty="0">
                <a:latin typeface="Trebuchet MS"/>
                <a:cs typeface="Trebuchet MS"/>
              </a:rPr>
              <a:t>from</a:t>
            </a:r>
            <a:r>
              <a:rPr sz="1300" spc="-150" dirty="0">
                <a:latin typeface="Trebuchet MS"/>
                <a:cs typeface="Trebuchet MS"/>
              </a:rPr>
              <a:t> </a:t>
            </a:r>
            <a:r>
              <a:rPr sz="1300" spc="30" dirty="0">
                <a:latin typeface="Trebuchet MS"/>
                <a:cs typeface="Trebuchet MS"/>
              </a:rPr>
              <a:t>home?</a:t>
            </a:r>
            <a:endParaRPr sz="1300">
              <a:latin typeface="Trebuchet MS"/>
              <a:cs typeface="Trebuchet MS"/>
            </a:endParaRPr>
          </a:p>
          <a:p>
            <a:pPr marL="241300" marR="691515" indent="-228600">
              <a:lnSpc>
                <a:spcPts val="1400"/>
              </a:lnSpc>
              <a:spcBef>
                <a:spcPts val="1005"/>
              </a:spcBef>
              <a:buFont typeface="Arial MT"/>
              <a:buChar char="•"/>
              <a:tabLst>
                <a:tab pos="274320" algn="l"/>
                <a:tab pos="274955" algn="l"/>
              </a:tabLst>
            </a:pPr>
            <a:r>
              <a:rPr dirty="0"/>
              <a:t>	</a:t>
            </a:r>
            <a:r>
              <a:rPr sz="1300" spc="-20" dirty="0">
                <a:latin typeface="Trebuchet MS"/>
                <a:cs typeface="Trebuchet MS"/>
              </a:rPr>
              <a:t>What</a:t>
            </a:r>
            <a:r>
              <a:rPr sz="1300" spc="-120" dirty="0">
                <a:latin typeface="Trebuchet MS"/>
                <a:cs typeface="Trebuchet MS"/>
              </a:rPr>
              <a:t> </a:t>
            </a:r>
            <a:r>
              <a:rPr sz="1300" spc="10" dirty="0">
                <a:latin typeface="Trebuchet MS"/>
                <a:cs typeface="Trebuchet MS"/>
              </a:rPr>
              <a:t>can</a:t>
            </a:r>
            <a:r>
              <a:rPr sz="1300" spc="-125" dirty="0">
                <a:latin typeface="Trebuchet MS"/>
                <a:cs typeface="Trebuchet MS"/>
              </a:rPr>
              <a:t> </a:t>
            </a:r>
            <a:r>
              <a:rPr sz="1300" spc="-15" dirty="0">
                <a:latin typeface="Trebuchet MS"/>
                <a:cs typeface="Trebuchet MS"/>
              </a:rPr>
              <a:t>you</a:t>
            </a:r>
            <a:r>
              <a:rPr sz="1300" spc="-130" dirty="0">
                <a:latin typeface="Trebuchet MS"/>
                <a:cs typeface="Trebuchet MS"/>
              </a:rPr>
              <a:t> </a:t>
            </a:r>
            <a:r>
              <a:rPr sz="1300" spc="10" dirty="0">
                <a:latin typeface="Trebuchet MS"/>
                <a:cs typeface="Trebuchet MS"/>
              </a:rPr>
              <a:t>do</a:t>
            </a:r>
            <a:r>
              <a:rPr sz="1300" spc="-150" dirty="0">
                <a:latin typeface="Trebuchet MS"/>
                <a:cs typeface="Trebuchet MS"/>
              </a:rPr>
              <a:t> </a:t>
            </a:r>
            <a:r>
              <a:rPr sz="1300" spc="-50" dirty="0">
                <a:latin typeface="Trebuchet MS"/>
                <a:cs typeface="Trebuchet MS"/>
              </a:rPr>
              <a:t>to</a:t>
            </a:r>
            <a:r>
              <a:rPr sz="1300" spc="-120" dirty="0">
                <a:latin typeface="Trebuchet MS"/>
                <a:cs typeface="Trebuchet MS"/>
              </a:rPr>
              <a:t> </a:t>
            </a:r>
            <a:r>
              <a:rPr sz="1300" spc="-30" dirty="0">
                <a:latin typeface="Trebuchet MS"/>
                <a:cs typeface="Trebuchet MS"/>
              </a:rPr>
              <a:t>improve</a:t>
            </a:r>
            <a:r>
              <a:rPr sz="1300" spc="-130" dirty="0">
                <a:latin typeface="Trebuchet MS"/>
                <a:cs typeface="Trebuchet MS"/>
              </a:rPr>
              <a:t> </a:t>
            </a:r>
            <a:r>
              <a:rPr sz="1300" spc="-30" dirty="0">
                <a:latin typeface="Trebuchet MS"/>
                <a:cs typeface="Trebuchet MS"/>
              </a:rPr>
              <a:t>your</a:t>
            </a:r>
            <a:r>
              <a:rPr sz="1300" spc="-130" dirty="0">
                <a:latin typeface="Trebuchet MS"/>
                <a:cs typeface="Trebuchet MS"/>
              </a:rPr>
              <a:t> </a:t>
            </a:r>
            <a:r>
              <a:rPr sz="1300" spc="-40" dirty="0">
                <a:latin typeface="Trebuchet MS"/>
                <a:cs typeface="Trebuchet MS"/>
              </a:rPr>
              <a:t>productivity</a:t>
            </a:r>
            <a:r>
              <a:rPr sz="1300" spc="-120" dirty="0">
                <a:latin typeface="Trebuchet MS"/>
                <a:cs typeface="Trebuchet MS"/>
              </a:rPr>
              <a:t> </a:t>
            </a:r>
            <a:r>
              <a:rPr sz="1300" spc="-15" dirty="0">
                <a:latin typeface="Trebuchet MS"/>
                <a:cs typeface="Trebuchet MS"/>
              </a:rPr>
              <a:t>when</a:t>
            </a:r>
            <a:r>
              <a:rPr sz="1300" spc="-135" dirty="0">
                <a:latin typeface="Trebuchet MS"/>
                <a:cs typeface="Trebuchet MS"/>
              </a:rPr>
              <a:t> </a:t>
            </a:r>
            <a:r>
              <a:rPr sz="1300" spc="-30" dirty="0">
                <a:latin typeface="Trebuchet MS"/>
                <a:cs typeface="Trebuchet MS"/>
              </a:rPr>
              <a:t>working </a:t>
            </a:r>
            <a:r>
              <a:rPr sz="1300" spc="-375" dirty="0">
                <a:latin typeface="Trebuchet MS"/>
                <a:cs typeface="Trebuchet MS"/>
              </a:rPr>
              <a:t> </a:t>
            </a:r>
            <a:r>
              <a:rPr sz="1300" spc="-20" dirty="0">
                <a:latin typeface="Trebuchet MS"/>
                <a:cs typeface="Trebuchet MS"/>
              </a:rPr>
              <a:t>remotely?</a:t>
            </a:r>
            <a:endParaRPr sz="1300">
              <a:latin typeface="Trebuchet MS"/>
              <a:cs typeface="Trebuchet MS"/>
            </a:endParaRPr>
          </a:p>
          <a:p>
            <a:pPr marL="241300" marR="111760" indent="-228600">
              <a:lnSpc>
                <a:spcPts val="1400"/>
              </a:lnSpc>
              <a:spcBef>
                <a:spcPts val="1005"/>
              </a:spcBef>
              <a:buFont typeface="Arial MT"/>
              <a:buChar char="•"/>
              <a:tabLst>
                <a:tab pos="274320" algn="l"/>
                <a:tab pos="274955" algn="l"/>
              </a:tabLst>
            </a:pPr>
            <a:r>
              <a:rPr dirty="0"/>
              <a:t>	</a:t>
            </a:r>
            <a:r>
              <a:rPr sz="1300" spc="-20" dirty="0">
                <a:latin typeface="Trebuchet MS"/>
                <a:cs typeface="Trebuchet MS"/>
              </a:rPr>
              <a:t>What</a:t>
            </a:r>
            <a:r>
              <a:rPr sz="1300" spc="-120" dirty="0">
                <a:latin typeface="Trebuchet MS"/>
                <a:cs typeface="Trebuchet MS"/>
              </a:rPr>
              <a:t> </a:t>
            </a:r>
            <a:r>
              <a:rPr sz="1300" spc="20" dirty="0">
                <a:latin typeface="Trebuchet MS"/>
                <a:cs typeface="Trebuchet MS"/>
              </a:rPr>
              <a:t>is</a:t>
            </a:r>
            <a:r>
              <a:rPr sz="1300" spc="-120" dirty="0">
                <a:latin typeface="Trebuchet MS"/>
                <a:cs typeface="Trebuchet MS"/>
              </a:rPr>
              <a:t> </a:t>
            </a:r>
            <a:r>
              <a:rPr sz="1300" spc="-30" dirty="0">
                <a:latin typeface="Trebuchet MS"/>
                <a:cs typeface="Trebuchet MS"/>
              </a:rPr>
              <a:t>your</a:t>
            </a:r>
            <a:r>
              <a:rPr sz="1300" spc="-125" dirty="0">
                <a:latin typeface="Trebuchet MS"/>
                <a:cs typeface="Trebuchet MS"/>
              </a:rPr>
              <a:t> </a:t>
            </a:r>
            <a:r>
              <a:rPr sz="1300" spc="-35" dirty="0">
                <a:latin typeface="Trebuchet MS"/>
                <a:cs typeface="Trebuchet MS"/>
              </a:rPr>
              <a:t>daily</a:t>
            </a:r>
            <a:r>
              <a:rPr sz="1300" spc="-125" dirty="0">
                <a:latin typeface="Trebuchet MS"/>
                <a:cs typeface="Trebuchet MS"/>
              </a:rPr>
              <a:t> </a:t>
            </a:r>
            <a:r>
              <a:rPr sz="1300" spc="-40" dirty="0">
                <a:latin typeface="Trebuchet MS"/>
                <a:cs typeface="Trebuchet MS"/>
              </a:rPr>
              <a:t>routine</a:t>
            </a:r>
            <a:r>
              <a:rPr sz="1300" spc="-135" dirty="0">
                <a:latin typeface="Trebuchet MS"/>
                <a:cs typeface="Trebuchet MS"/>
              </a:rPr>
              <a:t> </a:t>
            </a:r>
            <a:r>
              <a:rPr sz="1300" spc="-15" dirty="0">
                <a:latin typeface="Trebuchet MS"/>
                <a:cs typeface="Trebuchet MS"/>
              </a:rPr>
              <a:t>when</a:t>
            </a:r>
            <a:r>
              <a:rPr sz="1300" spc="-130" dirty="0">
                <a:latin typeface="Trebuchet MS"/>
                <a:cs typeface="Trebuchet MS"/>
              </a:rPr>
              <a:t> </a:t>
            </a:r>
            <a:r>
              <a:rPr sz="1300" spc="-15" dirty="0">
                <a:latin typeface="Trebuchet MS"/>
                <a:cs typeface="Trebuchet MS"/>
              </a:rPr>
              <a:t>you</a:t>
            </a:r>
            <a:r>
              <a:rPr sz="1300" spc="-130" dirty="0">
                <a:latin typeface="Trebuchet MS"/>
                <a:cs typeface="Trebuchet MS"/>
              </a:rPr>
              <a:t> </a:t>
            </a:r>
            <a:r>
              <a:rPr sz="1300" spc="-35" dirty="0">
                <a:latin typeface="Trebuchet MS"/>
                <a:cs typeface="Trebuchet MS"/>
              </a:rPr>
              <a:t>work</a:t>
            </a:r>
            <a:r>
              <a:rPr sz="1300" spc="-125" dirty="0">
                <a:latin typeface="Trebuchet MS"/>
                <a:cs typeface="Trebuchet MS"/>
              </a:rPr>
              <a:t> </a:t>
            </a:r>
            <a:r>
              <a:rPr sz="1300" spc="-30" dirty="0">
                <a:latin typeface="Trebuchet MS"/>
                <a:cs typeface="Trebuchet MS"/>
              </a:rPr>
              <a:t>or</a:t>
            </a:r>
            <a:r>
              <a:rPr sz="1300" spc="-125" dirty="0">
                <a:latin typeface="Trebuchet MS"/>
                <a:cs typeface="Trebuchet MS"/>
              </a:rPr>
              <a:t> </a:t>
            </a:r>
            <a:r>
              <a:rPr sz="1300" spc="15" dirty="0">
                <a:latin typeface="Trebuchet MS"/>
                <a:cs typeface="Trebuchet MS"/>
              </a:rPr>
              <a:t>study?</a:t>
            </a:r>
            <a:r>
              <a:rPr sz="1300" spc="-114" dirty="0">
                <a:latin typeface="Trebuchet MS"/>
                <a:cs typeface="Trebuchet MS"/>
              </a:rPr>
              <a:t> </a:t>
            </a:r>
            <a:r>
              <a:rPr sz="1300" spc="10" dirty="0">
                <a:latin typeface="Trebuchet MS"/>
                <a:cs typeface="Trebuchet MS"/>
              </a:rPr>
              <a:t>How</a:t>
            </a:r>
            <a:r>
              <a:rPr sz="1300" spc="-110" dirty="0">
                <a:latin typeface="Trebuchet MS"/>
                <a:cs typeface="Trebuchet MS"/>
              </a:rPr>
              <a:t> </a:t>
            </a:r>
            <a:r>
              <a:rPr sz="1300" spc="20" dirty="0">
                <a:latin typeface="Trebuchet MS"/>
                <a:cs typeface="Trebuchet MS"/>
              </a:rPr>
              <a:t>does</a:t>
            </a:r>
            <a:r>
              <a:rPr sz="1300" spc="-130" dirty="0">
                <a:latin typeface="Trebuchet MS"/>
                <a:cs typeface="Trebuchet MS"/>
              </a:rPr>
              <a:t> </a:t>
            </a:r>
            <a:r>
              <a:rPr sz="1300" spc="-80" dirty="0">
                <a:latin typeface="Trebuchet MS"/>
                <a:cs typeface="Trebuchet MS"/>
              </a:rPr>
              <a:t>it</a:t>
            </a:r>
            <a:r>
              <a:rPr sz="1300" spc="-120" dirty="0">
                <a:latin typeface="Trebuchet MS"/>
                <a:cs typeface="Trebuchet MS"/>
              </a:rPr>
              <a:t> </a:t>
            </a:r>
            <a:r>
              <a:rPr sz="1300" spc="-20" dirty="0">
                <a:latin typeface="Trebuchet MS"/>
                <a:cs typeface="Trebuchet MS"/>
              </a:rPr>
              <a:t>help </a:t>
            </a:r>
            <a:r>
              <a:rPr sz="1300" spc="-375" dirty="0">
                <a:latin typeface="Trebuchet MS"/>
                <a:cs typeface="Trebuchet MS"/>
              </a:rPr>
              <a:t> </a:t>
            </a:r>
            <a:r>
              <a:rPr sz="1300" spc="30" dirty="0">
                <a:latin typeface="Trebuchet MS"/>
                <a:cs typeface="Trebuchet MS"/>
              </a:rPr>
              <a:t>you?</a:t>
            </a:r>
            <a:endParaRPr sz="1300">
              <a:latin typeface="Trebuchet MS"/>
              <a:cs typeface="Trebuchet MS"/>
            </a:endParaRPr>
          </a:p>
          <a:p>
            <a:pPr marL="241300" marR="335280" indent="-228600">
              <a:lnSpc>
                <a:spcPts val="1400"/>
              </a:lnSpc>
              <a:spcBef>
                <a:spcPts val="1015"/>
              </a:spcBef>
              <a:buFont typeface="Arial MT"/>
              <a:buChar char="•"/>
              <a:tabLst>
                <a:tab pos="274320" algn="l"/>
                <a:tab pos="274955" algn="l"/>
              </a:tabLst>
            </a:pPr>
            <a:r>
              <a:rPr dirty="0"/>
              <a:t>	</a:t>
            </a:r>
            <a:r>
              <a:rPr sz="1300" spc="-20" dirty="0">
                <a:latin typeface="Trebuchet MS"/>
                <a:cs typeface="Trebuchet MS"/>
              </a:rPr>
              <a:t>What</a:t>
            </a:r>
            <a:r>
              <a:rPr sz="1300" spc="-120" dirty="0">
                <a:latin typeface="Trebuchet MS"/>
                <a:cs typeface="Trebuchet MS"/>
              </a:rPr>
              <a:t> </a:t>
            </a:r>
            <a:r>
              <a:rPr sz="1300" spc="-40" dirty="0">
                <a:latin typeface="Trebuchet MS"/>
                <a:cs typeface="Trebuchet MS"/>
              </a:rPr>
              <a:t>are</a:t>
            </a:r>
            <a:r>
              <a:rPr sz="1300" spc="-125" dirty="0">
                <a:latin typeface="Trebuchet MS"/>
                <a:cs typeface="Trebuchet MS"/>
              </a:rPr>
              <a:t> </a:t>
            </a:r>
            <a:r>
              <a:rPr sz="1300" spc="25" dirty="0">
                <a:latin typeface="Trebuchet MS"/>
                <a:cs typeface="Trebuchet MS"/>
              </a:rPr>
              <a:t>some</a:t>
            </a:r>
            <a:r>
              <a:rPr sz="1300" spc="-110" dirty="0">
                <a:latin typeface="Trebuchet MS"/>
                <a:cs typeface="Trebuchet MS"/>
              </a:rPr>
              <a:t> </a:t>
            </a:r>
            <a:r>
              <a:rPr sz="1300" dirty="0">
                <a:latin typeface="Trebuchet MS"/>
                <a:cs typeface="Trebuchet MS"/>
              </a:rPr>
              <a:t>ways</a:t>
            </a:r>
            <a:r>
              <a:rPr sz="1300" spc="-120" dirty="0">
                <a:latin typeface="Trebuchet MS"/>
                <a:cs typeface="Trebuchet MS"/>
              </a:rPr>
              <a:t> </a:t>
            </a:r>
            <a:r>
              <a:rPr sz="1300" spc="-50" dirty="0">
                <a:latin typeface="Trebuchet MS"/>
                <a:cs typeface="Trebuchet MS"/>
              </a:rPr>
              <a:t>to</a:t>
            </a:r>
            <a:r>
              <a:rPr sz="1300" spc="-120" dirty="0">
                <a:latin typeface="Trebuchet MS"/>
                <a:cs typeface="Trebuchet MS"/>
              </a:rPr>
              <a:t> </a:t>
            </a:r>
            <a:r>
              <a:rPr sz="1300" spc="-15" dirty="0">
                <a:latin typeface="Trebuchet MS"/>
                <a:cs typeface="Trebuchet MS"/>
              </a:rPr>
              <a:t>overcome</a:t>
            </a:r>
            <a:r>
              <a:rPr sz="1300" spc="-130" dirty="0">
                <a:latin typeface="Trebuchet MS"/>
                <a:cs typeface="Trebuchet MS"/>
              </a:rPr>
              <a:t> </a:t>
            </a:r>
            <a:r>
              <a:rPr sz="1300" spc="-10" dirty="0">
                <a:latin typeface="Trebuchet MS"/>
                <a:cs typeface="Trebuchet MS"/>
              </a:rPr>
              <a:t>communication</a:t>
            </a:r>
            <a:r>
              <a:rPr sz="1300" spc="-110" dirty="0">
                <a:latin typeface="Trebuchet MS"/>
                <a:cs typeface="Trebuchet MS"/>
              </a:rPr>
              <a:t> </a:t>
            </a:r>
            <a:r>
              <a:rPr sz="1300" spc="-30" dirty="0">
                <a:latin typeface="Trebuchet MS"/>
                <a:cs typeface="Trebuchet MS"/>
              </a:rPr>
              <a:t>barriers</a:t>
            </a:r>
            <a:r>
              <a:rPr sz="1300" spc="-110" dirty="0">
                <a:latin typeface="Trebuchet MS"/>
                <a:cs typeface="Trebuchet MS"/>
              </a:rPr>
              <a:t> </a:t>
            </a:r>
            <a:r>
              <a:rPr sz="1300" spc="-15" dirty="0">
                <a:latin typeface="Trebuchet MS"/>
                <a:cs typeface="Trebuchet MS"/>
              </a:rPr>
              <a:t>when </a:t>
            </a:r>
            <a:r>
              <a:rPr sz="1300" spc="-380" dirty="0">
                <a:latin typeface="Trebuchet MS"/>
                <a:cs typeface="Trebuchet MS"/>
              </a:rPr>
              <a:t> </a:t>
            </a:r>
            <a:r>
              <a:rPr sz="1300" spc="-45" dirty="0">
                <a:latin typeface="Trebuchet MS"/>
                <a:cs typeface="Trebuchet MS"/>
              </a:rPr>
              <a:t>w</a:t>
            </a:r>
            <a:r>
              <a:rPr sz="1300" spc="15" dirty="0">
                <a:latin typeface="Trebuchet MS"/>
                <a:cs typeface="Trebuchet MS"/>
              </a:rPr>
              <a:t>o</a:t>
            </a:r>
            <a:r>
              <a:rPr sz="1300" spc="-50" dirty="0">
                <a:latin typeface="Trebuchet MS"/>
                <a:cs typeface="Trebuchet MS"/>
              </a:rPr>
              <a:t>r</a:t>
            </a:r>
            <a:r>
              <a:rPr sz="1300" spc="-55" dirty="0">
                <a:latin typeface="Trebuchet MS"/>
                <a:cs typeface="Trebuchet MS"/>
              </a:rPr>
              <a:t>k</a:t>
            </a:r>
            <a:r>
              <a:rPr sz="1300" spc="-20" dirty="0">
                <a:latin typeface="Trebuchet MS"/>
                <a:cs typeface="Trebuchet MS"/>
              </a:rPr>
              <a:t>i</a:t>
            </a:r>
            <a:r>
              <a:rPr sz="1300" spc="-35" dirty="0">
                <a:latin typeface="Trebuchet MS"/>
                <a:cs typeface="Trebuchet MS"/>
              </a:rPr>
              <a:t>n</a:t>
            </a:r>
            <a:r>
              <a:rPr sz="1300" spc="-25" dirty="0">
                <a:latin typeface="Trebuchet MS"/>
                <a:cs typeface="Trebuchet MS"/>
              </a:rPr>
              <a:t>g</a:t>
            </a:r>
            <a:r>
              <a:rPr sz="1300" spc="-145" dirty="0">
                <a:latin typeface="Trebuchet MS"/>
                <a:cs typeface="Trebuchet MS"/>
              </a:rPr>
              <a:t> </a:t>
            </a:r>
            <a:r>
              <a:rPr sz="1300" spc="-65" dirty="0">
                <a:latin typeface="Trebuchet MS"/>
                <a:cs typeface="Trebuchet MS"/>
              </a:rPr>
              <a:t>wit</a:t>
            </a:r>
            <a:r>
              <a:rPr sz="1300" dirty="0">
                <a:latin typeface="Trebuchet MS"/>
                <a:cs typeface="Trebuchet MS"/>
              </a:rPr>
              <a:t>h</a:t>
            </a:r>
            <a:r>
              <a:rPr sz="1300" spc="-125" dirty="0">
                <a:latin typeface="Trebuchet MS"/>
                <a:cs typeface="Trebuchet MS"/>
              </a:rPr>
              <a:t> </a:t>
            </a:r>
            <a:r>
              <a:rPr sz="1300" spc="15" dirty="0">
                <a:latin typeface="Trebuchet MS"/>
                <a:cs typeface="Trebuchet MS"/>
              </a:rPr>
              <a:t>o</a:t>
            </a:r>
            <a:r>
              <a:rPr sz="1300" spc="-45" dirty="0">
                <a:latin typeface="Trebuchet MS"/>
                <a:cs typeface="Trebuchet MS"/>
              </a:rPr>
              <a:t>t</a:t>
            </a:r>
            <a:r>
              <a:rPr sz="1300" spc="-50" dirty="0">
                <a:latin typeface="Trebuchet MS"/>
                <a:cs typeface="Trebuchet MS"/>
              </a:rPr>
              <a:t>h</a:t>
            </a:r>
            <a:r>
              <a:rPr sz="1300" spc="-60" dirty="0">
                <a:latin typeface="Trebuchet MS"/>
                <a:cs typeface="Trebuchet MS"/>
              </a:rPr>
              <a:t>er</a:t>
            </a:r>
            <a:r>
              <a:rPr sz="1300" spc="100" dirty="0">
                <a:latin typeface="Trebuchet MS"/>
                <a:cs typeface="Trebuchet MS"/>
              </a:rPr>
              <a:t>s</a:t>
            </a:r>
            <a:r>
              <a:rPr sz="1300" spc="-125" dirty="0">
                <a:latin typeface="Trebuchet MS"/>
                <a:cs typeface="Trebuchet MS"/>
              </a:rPr>
              <a:t> </a:t>
            </a:r>
            <a:r>
              <a:rPr sz="1300" spc="15" dirty="0">
                <a:latin typeface="Trebuchet MS"/>
                <a:cs typeface="Trebuchet MS"/>
              </a:rPr>
              <a:t>o</a:t>
            </a:r>
            <a:r>
              <a:rPr sz="1300" dirty="0">
                <a:latin typeface="Trebuchet MS"/>
                <a:cs typeface="Trebuchet MS"/>
              </a:rPr>
              <a:t>n</a:t>
            </a:r>
            <a:r>
              <a:rPr sz="1300" spc="-35" dirty="0">
                <a:latin typeface="Trebuchet MS"/>
                <a:cs typeface="Trebuchet MS"/>
              </a:rPr>
              <a:t>li</a:t>
            </a:r>
            <a:r>
              <a:rPr sz="1300" spc="-50" dirty="0">
                <a:latin typeface="Trebuchet MS"/>
                <a:cs typeface="Trebuchet MS"/>
              </a:rPr>
              <a:t>n</a:t>
            </a:r>
            <a:r>
              <a:rPr sz="1300" spc="-65" dirty="0">
                <a:latin typeface="Trebuchet MS"/>
                <a:cs typeface="Trebuchet MS"/>
              </a:rPr>
              <a:t>e</a:t>
            </a:r>
            <a:r>
              <a:rPr sz="1300" spc="170" dirty="0">
                <a:latin typeface="Trebuchet MS"/>
                <a:cs typeface="Trebuchet MS"/>
              </a:rPr>
              <a:t>?</a:t>
            </a:r>
            <a:endParaRPr sz="1300">
              <a:latin typeface="Trebuchet MS"/>
              <a:cs typeface="Trebuchet MS"/>
            </a:endParaRPr>
          </a:p>
          <a:p>
            <a:pPr marL="274320" indent="-262255">
              <a:lnSpc>
                <a:spcPct val="100000"/>
              </a:lnSpc>
              <a:spcBef>
                <a:spcPts val="825"/>
              </a:spcBef>
              <a:buFont typeface="Arial MT"/>
              <a:buChar char="•"/>
              <a:tabLst>
                <a:tab pos="274320" algn="l"/>
                <a:tab pos="274955" algn="l"/>
              </a:tabLst>
            </a:pPr>
            <a:r>
              <a:rPr sz="1300" spc="-20" dirty="0">
                <a:latin typeface="Trebuchet MS"/>
                <a:cs typeface="Trebuchet MS"/>
              </a:rPr>
              <a:t>What</a:t>
            </a:r>
            <a:r>
              <a:rPr sz="1300" spc="-120" dirty="0">
                <a:latin typeface="Trebuchet MS"/>
                <a:cs typeface="Trebuchet MS"/>
              </a:rPr>
              <a:t> </a:t>
            </a:r>
            <a:r>
              <a:rPr sz="1300" spc="5" dirty="0">
                <a:latin typeface="Trebuchet MS"/>
                <a:cs typeface="Trebuchet MS"/>
              </a:rPr>
              <a:t>makes</a:t>
            </a:r>
            <a:r>
              <a:rPr sz="1300" spc="-100" dirty="0">
                <a:latin typeface="Trebuchet MS"/>
                <a:cs typeface="Trebuchet MS"/>
              </a:rPr>
              <a:t> </a:t>
            </a:r>
            <a:r>
              <a:rPr sz="1300" spc="5" dirty="0">
                <a:latin typeface="Trebuchet MS"/>
                <a:cs typeface="Trebuchet MS"/>
              </a:rPr>
              <a:t>a</a:t>
            </a:r>
            <a:r>
              <a:rPr sz="1300" spc="-135" dirty="0">
                <a:latin typeface="Trebuchet MS"/>
                <a:cs typeface="Trebuchet MS"/>
              </a:rPr>
              <a:t> </a:t>
            </a:r>
            <a:r>
              <a:rPr sz="1300" spc="-5" dirty="0">
                <a:latin typeface="Trebuchet MS"/>
                <a:cs typeface="Trebuchet MS"/>
              </a:rPr>
              <a:t>good</a:t>
            </a:r>
            <a:r>
              <a:rPr sz="1300" spc="-145" dirty="0">
                <a:latin typeface="Trebuchet MS"/>
                <a:cs typeface="Trebuchet MS"/>
              </a:rPr>
              <a:t> </a:t>
            </a:r>
            <a:r>
              <a:rPr sz="1300" spc="-5" dirty="0">
                <a:latin typeface="Trebuchet MS"/>
                <a:cs typeface="Trebuchet MS"/>
              </a:rPr>
              <a:t>workspace</a:t>
            </a:r>
            <a:r>
              <a:rPr sz="1300" spc="-114" dirty="0">
                <a:latin typeface="Trebuchet MS"/>
                <a:cs typeface="Trebuchet MS"/>
              </a:rPr>
              <a:t> </a:t>
            </a:r>
            <a:r>
              <a:rPr sz="1300" spc="-60" dirty="0">
                <a:latin typeface="Trebuchet MS"/>
                <a:cs typeface="Trebuchet MS"/>
              </a:rPr>
              <a:t>at</a:t>
            </a:r>
            <a:r>
              <a:rPr sz="1300" spc="-120" dirty="0">
                <a:latin typeface="Trebuchet MS"/>
                <a:cs typeface="Trebuchet MS"/>
              </a:rPr>
              <a:t> </a:t>
            </a:r>
            <a:r>
              <a:rPr sz="1300" spc="30" dirty="0">
                <a:latin typeface="Trebuchet MS"/>
                <a:cs typeface="Trebuchet MS"/>
              </a:rPr>
              <a:t>home?</a:t>
            </a:r>
            <a:r>
              <a:rPr sz="1300" spc="-140" dirty="0">
                <a:latin typeface="Trebuchet MS"/>
                <a:cs typeface="Trebuchet MS"/>
              </a:rPr>
              <a:t> </a:t>
            </a:r>
            <a:r>
              <a:rPr sz="1300" spc="10" dirty="0">
                <a:latin typeface="Trebuchet MS"/>
                <a:cs typeface="Trebuchet MS"/>
              </a:rPr>
              <a:t>How</a:t>
            </a:r>
            <a:r>
              <a:rPr sz="1300" spc="-130" dirty="0">
                <a:latin typeface="Trebuchet MS"/>
                <a:cs typeface="Trebuchet MS"/>
              </a:rPr>
              <a:t> </a:t>
            </a:r>
            <a:r>
              <a:rPr sz="1300" spc="10" dirty="0">
                <a:latin typeface="Trebuchet MS"/>
                <a:cs typeface="Trebuchet MS"/>
              </a:rPr>
              <a:t>can</a:t>
            </a:r>
            <a:r>
              <a:rPr sz="1300" spc="-125" dirty="0">
                <a:latin typeface="Trebuchet MS"/>
                <a:cs typeface="Trebuchet MS"/>
              </a:rPr>
              <a:t> </a:t>
            </a:r>
            <a:r>
              <a:rPr sz="1300" spc="-15" dirty="0">
                <a:latin typeface="Trebuchet MS"/>
                <a:cs typeface="Trebuchet MS"/>
              </a:rPr>
              <a:t>you</a:t>
            </a:r>
            <a:r>
              <a:rPr sz="1300" spc="-135" dirty="0">
                <a:latin typeface="Trebuchet MS"/>
                <a:cs typeface="Trebuchet MS"/>
              </a:rPr>
              <a:t> </a:t>
            </a:r>
            <a:r>
              <a:rPr sz="1300" spc="-40" dirty="0">
                <a:latin typeface="Trebuchet MS"/>
                <a:cs typeface="Trebuchet MS"/>
              </a:rPr>
              <a:t>create</a:t>
            </a:r>
            <a:r>
              <a:rPr sz="1300" spc="-100" dirty="0">
                <a:latin typeface="Trebuchet MS"/>
                <a:cs typeface="Trebuchet MS"/>
              </a:rPr>
              <a:t> </a:t>
            </a:r>
            <a:r>
              <a:rPr sz="1300" spc="30" dirty="0">
                <a:latin typeface="Trebuchet MS"/>
                <a:cs typeface="Trebuchet MS"/>
              </a:rPr>
              <a:t>one?</a:t>
            </a:r>
            <a:endParaRPr sz="1300">
              <a:latin typeface="Trebuchet MS"/>
              <a:cs typeface="Trebuchet MS"/>
            </a:endParaRPr>
          </a:p>
          <a:p>
            <a:pPr marL="241300" marR="113664" indent="-228600">
              <a:lnSpc>
                <a:spcPts val="1400"/>
              </a:lnSpc>
              <a:spcBef>
                <a:spcPts val="1019"/>
              </a:spcBef>
              <a:buFont typeface="Arial MT"/>
              <a:buChar char="•"/>
              <a:tabLst>
                <a:tab pos="274320" algn="l"/>
                <a:tab pos="274955" algn="l"/>
              </a:tabLst>
            </a:pPr>
            <a:r>
              <a:rPr dirty="0"/>
              <a:t>	</a:t>
            </a:r>
            <a:r>
              <a:rPr sz="1300" spc="-20" dirty="0">
                <a:latin typeface="Trebuchet MS"/>
                <a:cs typeface="Trebuchet MS"/>
              </a:rPr>
              <a:t>What</a:t>
            </a:r>
            <a:r>
              <a:rPr sz="1300" spc="-120" dirty="0">
                <a:latin typeface="Trebuchet MS"/>
                <a:cs typeface="Trebuchet MS"/>
              </a:rPr>
              <a:t> </a:t>
            </a:r>
            <a:r>
              <a:rPr sz="1300" spc="-40" dirty="0">
                <a:latin typeface="Trebuchet MS"/>
                <a:cs typeface="Trebuchet MS"/>
              </a:rPr>
              <a:t>are</a:t>
            </a:r>
            <a:r>
              <a:rPr sz="1300" spc="-130" dirty="0">
                <a:latin typeface="Trebuchet MS"/>
                <a:cs typeface="Trebuchet MS"/>
              </a:rPr>
              <a:t> </a:t>
            </a:r>
            <a:r>
              <a:rPr sz="1300" spc="25" dirty="0">
                <a:latin typeface="Trebuchet MS"/>
                <a:cs typeface="Trebuchet MS"/>
              </a:rPr>
              <a:t>some</a:t>
            </a:r>
            <a:r>
              <a:rPr sz="1300" spc="-110" dirty="0">
                <a:latin typeface="Trebuchet MS"/>
                <a:cs typeface="Trebuchet MS"/>
              </a:rPr>
              <a:t> </a:t>
            </a:r>
            <a:r>
              <a:rPr sz="1300" spc="20" dirty="0">
                <a:latin typeface="Trebuchet MS"/>
                <a:cs typeface="Trebuchet MS"/>
              </a:rPr>
              <a:t>common</a:t>
            </a:r>
            <a:r>
              <a:rPr sz="1300" spc="-135" dirty="0">
                <a:latin typeface="Trebuchet MS"/>
                <a:cs typeface="Trebuchet MS"/>
              </a:rPr>
              <a:t> </a:t>
            </a:r>
            <a:r>
              <a:rPr sz="1300" spc="-15" dirty="0">
                <a:latin typeface="Trebuchet MS"/>
                <a:cs typeface="Trebuchet MS"/>
              </a:rPr>
              <a:t>distractions</a:t>
            </a:r>
            <a:r>
              <a:rPr sz="1300" spc="-100" dirty="0">
                <a:latin typeface="Trebuchet MS"/>
                <a:cs typeface="Trebuchet MS"/>
              </a:rPr>
              <a:t> </a:t>
            </a:r>
            <a:r>
              <a:rPr sz="1300" spc="-15" dirty="0">
                <a:latin typeface="Trebuchet MS"/>
                <a:cs typeface="Trebuchet MS"/>
              </a:rPr>
              <a:t>you</a:t>
            </a:r>
            <a:r>
              <a:rPr sz="1300" spc="-140" dirty="0">
                <a:latin typeface="Trebuchet MS"/>
                <a:cs typeface="Trebuchet MS"/>
              </a:rPr>
              <a:t> </a:t>
            </a:r>
            <a:r>
              <a:rPr sz="1300" spc="-35" dirty="0">
                <a:latin typeface="Trebuchet MS"/>
                <a:cs typeface="Trebuchet MS"/>
              </a:rPr>
              <a:t>might</a:t>
            </a:r>
            <a:r>
              <a:rPr sz="1300" spc="-114" dirty="0">
                <a:latin typeface="Trebuchet MS"/>
                <a:cs typeface="Trebuchet MS"/>
              </a:rPr>
              <a:t> </a:t>
            </a:r>
            <a:r>
              <a:rPr sz="1300" spc="-25" dirty="0">
                <a:latin typeface="Trebuchet MS"/>
                <a:cs typeface="Trebuchet MS"/>
              </a:rPr>
              <a:t>have</a:t>
            </a:r>
            <a:r>
              <a:rPr sz="1300" spc="-140" dirty="0">
                <a:latin typeface="Trebuchet MS"/>
                <a:cs typeface="Trebuchet MS"/>
              </a:rPr>
              <a:t> </a:t>
            </a:r>
            <a:r>
              <a:rPr sz="1300" spc="-60" dirty="0">
                <a:latin typeface="Trebuchet MS"/>
                <a:cs typeface="Trebuchet MS"/>
              </a:rPr>
              <a:t>at</a:t>
            </a:r>
            <a:r>
              <a:rPr sz="1300" spc="-120" dirty="0">
                <a:latin typeface="Trebuchet MS"/>
                <a:cs typeface="Trebuchet MS"/>
              </a:rPr>
              <a:t> </a:t>
            </a:r>
            <a:r>
              <a:rPr sz="1300" spc="30" dirty="0">
                <a:latin typeface="Trebuchet MS"/>
                <a:cs typeface="Trebuchet MS"/>
              </a:rPr>
              <a:t>home?</a:t>
            </a:r>
            <a:r>
              <a:rPr sz="1300" spc="-145" dirty="0">
                <a:latin typeface="Trebuchet MS"/>
                <a:cs typeface="Trebuchet MS"/>
              </a:rPr>
              <a:t> </a:t>
            </a:r>
            <a:r>
              <a:rPr sz="1300" spc="10" dirty="0">
                <a:latin typeface="Trebuchet MS"/>
                <a:cs typeface="Trebuchet MS"/>
              </a:rPr>
              <a:t>How </a:t>
            </a:r>
            <a:r>
              <a:rPr sz="1300" spc="-375" dirty="0">
                <a:latin typeface="Trebuchet MS"/>
                <a:cs typeface="Trebuchet MS"/>
              </a:rPr>
              <a:t> </a:t>
            </a:r>
            <a:r>
              <a:rPr sz="1300" spc="10" dirty="0">
                <a:latin typeface="Trebuchet MS"/>
                <a:cs typeface="Trebuchet MS"/>
              </a:rPr>
              <a:t>can</a:t>
            </a:r>
            <a:r>
              <a:rPr sz="1300" spc="-130" dirty="0">
                <a:latin typeface="Trebuchet MS"/>
                <a:cs typeface="Trebuchet MS"/>
              </a:rPr>
              <a:t> </a:t>
            </a:r>
            <a:r>
              <a:rPr sz="1300" spc="-15" dirty="0">
                <a:latin typeface="Trebuchet MS"/>
                <a:cs typeface="Trebuchet MS"/>
              </a:rPr>
              <a:t>you</a:t>
            </a:r>
            <a:r>
              <a:rPr sz="1300" spc="-135" dirty="0">
                <a:latin typeface="Trebuchet MS"/>
                <a:cs typeface="Trebuchet MS"/>
              </a:rPr>
              <a:t> </a:t>
            </a:r>
            <a:r>
              <a:rPr sz="1300" spc="-25" dirty="0">
                <a:latin typeface="Trebuchet MS"/>
                <a:cs typeface="Trebuchet MS"/>
              </a:rPr>
              <a:t>avoid</a:t>
            </a:r>
            <a:r>
              <a:rPr sz="1300" spc="-135" dirty="0">
                <a:latin typeface="Trebuchet MS"/>
                <a:cs typeface="Trebuchet MS"/>
              </a:rPr>
              <a:t> </a:t>
            </a:r>
            <a:r>
              <a:rPr sz="1300" spc="10" dirty="0">
                <a:latin typeface="Trebuchet MS"/>
                <a:cs typeface="Trebuchet MS"/>
              </a:rPr>
              <a:t>them?</a:t>
            </a:r>
            <a:endParaRPr sz="1300">
              <a:latin typeface="Trebuchet MS"/>
              <a:cs typeface="Trebuchet MS"/>
            </a:endParaRPr>
          </a:p>
          <a:p>
            <a:pPr marL="241300" marR="5080" indent="-228600">
              <a:lnSpc>
                <a:spcPts val="1400"/>
              </a:lnSpc>
              <a:spcBef>
                <a:spcPts val="1020"/>
              </a:spcBef>
              <a:buFont typeface="Arial MT"/>
              <a:buChar char="•"/>
              <a:tabLst>
                <a:tab pos="274320" algn="l"/>
                <a:tab pos="274955" algn="l"/>
              </a:tabLst>
            </a:pPr>
            <a:r>
              <a:rPr dirty="0"/>
              <a:t>	</a:t>
            </a:r>
            <a:r>
              <a:rPr sz="1300" spc="-20" dirty="0">
                <a:latin typeface="Trebuchet MS"/>
                <a:cs typeface="Trebuchet MS"/>
              </a:rPr>
              <a:t>What</a:t>
            </a:r>
            <a:r>
              <a:rPr sz="1300" spc="-120" dirty="0">
                <a:latin typeface="Trebuchet MS"/>
                <a:cs typeface="Trebuchet MS"/>
              </a:rPr>
              <a:t> </a:t>
            </a:r>
            <a:r>
              <a:rPr sz="1300" spc="-40" dirty="0">
                <a:latin typeface="Trebuchet MS"/>
                <a:cs typeface="Trebuchet MS"/>
              </a:rPr>
              <a:t>are</a:t>
            </a:r>
            <a:r>
              <a:rPr sz="1300" spc="-130" dirty="0">
                <a:latin typeface="Trebuchet MS"/>
                <a:cs typeface="Trebuchet MS"/>
              </a:rPr>
              <a:t> </a:t>
            </a:r>
            <a:r>
              <a:rPr sz="1300" spc="25" dirty="0">
                <a:latin typeface="Trebuchet MS"/>
                <a:cs typeface="Trebuchet MS"/>
              </a:rPr>
              <a:t>some</a:t>
            </a:r>
            <a:r>
              <a:rPr sz="1300" spc="-110" dirty="0">
                <a:latin typeface="Trebuchet MS"/>
                <a:cs typeface="Trebuchet MS"/>
              </a:rPr>
              <a:t> </a:t>
            </a:r>
            <a:r>
              <a:rPr sz="1300" spc="-25" dirty="0">
                <a:latin typeface="Trebuchet MS"/>
                <a:cs typeface="Trebuchet MS"/>
              </a:rPr>
              <a:t>tech</a:t>
            </a:r>
            <a:r>
              <a:rPr sz="1300" spc="-125" dirty="0">
                <a:latin typeface="Trebuchet MS"/>
                <a:cs typeface="Trebuchet MS"/>
              </a:rPr>
              <a:t> </a:t>
            </a:r>
            <a:r>
              <a:rPr sz="1300" spc="35" dirty="0">
                <a:latin typeface="Trebuchet MS"/>
                <a:cs typeface="Trebuchet MS"/>
              </a:rPr>
              <a:t>issues</a:t>
            </a:r>
            <a:r>
              <a:rPr sz="1300" spc="-90" dirty="0">
                <a:latin typeface="Trebuchet MS"/>
                <a:cs typeface="Trebuchet MS"/>
              </a:rPr>
              <a:t> </a:t>
            </a:r>
            <a:r>
              <a:rPr sz="1300" spc="-15" dirty="0">
                <a:latin typeface="Trebuchet MS"/>
                <a:cs typeface="Trebuchet MS"/>
              </a:rPr>
              <a:t>you</a:t>
            </a:r>
            <a:r>
              <a:rPr sz="1300" spc="-130" dirty="0">
                <a:latin typeface="Trebuchet MS"/>
                <a:cs typeface="Trebuchet MS"/>
              </a:rPr>
              <a:t> </a:t>
            </a:r>
            <a:r>
              <a:rPr sz="1300" spc="-35" dirty="0">
                <a:latin typeface="Trebuchet MS"/>
                <a:cs typeface="Trebuchet MS"/>
              </a:rPr>
              <a:t>might</a:t>
            </a:r>
            <a:r>
              <a:rPr sz="1300" spc="-130" dirty="0">
                <a:latin typeface="Trebuchet MS"/>
                <a:cs typeface="Trebuchet MS"/>
              </a:rPr>
              <a:t> </a:t>
            </a:r>
            <a:r>
              <a:rPr sz="1300" spc="-25" dirty="0">
                <a:latin typeface="Trebuchet MS"/>
                <a:cs typeface="Trebuchet MS"/>
              </a:rPr>
              <a:t>face</a:t>
            </a:r>
            <a:r>
              <a:rPr sz="1300" spc="-125" dirty="0">
                <a:latin typeface="Trebuchet MS"/>
                <a:cs typeface="Trebuchet MS"/>
              </a:rPr>
              <a:t> </a:t>
            </a:r>
            <a:r>
              <a:rPr sz="1300" spc="-15" dirty="0">
                <a:latin typeface="Trebuchet MS"/>
                <a:cs typeface="Trebuchet MS"/>
              </a:rPr>
              <a:t>when</a:t>
            </a:r>
            <a:r>
              <a:rPr sz="1300" spc="-135" dirty="0">
                <a:latin typeface="Trebuchet MS"/>
                <a:cs typeface="Trebuchet MS"/>
              </a:rPr>
              <a:t> </a:t>
            </a:r>
            <a:r>
              <a:rPr sz="1300" spc="-30" dirty="0">
                <a:latin typeface="Trebuchet MS"/>
                <a:cs typeface="Trebuchet MS"/>
              </a:rPr>
              <a:t>working</a:t>
            </a:r>
            <a:r>
              <a:rPr sz="1300" spc="-130" dirty="0">
                <a:latin typeface="Trebuchet MS"/>
                <a:cs typeface="Trebuchet MS"/>
              </a:rPr>
              <a:t> </a:t>
            </a:r>
            <a:r>
              <a:rPr sz="1300" spc="-35" dirty="0">
                <a:latin typeface="Trebuchet MS"/>
                <a:cs typeface="Trebuchet MS"/>
              </a:rPr>
              <a:t>from</a:t>
            </a:r>
            <a:r>
              <a:rPr sz="1300" spc="-145" dirty="0">
                <a:latin typeface="Trebuchet MS"/>
                <a:cs typeface="Trebuchet MS"/>
              </a:rPr>
              <a:t> </a:t>
            </a:r>
            <a:r>
              <a:rPr sz="1300" spc="30" dirty="0">
                <a:latin typeface="Trebuchet MS"/>
                <a:cs typeface="Trebuchet MS"/>
              </a:rPr>
              <a:t>home? </a:t>
            </a:r>
            <a:r>
              <a:rPr sz="1300" spc="-375" dirty="0">
                <a:latin typeface="Trebuchet MS"/>
                <a:cs typeface="Trebuchet MS"/>
              </a:rPr>
              <a:t> </a:t>
            </a:r>
            <a:r>
              <a:rPr sz="1300" spc="60" dirty="0">
                <a:latin typeface="Trebuchet MS"/>
                <a:cs typeface="Trebuchet MS"/>
              </a:rPr>
              <a:t>H</a:t>
            </a:r>
            <a:r>
              <a:rPr sz="1300" spc="5" dirty="0">
                <a:latin typeface="Trebuchet MS"/>
                <a:cs typeface="Trebuchet MS"/>
              </a:rPr>
              <a:t>o</a:t>
            </a:r>
            <a:r>
              <a:rPr sz="1300" spc="-35" dirty="0">
                <a:latin typeface="Trebuchet MS"/>
                <a:cs typeface="Trebuchet MS"/>
              </a:rPr>
              <a:t>w</a:t>
            </a:r>
            <a:r>
              <a:rPr sz="1300" spc="-130" dirty="0">
                <a:latin typeface="Trebuchet MS"/>
                <a:cs typeface="Trebuchet MS"/>
              </a:rPr>
              <a:t> </a:t>
            </a:r>
            <a:r>
              <a:rPr sz="1300" spc="25" dirty="0">
                <a:latin typeface="Trebuchet MS"/>
                <a:cs typeface="Trebuchet MS"/>
              </a:rPr>
              <a:t>c</a:t>
            </a:r>
            <a:r>
              <a:rPr sz="1300" dirty="0">
                <a:latin typeface="Trebuchet MS"/>
                <a:cs typeface="Trebuchet MS"/>
              </a:rPr>
              <a:t>an</a:t>
            </a:r>
            <a:r>
              <a:rPr sz="1300" spc="-114" dirty="0">
                <a:latin typeface="Trebuchet MS"/>
                <a:cs typeface="Trebuchet MS"/>
              </a:rPr>
              <a:t> </a:t>
            </a:r>
            <a:r>
              <a:rPr sz="1300" spc="-75" dirty="0">
                <a:latin typeface="Trebuchet MS"/>
                <a:cs typeface="Trebuchet MS"/>
              </a:rPr>
              <a:t>y</a:t>
            </a:r>
            <a:r>
              <a:rPr sz="1300" spc="15" dirty="0">
                <a:latin typeface="Trebuchet MS"/>
                <a:cs typeface="Trebuchet MS"/>
              </a:rPr>
              <a:t>o</a:t>
            </a:r>
            <a:r>
              <a:rPr sz="1300" spc="10" dirty="0">
                <a:latin typeface="Trebuchet MS"/>
                <a:cs typeface="Trebuchet MS"/>
              </a:rPr>
              <a:t>u</a:t>
            </a:r>
            <a:r>
              <a:rPr sz="1300" spc="-145" dirty="0">
                <a:latin typeface="Trebuchet MS"/>
                <a:cs typeface="Trebuchet MS"/>
              </a:rPr>
              <a:t> </a:t>
            </a:r>
            <a:r>
              <a:rPr sz="1300" dirty="0">
                <a:latin typeface="Trebuchet MS"/>
                <a:cs typeface="Trebuchet MS"/>
              </a:rPr>
              <a:t>p</a:t>
            </a:r>
            <a:r>
              <a:rPr sz="1300" spc="-90" dirty="0">
                <a:latin typeface="Trebuchet MS"/>
                <a:cs typeface="Trebuchet MS"/>
              </a:rPr>
              <a:t>r</a:t>
            </a:r>
            <a:r>
              <a:rPr sz="1300" spc="-15" dirty="0">
                <a:latin typeface="Trebuchet MS"/>
                <a:cs typeface="Trebuchet MS"/>
              </a:rPr>
              <a:t>e</a:t>
            </a:r>
            <a:r>
              <a:rPr sz="1300" spc="-10" dirty="0">
                <a:latin typeface="Trebuchet MS"/>
                <a:cs typeface="Trebuchet MS"/>
              </a:rPr>
              <a:t>p</a:t>
            </a:r>
            <a:r>
              <a:rPr sz="1300" dirty="0">
                <a:latin typeface="Trebuchet MS"/>
                <a:cs typeface="Trebuchet MS"/>
              </a:rPr>
              <a:t>a</a:t>
            </a:r>
            <a:r>
              <a:rPr sz="1300" spc="-90" dirty="0">
                <a:latin typeface="Trebuchet MS"/>
                <a:cs typeface="Trebuchet MS"/>
              </a:rPr>
              <a:t>r</a:t>
            </a:r>
            <a:r>
              <a:rPr sz="1300" spc="-30" dirty="0">
                <a:latin typeface="Trebuchet MS"/>
                <a:cs typeface="Trebuchet MS"/>
              </a:rPr>
              <a:t>e</a:t>
            </a:r>
            <a:r>
              <a:rPr sz="1300" spc="-130" dirty="0">
                <a:latin typeface="Trebuchet MS"/>
                <a:cs typeface="Trebuchet MS"/>
              </a:rPr>
              <a:t> </a:t>
            </a:r>
            <a:r>
              <a:rPr sz="1300" spc="-100" dirty="0">
                <a:latin typeface="Trebuchet MS"/>
                <a:cs typeface="Trebuchet MS"/>
              </a:rPr>
              <a:t>f</a:t>
            </a:r>
            <a:r>
              <a:rPr sz="1300" spc="15" dirty="0">
                <a:latin typeface="Trebuchet MS"/>
                <a:cs typeface="Trebuchet MS"/>
              </a:rPr>
              <a:t>o</a:t>
            </a:r>
            <a:r>
              <a:rPr sz="1300" spc="-75" dirty="0">
                <a:latin typeface="Trebuchet MS"/>
                <a:cs typeface="Trebuchet MS"/>
              </a:rPr>
              <a:t>r</a:t>
            </a:r>
            <a:r>
              <a:rPr sz="1300" spc="-155" dirty="0">
                <a:latin typeface="Trebuchet MS"/>
                <a:cs typeface="Trebuchet MS"/>
              </a:rPr>
              <a:t> </a:t>
            </a:r>
            <a:r>
              <a:rPr sz="1300" spc="-45" dirty="0">
                <a:latin typeface="Trebuchet MS"/>
                <a:cs typeface="Trebuchet MS"/>
              </a:rPr>
              <a:t>t</a:t>
            </a:r>
            <a:r>
              <a:rPr sz="1300" spc="-50" dirty="0">
                <a:latin typeface="Trebuchet MS"/>
                <a:cs typeface="Trebuchet MS"/>
              </a:rPr>
              <a:t>h</a:t>
            </a:r>
            <a:r>
              <a:rPr sz="1300" dirty="0">
                <a:latin typeface="Trebuchet MS"/>
                <a:cs typeface="Trebuchet MS"/>
              </a:rPr>
              <a:t>e</a:t>
            </a:r>
            <a:r>
              <a:rPr sz="1300" spc="-25" dirty="0">
                <a:latin typeface="Trebuchet MS"/>
                <a:cs typeface="Trebuchet MS"/>
              </a:rPr>
              <a:t>m</a:t>
            </a:r>
            <a:r>
              <a:rPr sz="1300" spc="170" dirty="0">
                <a:latin typeface="Trebuchet MS"/>
                <a:cs typeface="Trebuchet MS"/>
              </a:rPr>
              <a:t>?</a:t>
            </a:r>
            <a:endParaRPr sz="1300">
              <a:latin typeface="Trebuchet MS"/>
              <a:cs typeface="Trebuchet MS"/>
            </a:endParaRPr>
          </a:p>
          <a:p>
            <a:pPr marL="274320" indent="-262255">
              <a:lnSpc>
                <a:spcPts val="1480"/>
              </a:lnSpc>
              <a:spcBef>
                <a:spcPts val="819"/>
              </a:spcBef>
              <a:buFont typeface="Arial MT"/>
              <a:buChar char="•"/>
              <a:tabLst>
                <a:tab pos="274320" algn="l"/>
                <a:tab pos="274955" algn="l"/>
              </a:tabLst>
            </a:pPr>
            <a:r>
              <a:rPr sz="1300" spc="-10" dirty="0">
                <a:latin typeface="Trebuchet MS"/>
                <a:cs typeface="Trebuchet MS"/>
              </a:rPr>
              <a:t>Have</a:t>
            </a:r>
            <a:r>
              <a:rPr sz="1300" spc="-120" dirty="0">
                <a:latin typeface="Trebuchet MS"/>
                <a:cs typeface="Trebuchet MS"/>
              </a:rPr>
              <a:t> </a:t>
            </a:r>
            <a:r>
              <a:rPr sz="1300" spc="-15" dirty="0">
                <a:latin typeface="Trebuchet MS"/>
                <a:cs typeface="Trebuchet MS"/>
              </a:rPr>
              <a:t>you</a:t>
            </a:r>
            <a:r>
              <a:rPr sz="1300" spc="-135" dirty="0">
                <a:latin typeface="Trebuchet MS"/>
                <a:cs typeface="Trebuchet MS"/>
              </a:rPr>
              <a:t> </a:t>
            </a:r>
            <a:r>
              <a:rPr sz="1300" spc="-50" dirty="0">
                <a:latin typeface="Trebuchet MS"/>
                <a:cs typeface="Trebuchet MS"/>
              </a:rPr>
              <a:t>ever</a:t>
            </a:r>
            <a:r>
              <a:rPr sz="1300" spc="-130" dirty="0">
                <a:latin typeface="Trebuchet MS"/>
                <a:cs typeface="Trebuchet MS"/>
              </a:rPr>
              <a:t> </a:t>
            </a:r>
            <a:r>
              <a:rPr sz="1300" dirty="0">
                <a:latin typeface="Trebuchet MS"/>
                <a:cs typeface="Trebuchet MS"/>
              </a:rPr>
              <a:t>had</a:t>
            </a:r>
            <a:r>
              <a:rPr sz="1300" spc="-140" dirty="0">
                <a:latin typeface="Trebuchet MS"/>
                <a:cs typeface="Trebuchet MS"/>
              </a:rPr>
              <a:t> </a:t>
            </a:r>
            <a:r>
              <a:rPr sz="1300" spc="-50" dirty="0">
                <a:latin typeface="Trebuchet MS"/>
                <a:cs typeface="Trebuchet MS"/>
              </a:rPr>
              <a:t>to</a:t>
            </a:r>
            <a:r>
              <a:rPr sz="1300" spc="-114" dirty="0">
                <a:latin typeface="Trebuchet MS"/>
                <a:cs typeface="Trebuchet MS"/>
              </a:rPr>
              <a:t> </a:t>
            </a:r>
            <a:r>
              <a:rPr sz="1300" spc="-45" dirty="0">
                <a:latin typeface="Trebuchet MS"/>
                <a:cs typeface="Trebuchet MS"/>
              </a:rPr>
              <a:t>talk</a:t>
            </a:r>
            <a:r>
              <a:rPr sz="1300" spc="-130" dirty="0">
                <a:latin typeface="Trebuchet MS"/>
                <a:cs typeface="Trebuchet MS"/>
              </a:rPr>
              <a:t> </a:t>
            </a:r>
            <a:r>
              <a:rPr sz="1300" spc="-45" dirty="0">
                <a:latin typeface="Trebuchet MS"/>
                <a:cs typeface="Trebuchet MS"/>
              </a:rPr>
              <a:t>to</a:t>
            </a:r>
            <a:r>
              <a:rPr sz="1300" spc="-120" dirty="0">
                <a:latin typeface="Trebuchet MS"/>
                <a:cs typeface="Trebuchet MS"/>
              </a:rPr>
              <a:t> </a:t>
            </a:r>
            <a:r>
              <a:rPr sz="1300" spc="15" dirty="0">
                <a:latin typeface="Trebuchet MS"/>
                <a:cs typeface="Trebuchet MS"/>
              </a:rPr>
              <a:t>someone</a:t>
            </a:r>
            <a:r>
              <a:rPr sz="1300" spc="-120" dirty="0">
                <a:latin typeface="Trebuchet MS"/>
                <a:cs typeface="Trebuchet MS"/>
              </a:rPr>
              <a:t> </a:t>
            </a:r>
            <a:r>
              <a:rPr sz="1300" spc="-30" dirty="0">
                <a:latin typeface="Trebuchet MS"/>
                <a:cs typeface="Trebuchet MS"/>
              </a:rPr>
              <a:t>in</a:t>
            </a:r>
            <a:r>
              <a:rPr sz="1300" spc="-135" dirty="0">
                <a:latin typeface="Trebuchet MS"/>
                <a:cs typeface="Trebuchet MS"/>
              </a:rPr>
              <a:t> </a:t>
            </a:r>
            <a:r>
              <a:rPr sz="1300" spc="5" dirty="0">
                <a:latin typeface="Trebuchet MS"/>
                <a:cs typeface="Trebuchet MS"/>
              </a:rPr>
              <a:t>a</a:t>
            </a:r>
            <a:r>
              <a:rPr sz="1300" spc="-135" dirty="0">
                <a:latin typeface="Trebuchet MS"/>
                <a:cs typeface="Trebuchet MS"/>
              </a:rPr>
              <a:t> </a:t>
            </a:r>
            <a:r>
              <a:rPr sz="1300" spc="-55" dirty="0">
                <a:latin typeface="Trebuchet MS"/>
                <a:cs typeface="Trebuchet MS"/>
              </a:rPr>
              <a:t>different</a:t>
            </a:r>
            <a:r>
              <a:rPr sz="1300" spc="-155" dirty="0">
                <a:latin typeface="Trebuchet MS"/>
                <a:cs typeface="Trebuchet MS"/>
              </a:rPr>
              <a:t> </a:t>
            </a:r>
            <a:r>
              <a:rPr sz="1300" spc="-45" dirty="0">
                <a:latin typeface="Trebuchet MS"/>
                <a:cs typeface="Trebuchet MS"/>
              </a:rPr>
              <a:t>time</a:t>
            </a:r>
            <a:r>
              <a:rPr sz="1300" spc="-114" dirty="0">
                <a:latin typeface="Trebuchet MS"/>
                <a:cs typeface="Trebuchet MS"/>
              </a:rPr>
              <a:t> </a:t>
            </a:r>
            <a:r>
              <a:rPr sz="1300" spc="10" dirty="0">
                <a:latin typeface="Trebuchet MS"/>
                <a:cs typeface="Trebuchet MS"/>
              </a:rPr>
              <a:t>zone?</a:t>
            </a:r>
            <a:r>
              <a:rPr sz="1300" spc="-125" dirty="0">
                <a:latin typeface="Trebuchet MS"/>
                <a:cs typeface="Trebuchet MS"/>
              </a:rPr>
              <a:t> </a:t>
            </a:r>
            <a:r>
              <a:rPr sz="1300" spc="5" dirty="0">
                <a:latin typeface="Trebuchet MS"/>
                <a:cs typeface="Trebuchet MS"/>
              </a:rPr>
              <a:t>How</a:t>
            </a:r>
            <a:endParaRPr sz="1300">
              <a:latin typeface="Trebuchet MS"/>
              <a:cs typeface="Trebuchet MS"/>
            </a:endParaRPr>
          </a:p>
          <a:p>
            <a:pPr marL="241300">
              <a:lnSpc>
                <a:spcPts val="1480"/>
              </a:lnSpc>
            </a:pPr>
            <a:r>
              <a:rPr sz="1300" spc="-20" dirty="0">
                <a:latin typeface="Trebuchet MS"/>
                <a:cs typeface="Trebuchet MS"/>
              </a:rPr>
              <a:t>did</a:t>
            </a:r>
            <a:r>
              <a:rPr sz="1300" spc="-135" dirty="0">
                <a:latin typeface="Trebuchet MS"/>
                <a:cs typeface="Trebuchet MS"/>
              </a:rPr>
              <a:t> </a:t>
            </a:r>
            <a:r>
              <a:rPr sz="1300" spc="-15" dirty="0">
                <a:latin typeface="Trebuchet MS"/>
                <a:cs typeface="Trebuchet MS"/>
              </a:rPr>
              <a:t>you</a:t>
            </a:r>
            <a:r>
              <a:rPr sz="1300" spc="-145" dirty="0">
                <a:latin typeface="Trebuchet MS"/>
                <a:cs typeface="Trebuchet MS"/>
              </a:rPr>
              <a:t> </a:t>
            </a:r>
            <a:r>
              <a:rPr sz="1300" spc="-10" dirty="0">
                <a:latin typeface="Trebuchet MS"/>
                <a:cs typeface="Trebuchet MS"/>
              </a:rPr>
              <a:t>manage</a:t>
            </a:r>
            <a:r>
              <a:rPr sz="1300" spc="-114" dirty="0">
                <a:latin typeface="Trebuchet MS"/>
                <a:cs typeface="Trebuchet MS"/>
              </a:rPr>
              <a:t> </a:t>
            </a:r>
            <a:r>
              <a:rPr sz="1300" spc="-45" dirty="0">
                <a:latin typeface="Trebuchet MS"/>
                <a:cs typeface="Trebuchet MS"/>
              </a:rPr>
              <a:t>the</a:t>
            </a:r>
            <a:r>
              <a:rPr sz="1300" spc="-130" dirty="0">
                <a:latin typeface="Trebuchet MS"/>
                <a:cs typeface="Trebuchet MS"/>
              </a:rPr>
              <a:t> </a:t>
            </a:r>
            <a:r>
              <a:rPr sz="1300" spc="-45" dirty="0">
                <a:latin typeface="Trebuchet MS"/>
                <a:cs typeface="Trebuchet MS"/>
              </a:rPr>
              <a:t>time</a:t>
            </a:r>
            <a:r>
              <a:rPr sz="1300" spc="-110" dirty="0">
                <a:latin typeface="Trebuchet MS"/>
                <a:cs typeface="Trebuchet MS"/>
              </a:rPr>
              <a:t> </a:t>
            </a:r>
            <a:r>
              <a:rPr sz="1300" spc="-25" dirty="0">
                <a:latin typeface="Trebuchet MS"/>
                <a:cs typeface="Trebuchet MS"/>
              </a:rPr>
              <a:t>difference?</a:t>
            </a:r>
            <a:endParaRPr sz="1300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749770" y="0"/>
            <a:ext cx="5442585" cy="6858000"/>
            <a:chOff x="6749770" y="0"/>
            <a:chExt cx="5442585" cy="68580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49770" y="0"/>
              <a:ext cx="5442228" cy="685799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57745" y="0"/>
              <a:ext cx="5334254" cy="685793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1857355" cy="6858000"/>
            <a:chOff x="0" y="0"/>
            <a:chExt cx="1185735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3924" y="0"/>
              <a:ext cx="11543322" cy="674738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11416665" cy="6858000"/>
            </a:xfrm>
            <a:custGeom>
              <a:avLst/>
              <a:gdLst/>
              <a:ahLst/>
              <a:cxnLst/>
              <a:rect l="l" t="t" r="r" b="b"/>
              <a:pathLst>
                <a:path w="11416665" h="6858000">
                  <a:moveTo>
                    <a:pt x="1141641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1416411" y="6858000"/>
                  </a:lnTo>
                  <a:lnTo>
                    <a:pt x="1141641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883145" y="1231773"/>
            <a:ext cx="3811904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45" dirty="0"/>
              <a:t>Solution</a:t>
            </a:r>
            <a:r>
              <a:rPr sz="4000" spc="-434" dirty="0"/>
              <a:t> </a:t>
            </a:r>
            <a:r>
              <a:rPr sz="4000" spc="210" dirty="0"/>
              <a:t>s</a:t>
            </a:r>
            <a:r>
              <a:rPr sz="4000" spc="-350" dirty="0"/>
              <a:t>t</a:t>
            </a:r>
            <a:r>
              <a:rPr sz="4000" spc="-445" dirty="0"/>
              <a:t>r</a:t>
            </a:r>
            <a:r>
              <a:rPr sz="4000" spc="-190" dirty="0"/>
              <a:t>a</a:t>
            </a:r>
            <a:r>
              <a:rPr sz="4000" spc="-405" dirty="0"/>
              <a:t>t</a:t>
            </a:r>
            <a:r>
              <a:rPr sz="4000" spc="-155" dirty="0"/>
              <a:t>egies</a:t>
            </a:r>
            <a:endParaRPr sz="4000"/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6095743" cy="6857861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6883145" y="2605887"/>
            <a:ext cx="3916679" cy="313245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400" b="1" spc="-15" dirty="0">
                <a:latin typeface="Trebuchet MS"/>
                <a:cs typeface="Trebuchet MS"/>
              </a:rPr>
              <a:t>Routine</a:t>
            </a:r>
            <a:r>
              <a:rPr sz="1400" b="1" spc="-165" dirty="0">
                <a:latin typeface="Trebuchet MS"/>
                <a:cs typeface="Trebuchet MS"/>
              </a:rPr>
              <a:t> </a:t>
            </a:r>
            <a:r>
              <a:rPr sz="1400" b="1" spc="5" dirty="0">
                <a:latin typeface="Trebuchet MS"/>
                <a:cs typeface="Trebuchet MS"/>
              </a:rPr>
              <a:t>p</a:t>
            </a:r>
            <a:r>
              <a:rPr sz="1400" b="1" spc="-95" dirty="0">
                <a:latin typeface="Trebuchet MS"/>
                <a:cs typeface="Trebuchet MS"/>
              </a:rPr>
              <a:t>r</a:t>
            </a:r>
            <a:r>
              <a:rPr sz="1400" b="1" spc="5" dirty="0">
                <a:latin typeface="Trebuchet MS"/>
                <a:cs typeface="Trebuchet MS"/>
              </a:rPr>
              <a:t>o</a:t>
            </a:r>
            <a:r>
              <a:rPr sz="1400" b="1" spc="10" dirty="0">
                <a:latin typeface="Trebuchet MS"/>
                <a:cs typeface="Trebuchet MS"/>
              </a:rPr>
              <a:t>b</a:t>
            </a:r>
            <a:r>
              <a:rPr sz="1400" b="1" dirty="0">
                <a:latin typeface="Trebuchet MS"/>
                <a:cs typeface="Trebuchet MS"/>
              </a:rPr>
              <a:t>l</a:t>
            </a:r>
            <a:r>
              <a:rPr sz="1400" b="1" spc="40" dirty="0">
                <a:latin typeface="Trebuchet MS"/>
                <a:cs typeface="Trebuchet MS"/>
              </a:rPr>
              <a:t>ems</a:t>
            </a:r>
            <a:endParaRPr sz="1400">
              <a:latin typeface="Trebuchet MS"/>
              <a:cs typeface="Trebuchet MS"/>
            </a:endParaRPr>
          </a:p>
          <a:p>
            <a:pPr marL="241300" marR="10795" indent="-228600">
              <a:lnSpc>
                <a:spcPts val="1510"/>
              </a:lnSpc>
              <a:spcBef>
                <a:spcPts val="625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400" b="1" spc="45" dirty="0">
                <a:latin typeface="Trebuchet MS"/>
                <a:cs typeface="Trebuchet MS"/>
              </a:rPr>
              <a:t>So</a:t>
            </a:r>
            <a:r>
              <a:rPr sz="1400" b="1" spc="25" dirty="0">
                <a:latin typeface="Trebuchet MS"/>
                <a:cs typeface="Trebuchet MS"/>
              </a:rPr>
              <a:t>l</a:t>
            </a:r>
            <a:r>
              <a:rPr sz="1400" b="1" spc="-35" dirty="0">
                <a:latin typeface="Trebuchet MS"/>
                <a:cs typeface="Trebuchet MS"/>
              </a:rPr>
              <a:t>ut</a:t>
            </a:r>
            <a:r>
              <a:rPr sz="1400" b="1" spc="-50" dirty="0">
                <a:latin typeface="Trebuchet MS"/>
                <a:cs typeface="Trebuchet MS"/>
              </a:rPr>
              <a:t>i</a:t>
            </a:r>
            <a:r>
              <a:rPr sz="1400" b="1" spc="-45" dirty="0">
                <a:latin typeface="Trebuchet MS"/>
                <a:cs typeface="Trebuchet MS"/>
              </a:rPr>
              <a:t>on</a:t>
            </a:r>
            <a:r>
              <a:rPr sz="1400" b="1" spc="-25" dirty="0">
                <a:latin typeface="Trebuchet MS"/>
                <a:cs typeface="Trebuchet MS"/>
              </a:rPr>
              <a:t>:</a:t>
            </a:r>
            <a:r>
              <a:rPr sz="1400" b="1" spc="-155" dirty="0">
                <a:latin typeface="Trebuchet MS"/>
                <a:cs typeface="Trebuchet MS"/>
              </a:rPr>
              <a:t> </a:t>
            </a:r>
            <a:r>
              <a:rPr sz="1400" spc="-15" dirty="0">
                <a:latin typeface="Trebuchet MS"/>
                <a:cs typeface="Trebuchet MS"/>
              </a:rPr>
              <a:t>Havin</a:t>
            </a:r>
            <a:r>
              <a:rPr sz="1400" spc="-10" dirty="0">
                <a:latin typeface="Trebuchet MS"/>
                <a:cs typeface="Trebuchet MS"/>
              </a:rPr>
              <a:t>g</a:t>
            </a:r>
            <a:r>
              <a:rPr sz="1400" spc="-135" dirty="0">
                <a:latin typeface="Trebuchet MS"/>
                <a:cs typeface="Trebuchet MS"/>
              </a:rPr>
              <a:t> </a:t>
            </a:r>
            <a:r>
              <a:rPr sz="1400" spc="10" dirty="0">
                <a:latin typeface="Trebuchet MS"/>
                <a:cs typeface="Trebuchet MS"/>
              </a:rPr>
              <a:t>a</a:t>
            </a:r>
            <a:r>
              <a:rPr sz="1400" spc="-140" dirty="0">
                <a:latin typeface="Trebuchet MS"/>
                <a:cs typeface="Trebuchet MS"/>
              </a:rPr>
              <a:t> </a:t>
            </a:r>
            <a:r>
              <a:rPr sz="1400" spc="-100" dirty="0">
                <a:latin typeface="Trebuchet MS"/>
                <a:cs typeface="Trebuchet MS"/>
              </a:rPr>
              <a:t>r</a:t>
            </a:r>
            <a:r>
              <a:rPr sz="1400" spc="20" dirty="0">
                <a:latin typeface="Trebuchet MS"/>
                <a:cs typeface="Trebuchet MS"/>
              </a:rPr>
              <a:t>o</a:t>
            </a:r>
            <a:r>
              <a:rPr sz="1400" spc="10" dirty="0">
                <a:latin typeface="Trebuchet MS"/>
                <a:cs typeface="Trebuchet MS"/>
              </a:rPr>
              <a:t>u</a:t>
            </a:r>
            <a:r>
              <a:rPr sz="1400" spc="-50" dirty="0">
                <a:latin typeface="Trebuchet MS"/>
                <a:cs typeface="Trebuchet MS"/>
              </a:rPr>
              <a:t>tin</a:t>
            </a:r>
            <a:r>
              <a:rPr sz="1400" spc="-60" dirty="0">
                <a:latin typeface="Trebuchet MS"/>
                <a:cs typeface="Trebuchet MS"/>
              </a:rPr>
              <a:t>e</a:t>
            </a:r>
            <a:r>
              <a:rPr sz="1400" spc="-135" dirty="0">
                <a:latin typeface="Trebuchet MS"/>
                <a:cs typeface="Trebuchet MS"/>
              </a:rPr>
              <a:t> </a:t>
            </a:r>
            <a:r>
              <a:rPr sz="1400" spc="-5" dirty="0">
                <a:latin typeface="Trebuchet MS"/>
                <a:cs typeface="Trebuchet MS"/>
              </a:rPr>
              <a:t>h</a:t>
            </a:r>
            <a:r>
              <a:rPr sz="1400" spc="10" dirty="0">
                <a:latin typeface="Trebuchet MS"/>
                <a:cs typeface="Trebuchet MS"/>
              </a:rPr>
              <a:t>elps</a:t>
            </a:r>
            <a:r>
              <a:rPr sz="1400" spc="-145" dirty="0">
                <a:latin typeface="Trebuchet MS"/>
                <a:cs typeface="Trebuchet MS"/>
              </a:rPr>
              <a:t> </a:t>
            </a:r>
            <a:r>
              <a:rPr sz="1400" spc="-75" dirty="0">
                <a:latin typeface="Trebuchet MS"/>
                <a:cs typeface="Trebuchet MS"/>
              </a:rPr>
              <a:t>y</a:t>
            </a:r>
            <a:r>
              <a:rPr sz="1400" spc="20" dirty="0">
                <a:latin typeface="Trebuchet MS"/>
                <a:cs typeface="Trebuchet MS"/>
              </a:rPr>
              <a:t>o</a:t>
            </a:r>
            <a:r>
              <a:rPr sz="1400" spc="15" dirty="0">
                <a:latin typeface="Trebuchet MS"/>
                <a:cs typeface="Trebuchet MS"/>
              </a:rPr>
              <a:t>u</a:t>
            </a:r>
            <a:r>
              <a:rPr sz="1400" spc="-145" dirty="0">
                <a:latin typeface="Trebuchet MS"/>
                <a:cs typeface="Trebuchet MS"/>
              </a:rPr>
              <a:t> </a:t>
            </a:r>
            <a:r>
              <a:rPr sz="1400" spc="105" dirty="0">
                <a:latin typeface="Trebuchet MS"/>
                <a:cs typeface="Trebuchet MS"/>
              </a:rPr>
              <a:t>s</a:t>
            </a:r>
            <a:r>
              <a:rPr sz="1400" spc="-50" dirty="0">
                <a:latin typeface="Trebuchet MS"/>
                <a:cs typeface="Trebuchet MS"/>
              </a:rPr>
              <a:t>tay  </a:t>
            </a:r>
            <a:r>
              <a:rPr sz="1400" spc="-110" dirty="0">
                <a:latin typeface="Trebuchet MS"/>
                <a:cs typeface="Trebuchet MS"/>
              </a:rPr>
              <a:t>f</a:t>
            </a:r>
            <a:r>
              <a:rPr sz="1400" spc="20" dirty="0">
                <a:latin typeface="Trebuchet MS"/>
                <a:cs typeface="Trebuchet MS"/>
              </a:rPr>
              <a:t>o</a:t>
            </a:r>
            <a:r>
              <a:rPr sz="1400" spc="30" dirty="0">
                <a:latin typeface="Trebuchet MS"/>
                <a:cs typeface="Trebuchet MS"/>
              </a:rPr>
              <a:t>c</a:t>
            </a:r>
            <a:r>
              <a:rPr sz="1400" spc="10" dirty="0">
                <a:latin typeface="Trebuchet MS"/>
                <a:cs typeface="Trebuchet MS"/>
              </a:rPr>
              <a:t>u</a:t>
            </a:r>
            <a:r>
              <a:rPr sz="1400" spc="45" dirty="0">
                <a:latin typeface="Trebuchet MS"/>
                <a:cs typeface="Trebuchet MS"/>
              </a:rPr>
              <a:t>se</a:t>
            </a:r>
            <a:r>
              <a:rPr sz="1400" spc="5" dirty="0">
                <a:latin typeface="Trebuchet MS"/>
                <a:cs typeface="Trebuchet MS"/>
              </a:rPr>
              <a:t>d</a:t>
            </a:r>
            <a:r>
              <a:rPr sz="1400" spc="-145" dirty="0">
                <a:latin typeface="Trebuchet MS"/>
                <a:cs typeface="Trebuchet MS"/>
              </a:rPr>
              <a:t> </a:t>
            </a:r>
            <a:r>
              <a:rPr sz="1400" spc="5" dirty="0">
                <a:latin typeface="Trebuchet MS"/>
                <a:cs typeface="Trebuchet MS"/>
              </a:rPr>
              <a:t>b</a:t>
            </a:r>
            <a:r>
              <a:rPr sz="1400" spc="10" dirty="0">
                <a:latin typeface="Trebuchet MS"/>
                <a:cs typeface="Trebuchet MS"/>
              </a:rPr>
              <a:t>e</a:t>
            </a:r>
            <a:r>
              <a:rPr sz="1400" spc="-10" dirty="0">
                <a:latin typeface="Trebuchet MS"/>
                <a:cs typeface="Trebuchet MS"/>
              </a:rPr>
              <a:t>c</a:t>
            </a:r>
            <a:r>
              <a:rPr sz="1400" spc="5" dirty="0">
                <a:latin typeface="Trebuchet MS"/>
                <a:cs typeface="Trebuchet MS"/>
              </a:rPr>
              <a:t>au</a:t>
            </a:r>
            <a:r>
              <a:rPr sz="1400" spc="45" dirty="0">
                <a:latin typeface="Trebuchet MS"/>
                <a:cs typeface="Trebuchet MS"/>
              </a:rPr>
              <a:t>se</a:t>
            </a:r>
            <a:r>
              <a:rPr sz="1400" spc="-135" dirty="0">
                <a:latin typeface="Trebuchet MS"/>
                <a:cs typeface="Trebuchet MS"/>
              </a:rPr>
              <a:t> </a:t>
            </a:r>
            <a:r>
              <a:rPr sz="1400" spc="-70" dirty="0">
                <a:latin typeface="Trebuchet MS"/>
                <a:cs typeface="Trebuchet MS"/>
              </a:rPr>
              <a:t>y</a:t>
            </a:r>
            <a:r>
              <a:rPr sz="1400" spc="20" dirty="0">
                <a:latin typeface="Trebuchet MS"/>
                <a:cs typeface="Trebuchet MS"/>
              </a:rPr>
              <a:t>o</a:t>
            </a:r>
            <a:r>
              <a:rPr sz="1400" spc="15" dirty="0">
                <a:latin typeface="Trebuchet MS"/>
                <a:cs typeface="Trebuchet MS"/>
              </a:rPr>
              <a:t>u</a:t>
            </a:r>
            <a:r>
              <a:rPr sz="1400" spc="-14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kn</a:t>
            </a:r>
            <a:r>
              <a:rPr sz="1400" spc="-10" dirty="0">
                <a:latin typeface="Trebuchet MS"/>
                <a:cs typeface="Trebuchet MS"/>
              </a:rPr>
              <a:t>o</a:t>
            </a:r>
            <a:r>
              <a:rPr sz="1400" spc="-30" dirty="0">
                <a:latin typeface="Trebuchet MS"/>
                <a:cs typeface="Trebuchet MS"/>
              </a:rPr>
              <a:t>w</a:t>
            </a:r>
            <a:r>
              <a:rPr sz="1400" spc="-145" dirty="0">
                <a:latin typeface="Trebuchet MS"/>
                <a:cs typeface="Trebuchet MS"/>
              </a:rPr>
              <a:t> </a:t>
            </a:r>
            <a:r>
              <a:rPr sz="1400" spc="-15" dirty="0">
                <a:latin typeface="Trebuchet MS"/>
                <a:cs typeface="Trebuchet MS"/>
              </a:rPr>
              <a:t>w</a:t>
            </a:r>
            <a:r>
              <a:rPr sz="1400" spc="-20" dirty="0">
                <a:latin typeface="Trebuchet MS"/>
                <a:cs typeface="Trebuchet MS"/>
              </a:rPr>
              <a:t>h</a:t>
            </a:r>
            <a:r>
              <a:rPr sz="1400" spc="-5" dirty="0">
                <a:latin typeface="Trebuchet MS"/>
                <a:cs typeface="Trebuchet MS"/>
              </a:rPr>
              <a:t>a</a:t>
            </a:r>
            <a:r>
              <a:rPr sz="1400" spc="-105" dirty="0">
                <a:latin typeface="Trebuchet MS"/>
                <a:cs typeface="Trebuchet MS"/>
              </a:rPr>
              <a:t>t</a:t>
            </a:r>
            <a:r>
              <a:rPr sz="1400" spc="-125" dirty="0">
                <a:latin typeface="Trebuchet MS"/>
                <a:cs typeface="Trebuchet MS"/>
              </a:rPr>
              <a:t> </a:t>
            </a:r>
            <a:r>
              <a:rPr sz="1400" spc="-120" dirty="0">
                <a:latin typeface="Trebuchet MS"/>
                <a:cs typeface="Trebuchet MS"/>
              </a:rPr>
              <a:t>t</a:t>
            </a:r>
            <a:r>
              <a:rPr sz="1400" spc="20" dirty="0">
                <a:latin typeface="Trebuchet MS"/>
                <a:cs typeface="Trebuchet MS"/>
              </a:rPr>
              <a:t>o</a:t>
            </a:r>
            <a:r>
              <a:rPr sz="1400" spc="-135" dirty="0">
                <a:latin typeface="Trebuchet MS"/>
                <a:cs typeface="Trebuchet MS"/>
              </a:rPr>
              <a:t> </a:t>
            </a:r>
            <a:r>
              <a:rPr sz="1400" spc="-45" dirty="0">
                <a:latin typeface="Trebuchet MS"/>
                <a:cs typeface="Trebuchet MS"/>
              </a:rPr>
              <a:t>e</a:t>
            </a:r>
            <a:r>
              <a:rPr sz="1400" spc="-40" dirty="0">
                <a:latin typeface="Trebuchet MS"/>
                <a:cs typeface="Trebuchet MS"/>
              </a:rPr>
              <a:t>x</a:t>
            </a:r>
            <a:r>
              <a:rPr sz="1400" spc="-35" dirty="0">
                <a:latin typeface="Trebuchet MS"/>
                <a:cs typeface="Trebuchet MS"/>
              </a:rPr>
              <a:t>p</a:t>
            </a:r>
            <a:r>
              <a:rPr sz="1400" spc="-30" dirty="0">
                <a:latin typeface="Trebuchet MS"/>
                <a:cs typeface="Trebuchet MS"/>
              </a:rPr>
              <a:t>ect</a:t>
            </a:r>
            <a:r>
              <a:rPr sz="1400" spc="-145" dirty="0">
                <a:latin typeface="Trebuchet MS"/>
                <a:cs typeface="Trebuchet MS"/>
              </a:rPr>
              <a:t> </a:t>
            </a:r>
            <a:r>
              <a:rPr sz="1400" spc="5" dirty="0">
                <a:latin typeface="Trebuchet MS"/>
                <a:cs typeface="Trebuchet MS"/>
              </a:rPr>
              <a:t>each  </a:t>
            </a:r>
            <a:r>
              <a:rPr sz="1400" spc="-65" dirty="0">
                <a:latin typeface="Trebuchet MS"/>
                <a:cs typeface="Trebuchet MS"/>
              </a:rPr>
              <a:t>day.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Arial MT"/>
              <a:buChar char="•"/>
            </a:pPr>
            <a:endParaRPr sz="215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400" b="1" spc="30" dirty="0">
                <a:latin typeface="Trebuchet MS"/>
                <a:cs typeface="Trebuchet MS"/>
              </a:rPr>
              <a:t>W</a:t>
            </a:r>
            <a:r>
              <a:rPr sz="1400" b="1" spc="-35" dirty="0">
                <a:latin typeface="Trebuchet MS"/>
                <a:cs typeface="Trebuchet MS"/>
              </a:rPr>
              <a:t>or</a:t>
            </a:r>
            <a:r>
              <a:rPr sz="1400" b="1" spc="-50" dirty="0">
                <a:latin typeface="Trebuchet MS"/>
                <a:cs typeface="Trebuchet MS"/>
              </a:rPr>
              <a:t>k</a:t>
            </a:r>
            <a:r>
              <a:rPr sz="1400" b="1" spc="114" dirty="0">
                <a:latin typeface="Trebuchet MS"/>
                <a:cs typeface="Trebuchet MS"/>
              </a:rPr>
              <a:t>s</a:t>
            </a:r>
            <a:r>
              <a:rPr sz="1400" b="1" spc="5" dirty="0">
                <a:latin typeface="Trebuchet MS"/>
                <a:cs typeface="Trebuchet MS"/>
              </a:rPr>
              <a:t>p</a:t>
            </a:r>
            <a:r>
              <a:rPr sz="1400" b="1" spc="25" dirty="0">
                <a:latin typeface="Trebuchet MS"/>
                <a:cs typeface="Trebuchet MS"/>
              </a:rPr>
              <a:t>a</a:t>
            </a:r>
            <a:r>
              <a:rPr sz="1400" b="1" spc="15" dirty="0">
                <a:latin typeface="Trebuchet MS"/>
                <a:cs typeface="Trebuchet MS"/>
              </a:rPr>
              <a:t>ce</a:t>
            </a:r>
            <a:r>
              <a:rPr sz="1400" b="1" spc="-165" dirty="0">
                <a:latin typeface="Trebuchet MS"/>
                <a:cs typeface="Trebuchet MS"/>
              </a:rPr>
              <a:t> </a:t>
            </a:r>
            <a:r>
              <a:rPr sz="1400" b="1" spc="-50" dirty="0">
                <a:latin typeface="Trebuchet MS"/>
                <a:cs typeface="Trebuchet MS"/>
              </a:rPr>
              <a:t>i</a:t>
            </a:r>
            <a:r>
              <a:rPr sz="1400" b="1" spc="114" dirty="0">
                <a:latin typeface="Trebuchet MS"/>
                <a:cs typeface="Trebuchet MS"/>
              </a:rPr>
              <a:t>ss</a:t>
            </a:r>
            <a:r>
              <a:rPr sz="1400" b="1" spc="30" dirty="0">
                <a:latin typeface="Trebuchet MS"/>
                <a:cs typeface="Trebuchet MS"/>
              </a:rPr>
              <a:t>ue</a:t>
            </a:r>
            <a:r>
              <a:rPr sz="1400" b="1" spc="15" dirty="0">
                <a:latin typeface="Trebuchet MS"/>
                <a:cs typeface="Trebuchet MS"/>
              </a:rPr>
              <a:t>s</a:t>
            </a:r>
            <a:r>
              <a:rPr sz="1400" b="1" spc="-95" dirty="0">
                <a:latin typeface="Trebuchet MS"/>
                <a:cs typeface="Trebuchet MS"/>
              </a:rPr>
              <a:t>:</a:t>
            </a:r>
            <a:endParaRPr sz="1400">
              <a:latin typeface="Trebuchet MS"/>
              <a:cs typeface="Trebuchet MS"/>
            </a:endParaRPr>
          </a:p>
          <a:p>
            <a:pPr marL="241300" marR="5080" indent="-228600">
              <a:lnSpc>
                <a:spcPts val="1510"/>
              </a:lnSpc>
              <a:spcBef>
                <a:spcPts val="625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400" b="1" spc="45" dirty="0">
                <a:latin typeface="Trebuchet MS"/>
                <a:cs typeface="Trebuchet MS"/>
              </a:rPr>
              <a:t>So</a:t>
            </a:r>
            <a:r>
              <a:rPr sz="1400" b="1" spc="25" dirty="0">
                <a:latin typeface="Trebuchet MS"/>
                <a:cs typeface="Trebuchet MS"/>
              </a:rPr>
              <a:t>l</a:t>
            </a:r>
            <a:r>
              <a:rPr sz="1400" b="1" spc="-35" dirty="0">
                <a:latin typeface="Trebuchet MS"/>
                <a:cs typeface="Trebuchet MS"/>
              </a:rPr>
              <a:t>ut</a:t>
            </a:r>
            <a:r>
              <a:rPr sz="1400" b="1" spc="-50" dirty="0">
                <a:latin typeface="Trebuchet MS"/>
                <a:cs typeface="Trebuchet MS"/>
              </a:rPr>
              <a:t>i</a:t>
            </a:r>
            <a:r>
              <a:rPr sz="1400" b="1" spc="-45" dirty="0">
                <a:latin typeface="Trebuchet MS"/>
                <a:cs typeface="Trebuchet MS"/>
              </a:rPr>
              <a:t>on</a:t>
            </a:r>
            <a:r>
              <a:rPr sz="1400" b="1" spc="-25" dirty="0">
                <a:latin typeface="Trebuchet MS"/>
                <a:cs typeface="Trebuchet MS"/>
              </a:rPr>
              <a:t>:</a:t>
            </a:r>
            <a:r>
              <a:rPr sz="1400" b="1" spc="-155" dirty="0">
                <a:latin typeface="Trebuchet MS"/>
                <a:cs typeface="Trebuchet MS"/>
              </a:rPr>
              <a:t> </a:t>
            </a:r>
            <a:r>
              <a:rPr sz="1400" spc="-35" dirty="0">
                <a:latin typeface="Trebuchet MS"/>
                <a:cs typeface="Trebuchet MS"/>
              </a:rPr>
              <a:t>I</a:t>
            </a:r>
            <a:r>
              <a:rPr sz="1400" spc="-130" dirty="0">
                <a:latin typeface="Trebuchet MS"/>
                <a:cs typeface="Trebuchet MS"/>
              </a:rPr>
              <a:t>t</a:t>
            </a:r>
            <a:r>
              <a:rPr sz="1400" spc="-204" dirty="0">
                <a:latin typeface="Trebuchet MS"/>
                <a:cs typeface="Trebuchet MS"/>
              </a:rPr>
              <a:t>’</a:t>
            </a:r>
            <a:r>
              <a:rPr sz="1400" spc="114" dirty="0">
                <a:latin typeface="Trebuchet MS"/>
                <a:cs typeface="Trebuchet MS"/>
              </a:rPr>
              <a:t>s</a:t>
            </a:r>
            <a:r>
              <a:rPr sz="1400" spc="-160" dirty="0">
                <a:latin typeface="Trebuchet MS"/>
                <a:cs typeface="Trebuchet MS"/>
              </a:rPr>
              <a:t> </a:t>
            </a:r>
            <a:r>
              <a:rPr sz="1400" spc="-35" dirty="0">
                <a:latin typeface="Trebuchet MS"/>
                <a:cs typeface="Trebuchet MS"/>
              </a:rPr>
              <a:t>g</a:t>
            </a:r>
            <a:r>
              <a:rPr sz="1400" spc="20" dirty="0">
                <a:latin typeface="Trebuchet MS"/>
                <a:cs typeface="Trebuchet MS"/>
              </a:rPr>
              <a:t>oo</a:t>
            </a:r>
            <a:r>
              <a:rPr sz="1400" spc="5" dirty="0">
                <a:latin typeface="Trebuchet MS"/>
                <a:cs typeface="Trebuchet MS"/>
              </a:rPr>
              <a:t>d</a:t>
            </a:r>
            <a:r>
              <a:rPr sz="1400" spc="-145" dirty="0">
                <a:latin typeface="Trebuchet MS"/>
                <a:cs typeface="Trebuchet MS"/>
              </a:rPr>
              <a:t> </a:t>
            </a:r>
            <a:r>
              <a:rPr sz="1400" spc="-120" dirty="0">
                <a:latin typeface="Trebuchet MS"/>
                <a:cs typeface="Trebuchet MS"/>
              </a:rPr>
              <a:t>t</a:t>
            </a:r>
            <a:r>
              <a:rPr sz="1400" spc="20" dirty="0">
                <a:latin typeface="Trebuchet MS"/>
                <a:cs typeface="Trebuchet MS"/>
              </a:rPr>
              <a:t>o</a:t>
            </a:r>
            <a:r>
              <a:rPr sz="1400" spc="-145" dirty="0">
                <a:latin typeface="Trebuchet MS"/>
                <a:cs typeface="Trebuchet MS"/>
              </a:rPr>
              <a:t> </a:t>
            </a:r>
            <a:r>
              <a:rPr sz="1400" spc="-5" dirty="0">
                <a:latin typeface="Trebuchet MS"/>
                <a:cs typeface="Trebuchet MS"/>
              </a:rPr>
              <a:t>h</a:t>
            </a:r>
            <a:r>
              <a:rPr sz="1400" spc="-30" dirty="0">
                <a:latin typeface="Trebuchet MS"/>
                <a:cs typeface="Trebuchet MS"/>
              </a:rPr>
              <a:t>a</a:t>
            </a:r>
            <a:r>
              <a:rPr sz="1400" spc="-35" dirty="0">
                <a:latin typeface="Trebuchet MS"/>
                <a:cs typeface="Trebuchet MS"/>
              </a:rPr>
              <a:t>v</a:t>
            </a:r>
            <a:r>
              <a:rPr sz="1400" spc="-25" dirty="0">
                <a:latin typeface="Trebuchet MS"/>
                <a:cs typeface="Trebuchet MS"/>
              </a:rPr>
              <a:t>e</a:t>
            </a:r>
            <a:r>
              <a:rPr sz="1400" spc="-135" dirty="0">
                <a:latin typeface="Trebuchet MS"/>
                <a:cs typeface="Trebuchet MS"/>
              </a:rPr>
              <a:t> </a:t>
            </a:r>
            <a:r>
              <a:rPr sz="1400" spc="10" dirty="0">
                <a:latin typeface="Trebuchet MS"/>
                <a:cs typeface="Trebuchet MS"/>
              </a:rPr>
              <a:t>a</a:t>
            </a:r>
            <a:r>
              <a:rPr sz="1400" spc="-125" dirty="0">
                <a:latin typeface="Trebuchet MS"/>
                <a:cs typeface="Trebuchet MS"/>
              </a:rPr>
              <a:t> </a:t>
            </a:r>
            <a:r>
              <a:rPr sz="1400" spc="5" dirty="0">
                <a:latin typeface="Trebuchet MS"/>
                <a:cs typeface="Trebuchet MS"/>
              </a:rPr>
              <a:t>q</a:t>
            </a:r>
            <a:r>
              <a:rPr sz="1400" spc="10" dirty="0">
                <a:latin typeface="Trebuchet MS"/>
                <a:cs typeface="Trebuchet MS"/>
              </a:rPr>
              <a:t>u</a:t>
            </a:r>
            <a:r>
              <a:rPr sz="1400" spc="-45" dirty="0">
                <a:latin typeface="Trebuchet MS"/>
                <a:cs typeface="Trebuchet MS"/>
              </a:rPr>
              <a:t>ie</a:t>
            </a:r>
            <a:r>
              <a:rPr sz="1400" spc="-105" dirty="0">
                <a:latin typeface="Trebuchet MS"/>
                <a:cs typeface="Trebuchet MS"/>
              </a:rPr>
              <a:t>t</a:t>
            </a:r>
            <a:r>
              <a:rPr sz="1400" spc="-145" dirty="0">
                <a:latin typeface="Trebuchet MS"/>
                <a:cs typeface="Trebuchet MS"/>
              </a:rPr>
              <a:t> </a:t>
            </a:r>
            <a:r>
              <a:rPr sz="1400" spc="-50" dirty="0">
                <a:latin typeface="Trebuchet MS"/>
                <a:cs typeface="Trebuchet MS"/>
              </a:rPr>
              <a:t>w</a:t>
            </a:r>
            <a:r>
              <a:rPr sz="1400" spc="20" dirty="0">
                <a:latin typeface="Trebuchet MS"/>
                <a:cs typeface="Trebuchet MS"/>
              </a:rPr>
              <a:t>o</a:t>
            </a:r>
            <a:r>
              <a:rPr sz="1400" spc="-50" dirty="0">
                <a:latin typeface="Trebuchet MS"/>
                <a:cs typeface="Trebuchet MS"/>
              </a:rPr>
              <a:t>r</a:t>
            </a:r>
            <a:r>
              <a:rPr sz="1400" spc="-85" dirty="0">
                <a:latin typeface="Trebuchet MS"/>
                <a:cs typeface="Trebuchet MS"/>
              </a:rPr>
              <a:t>k</a:t>
            </a:r>
            <a:r>
              <a:rPr sz="1400" spc="60" dirty="0">
                <a:latin typeface="Trebuchet MS"/>
                <a:cs typeface="Trebuchet MS"/>
              </a:rPr>
              <a:t>sp</a:t>
            </a:r>
            <a:r>
              <a:rPr sz="1400" spc="20" dirty="0">
                <a:latin typeface="Trebuchet MS"/>
                <a:cs typeface="Trebuchet MS"/>
              </a:rPr>
              <a:t>a</a:t>
            </a:r>
            <a:r>
              <a:rPr sz="1400" spc="15" dirty="0">
                <a:latin typeface="Trebuchet MS"/>
                <a:cs typeface="Trebuchet MS"/>
              </a:rPr>
              <a:t>c</a:t>
            </a:r>
            <a:r>
              <a:rPr sz="1400" spc="-25" dirty="0">
                <a:latin typeface="Trebuchet MS"/>
                <a:cs typeface="Trebuchet MS"/>
              </a:rPr>
              <a:t>e</a:t>
            </a:r>
            <a:r>
              <a:rPr sz="1400" spc="-135" dirty="0">
                <a:latin typeface="Trebuchet MS"/>
                <a:cs typeface="Trebuchet MS"/>
              </a:rPr>
              <a:t> </a:t>
            </a:r>
            <a:r>
              <a:rPr sz="1400" spc="55" dirty="0">
                <a:latin typeface="Trebuchet MS"/>
                <a:cs typeface="Trebuchet MS"/>
              </a:rPr>
              <a:t>so  </a:t>
            </a:r>
            <a:r>
              <a:rPr sz="1400" spc="-10" dirty="0">
                <a:latin typeface="Trebuchet MS"/>
                <a:cs typeface="Trebuchet MS"/>
              </a:rPr>
              <a:t>you</a:t>
            </a:r>
            <a:r>
              <a:rPr sz="1400" spc="-145" dirty="0">
                <a:latin typeface="Trebuchet MS"/>
                <a:cs typeface="Trebuchet MS"/>
              </a:rPr>
              <a:t> </a:t>
            </a:r>
            <a:r>
              <a:rPr sz="1400" spc="10" dirty="0">
                <a:latin typeface="Trebuchet MS"/>
                <a:cs typeface="Trebuchet MS"/>
              </a:rPr>
              <a:t>can</a:t>
            </a:r>
            <a:r>
              <a:rPr sz="1400" spc="-120" dirty="0">
                <a:latin typeface="Trebuchet MS"/>
                <a:cs typeface="Trebuchet MS"/>
              </a:rPr>
              <a:t> </a:t>
            </a:r>
            <a:r>
              <a:rPr sz="1400" spc="-35" dirty="0">
                <a:latin typeface="Trebuchet MS"/>
                <a:cs typeface="Trebuchet MS"/>
              </a:rPr>
              <a:t>work</a:t>
            </a:r>
            <a:r>
              <a:rPr sz="1400" spc="-140" dirty="0">
                <a:latin typeface="Trebuchet MS"/>
                <a:cs typeface="Trebuchet MS"/>
              </a:rPr>
              <a:t> </a:t>
            </a:r>
            <a:r>
              <a:rPr sz="1400" spc="-40" dirty="0">
                <a:latin typeface="Trebuchet MS"/>
                <a:cs typeface="Trebuchet MS"/>
              </a:rPr>
              <a:t>without</a:t>
            </a:r>
            <a:r>
              <a:rPr sz="1400" spc="-135" dirty="0">
                <a:latin typeface="Trebuchet MS"/>
                <a:cs typeface="Trebuchet MS"/>
              </a:rPr>
              <a:t> </a:t>
            </a:r>
            <a:r>
              <a:rPr sz="1400" spc="-40" dirty="0">
                <a:latin typeface="Trebuchet MS"/>
                <a:cs typeface="Trebuchet MS"/>
              </a:rPr>
              <a:t>interruptions.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 MT"/>
              <a:buChar char="•"/>
            </a:pPr>
            <a:endParaRPr sz="2150">
              <a:latin typeface="Trebuchet MS"/>
              <a:cs typeface="Trebuchet MS"/>
            </a:endParaRPr>
          </a:p>
          <a:p>
            <a:pPr marL="227965" marR="114300" indent="-227965" algn="r">
              <a:lnSpc>
                <a:spcPts val="1595"/>
              </a:lnSpc>
              <a:buFont typeface="Arial MT"/>
              <a:buChar char="•"/>
              <a:tabLst>
                <a:tab pos="227965" algn="l"/>
                <a:tab pos="241300" algn="l"/>
              </a:tabLst>
            </a:pPr>
            <a:r>
              <a:rPr sz="1400" b="1" spc="5" dirty="0">
                <a:latin typeface="Trebuchet MS"/>
                <a:cs typeface="Trebuchet MS"/>
              </a:rPr>
              <a:t>Communication</a:t>
            </a:r>
            <a:r>
              <a:rPr sz="1400" b="1" spc="-155" dirty="0">
                <a:latin typeface="Trebuchet MS"/>
                <a:cs typeface="Trebuchet MS"/>
              </a:rPr>
              <a:t> </a:t>
            </a:r>
            <a:r>
              <a:rPr sz="1400" b="1" spc="-35" dirty="0">
                <a:latin typeface="Trebuchet MS"/>
                <a:cs typeface="Trebuchet MS"/>
              </a:rPr>
              <a:t>barriers:</a:t>
            </a:r>
            <a:r>
              <a:rPr sz="1400" b="1" spc="-145" dirty="0">
                <a:latin typeface="Trebuchet MS"/>
                <a:cs typeface="Trebuchet MS"/>
              </a:rPr>
              <a:t> </a:t>
            </a:r>
            <a:r>
              <a:rPr sz="1400" spc="30" dirty="0">
                <a:latin typeface="Trebuchet MS"/>
                <a:cs typeface="Trebuchet MS"/>
              </a:rPr>
              <a:t>Apps</a:t>
            </a:r>
            <a:r>
              <a:rPr sz="1400" spc="-15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and</a:t>
            </a:r>
            <a:r>
              <a:rPr sz="1400" spc="-130" dirty="0">
                <a:latin typeface="Trebuchet MS"/>
                <a:cs typeface="Trebuchet MS"/>
              </a:rPr>
              <a:t> </a:t>
            </a:r>
            <a:r>
              <a:rPr sz="1400" spc="-5" dirty="0">
                <a:latin typeface="Trebuchet MS"/>
                <a:cs typeface="Trebuchet MS"/>
              </a:rPr>
              <a:t>tools</a:t>
            </a:r>
            <a:r>
              <a:rPr sz="1400" spc="-140" dirty="0">
                <a:latin typeface="Trebuchet MS"/>
                <a:cs typeface="Trebuchet MS"/>
              </a:rPr>
              <a:t> </a:t>
            </a:r>
            <a:r>
              <a:rPr sz="1400" spc="-55" dirty="0">
                <a:latin typeface="Trebuchet MS"/>
                <a:cs typeface="Trebuchet MS"/>
              </a:rPr>
              <a:t>that</a:t>
            </a:r>
            <a:endParaRPr sz="1400">
              <a:latin typeface="Trebuchet MS"/>
              <a:cs typeface="Trebuchet MS"/>
            </a:endParaRPr>
          </a:p>
          <a:p>
            <a:pPr marR="162560" algn="r">
              <a:lnSpc>
                <a:spcPts val="1595"/>
              </a:lnSpc>
            </a:pPr>
            <a:r>
              <a:rPr sz="1400" dirty="0">
                <a:latin typeface="Trebuchet MS"/>
                <a:cs typeface="Trebuchet MS"/>
              </a:rPr>
              <a:t>h</a:t>
            </a:r>
            <a:r>
              <a:rPr sz="1400" spc="-25" dirty="0">
                <a:latin typeface="Trebuchet MS"/>
                <a:cs typeface="Trebuchet MS"/>
              </a:rPr>
              <a:t>elp</a:t>
            </a:r>
            <a:r>
              <a:rPr sz="1400" spc="-140" dirty="0">
                <a:latin typeface="Trebuchet MS"/>
                <a:cs typeface="Trebuchet MS"/>
              </a:rPr>
              <a:t> </a:t>
            </a:r>
            <a:r>
              <a:rPr sz="1400" spc="-65" dirty="0">
                <a:latin typeface="Trebuchet MS"/>
                <a:cs typeface="Trebuchet MS"/>
              </a:rPr>
              <a:t>y</a:t>
            </a:r>
            <a:r>
              <a:rPr sz="1400" spc="20" dirty="0">
                <a:latin typeface="Trebuchet MS"/>
                <a:cs typeface="Trebuchet MS"/>
              </a:rPr>
              <a:t>ou</a:t>
            </a:r>
            <a:r>
              <a:rPr sz="1400" spc="-140" dirty="0">
                <a:latin typeface="Trebuchet MS"/>
                <a:cs typeface="Trebuchet MS"/>
              </a:rPr>
              <a:t> </a:t>
            </a:r>
            <a:r>
              <a:rPr sz="1400" spc="-60" dirty="0">
                <a:latin typeface="Trebuchet MS"/>
                <a:cs typeface="Trebuchet MS"/>
              </a:rPr>
              <a:t>ta</a:t>
            </a:r>
            <a:r>
              <a:rPr sz="1400" spc="-45" dirty="0">
                <a:latin typeface="Trebuchet MS"/>
                <a:cs typeface="Trebuchet MS"/>
              </a:rPr>
              <a:t>l</a:t>
            </a:r>
            <a:r>
              <a:rPr sz="1400" spc="-25" dirty="0">
                <a:latin typeface="Trebuchet MS"/>
                <a:cs typeface="Trebuchet MS"/>
              </a:rPr>
              <a:t>k</a:t>
            </a:r>
            <a:r>
              <a:rPr sz="1400" spc="-140" dirty="0">
                <a:latin typeface="Trebuchet MS"/>
                <a:cs typeface="Trebuchet MS"/>
              </a:rPr>
              <a:t> </a:t>
            </a:r>
            <a:r>
              <a:rPr sz="1400" spc="-114" dirty="0">
                <a:latin typeface="Trebuchet MS"/>
                <a:cs typeface="Trebuchet MS"/>
              </a:rPr>
              <a:t>t</a:t>
            </a:r>
            <a:r>
              <a:rPr sz="1400" spc="20" dirty="0">
                <a:latin typeface="Trebuchet MS"/>
                <a:cs typeface="Trebuchet MS"/>
              </a:rPr>
              <a:t>o</a:t>
            </a:r>
            <a:r>
              <a:rPr sz="1400" spc="-145" dirty="0">
                <a:latin typeface="Trebuchet MS"/>
                <a:cs typeface="Trebuchet MS"/>
              </a:rPr>
              <a:t> </a:t>
            </a:r>
            <a:r>
              <a:rPr sz="1400" spc="-70" dirty="0">
                <a:latin typeface="Trebuchet MS"/>
                <a:cs typeface="Trebuchet MS"/>
              </a:rPr>
              <a:t>y</a:t>
            </a:r>
            <a:r>
              <a:rPr sz="1400" spc="-10" dirty="0">
                <a:latin typeface="Trebuchet MS"/>
                <a:cs typeface="Trebuchet MS"/>
              </a:rPr>
              <a:t>our</a:t>
            </a:r>
            <a:r>
              <a:rPr sz="1400" spc="-145" dirty="0">
                <a:latin typeface="Trebuchet MS"/>
                <a:cs typeface="Trebuchet MS"/>
              </a:rPr>
              <a:t> </a:t>
            </a:r>
            <a:r>
              <a:rPr sz="1400" spc="-114" dirty="0">
                <a:latin typeface="Trebuchet MS"/>
                <a:cs typeface="Trebuchet MS"/>
              </a:rPr>
              <a:t>t</a:t>
            </a:r>
            <a:r>
              <a:rPr sz="1400" spc="-25" dirty="0">
                <a:latin typeface="Trebuchet MS"/>
                <a:cs typeface="Trebuchet MS"/>
              </a:rPr>
              <a:t>eam,</a:t>
            </a:r>
            <a:r>
              <a:rPr sz="1400" spc="-145" dirty="0">
                <a:latin typeface="Trebuchet MS"/>
                <a:cs typeface="Trebuchet MS"/>
              </a:rPr>
              <a:t> </a:t>
            </a:r>
            <a:r>
              <a:rPr sz="1400" spc="-45" dirty="0">
                <a:latin typeface="Trebuchet MS"/>
                <a:cs typeface="Trebuchet MS"/>
              </a:rPr>
              <a:t>li</a:t>
            </a:r>
            <a:r>
              <a:rPr sz="1400" spc="-110" dirty="0">
                <a:latin typeface="Trebuchet MS"/>
                <a:cs typeface="Trebuchet MS"/>
              </a:rPr>
              <a:t>k</a:t>
            </a:r>
            <a:r>
              <a:rPr sz="1400" spc="-25" dirty="0">
                <a:latin typeface="Trebuchet MS"/>
                <a:cs typeface="Trebuchet MS"/>
              </a:rPr>
              <a:t>e</a:t>
            </a:r>
            <a:r>
              <a:rPr sz="1400" spc="-125" dirty="0">
                <a:latin typeface="Trebuchet MS"/>
                <a:cs typeface="Trebuchet MS"/>
              </a:rPr>
              <a:t> </a:t>
            </a:r>
            <a:r>
              <a:rPr sz="1400" spc="-60" dirty="0">
                <a:latin typeface="Trebuchet MS"/>
                <a:cs typeface="Trebuchet MS"/>
              </a:rPr>
              <a:t>Z</a:t>
            </a:r>
            <a:r>
              <a:rPr sz="1400" spc="20" dirty="0">
                <a:latin typeface="Trebuchet MS"/>
                <a:cs typeface="Trebuchet MS"/>
              </a:rPr>
              <a:t>o</a:t>
            </a:r>
            <a:r>
              <a:rPr sz="1400" spc="25" dirty="0">
                <a:latin typeface="Trebuchet MS"/>
                <a:cs typeface="Trebuchet MS"/>
              </a:rPr>
              <a:t>o</a:t>
            </a:r>
            <a:r>
              <a:rPr sz="1400" spc="35" dirty="0">
                <a:latin typeface="Trebuchet MS"/>
                <a:cs typeface="Trebuchet MS"/>
              </a:rPr>
              <a:t>m</a:t>
            </a:r>
            <a:r>
              <a:rPr sz="1400" spc="-150" dirty="0">
                <a:latin typeface="Trebuchet MS"/>
                <a:cs typeface="Trebuchet MS"/>
              </a:rPr>
              <a:t> </a:t>
            </a:r>
            <a:r>
              <a:rPr sz="1400" spc="-25" dirty="0">
                <a:latin typeface="Trebuchet MS"/>
                <a:cs typeface="Trebuchet MS"/>
              </a:rPr>
              <a:t>or</a:t>
            </a:r>
            <a:r>
              <a:rPr sz="1400" spc="-145" dirty="0">
                <a:latin typeface="Trebuchet MS"/>
                <a:cs typeface="Trebuchet MS"/>
              </a:rPr>
              <a:t> </a:t>
            </a:r>
            <a:r>
              <a:rPr sz="1400" spc="45" dirty="0">
                <a:latin typeface="Trebuchet MS"/>
                <a:cs typeface="Trebuchet MS"/>
              </a:rPr>
              <a:t>S</a:t>
            </a:r>
            <a:r>
              <a:rPr sz="1400" spc="15" dirty="0">
                <a:latin typeface="Trebuchet MS"/>
                <a:cs typeface="Trebuchet MS"/>
              </a:rPr>
              <a:t>l</a:t>
            </a:r>
            <a:r>
              <a:rPr sz="1400" spc="20" dirty="0">
                <a:latin typeface="Trebuchet MS"/>
                <a:cs typeface="Trebuchet MS"/>
              </a:rPr>
              <a:t>a</a:t>
            </a:r>
            <a:r>
              <a:rPr sz="1400" spc="10" dirty="0">
                <a:latin typeface="Trebuchet MS"/>
                <a:cs typeface="Trebuchet MS"/>
              </a:rPr>
              <a:t>c</a:t>
            </a:r>
            <a:r>
              <a:rPr sz="1400" spc="-70" dirty="0">
                <a:latin typeface="Trebuchet MS"/>
                <a:cs typeface="Trebuchet MS"/>
              </a:rPr>
              <a:t>k.</a:t>
            </a:r>
            <a:endParaRPr sz="1400">
              <a:latin typeface="Trebuchet MS"/>
              <a:cs typeface="Trebuchet MS"/>
            </a:endParaRPr>
          </a:p>
          <a:p>
            <a:pPr marL="241300" marR="12065" indent="-228600">
              <a:lnSpc>
                <a:spcPts val="1510"/>
              </a:lnSpc>
              <a:spcBef>
                <a:spcPts val="630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400" b="1" spc="45" dirty="0">
                <a:latin typeface="Trebuchet MS"/>
                <a:cs typeface="Trebuchet MS"/>
              </a:rPr>
              <a:t>So</a:t>
            </a:r>
            <a:r>
              <a:rPr sz="1400" b="1" spc="25" dirty="0">
                <a:latin typeface="Trebuchet MS"/>
                <a:cs typeface="Trebuchet MS"/>
              </a:rPr>
              <a:t>l</a:t>
            </a:r>
            <a:r>
              <a:rPr sz="1400" b="1" spc="-35" dirty="0">
                <a:latin typeface="Trebuchet MS"/>
                <a:cs typeface="Trebuchet MS"/>
              </a:rPr>
              <a:t>ut</a:t>
            </a:r>
            <a:r>
              <a:rPr sz="1400" b="1" spc="-50" dirty="0">
                <a:latin typeface="Trebuchet MS"/>
                <a:cs typeface="Trebuchet MS"/>
              </a:rPr>
              <a:t>i</a:t>
            </a:r>
            <a:r>
              <a:rPr sz="1400" b="1" spc="-45" dirty="0">
                <a:latin typeface="Trebuchet MS"/>
                <a:cs typeface="Trebuchet MS"/>
              </a:rPr>
              <a:t>on</a:t>
            </a:r>
            <a:r>
              <a:rPr sz="1400" b="1" spc="-25" dirty="0">
                <a:latin typeface="Trebuchet MS"/>
                <a:cs typeface="Trebuchet MS"/>
              </a:rPr>
              <a:t>:</a:t>
            </a:r>
            <a:r>
              <a:rPr sz="1400" b="1" spc="-155" dirty="0">
                <a:latin typeface="Trebuchet MS"/>
                <a:cs typeface="Trebuchet MS"/>
              </a:rPr>
              <a:t> </a:t>
            </a:r>
            <a:r>
              <a:rPr sz="1400" spc="95" dirty="0">
                <a:latin typeface="Trebuchet MS"/>
                <a:cs typeface="Trebuchet MS"/>
              </a:rPr>
              <a:t>U</a:t>
            </a:r>
            <a:r>
              <a:rPr sz="1400" spc="60" dirty="0">
                <a:latin typeface="Trebuchet MS"/>
                <a:cs typeface="Trebuchet MS"/>
              </a:rPr>
              <a:t>s</a:t>
            </a:r>
            <a:r>
              <a:rPr sz="1400" spc="-20" dirty="0">
                <a:latin typeface="Trebuchet MS"/>
                <a:cs typeface="Trebuchet MS"/>
              </a:rPr>
              <a:t>i</a:t>
            </a:r>
            <a:r>
              <a:rPr sz="1400" spc="-50" dirty="0">
                <a:latin typeface="Trebuchet MS"/>
                <a:cs typeface="Trebuchet MS"/>
              </a:rPr>
              <a:t>n</a:t>
            </a:r>
            <a:r>
              <a:rPr sz="1400" spc="-25" dirty="0">
                <a:latin typeface="Trebuchet MS"/>
                <a:cs typeface="Trebuchet MS"/>
              </a:rPr>
              <a:t>g</a:t>
            </a:r>
            <a:r>
              <a:rPr sz="1400" spc="-155" dirty="0">
                <a:latin typeface="Trebuchet MS"/>
                <a:cs typeface="Trebuchet MS"/>
              </a:rPr>
              <a:t> </a:t>
            </a:r>
            <a:r>
              <a:rPr sz="1400" spc="30" dirty="0">
                <a:latin typeface="Trebuchet MS"/>
                <a:cs typeface="Trebuchet MS"/>
              </a:rPr>
              <a:t>c</a:t>
            </a:r>
            <a:r>
              <a:rPr sz="1400" spc="20" dirty="0">
                <a:latin typeface="Trebuchet MS"/>
                <a:cs typeface="Trebuchet MS"/>
              </a:rPr>
              <a:t>o</a:t>
            </a:r>
            <a:r>
              <a:rPr sz="1400" spc="35" dirty="0">
                <a:latin typeface="Trebuchet MS"/>
                <a:cs typeface="Trebuchet MS"/>
              </a:rPr>
              <a:t>mm</a:t>
            </a:r>
            <a:r>
              <a:rPr sz="1400" spc="10" dirty="0">
                <a:latin typeface="Trebuchet MS"/>
                <a:cs typeface="Trebuchet MS"/>
              </a:rPr>
              <a:t>u</a:t>
            </a:r>
            <a:r>
              <a:rPr sz="1400" spc="-5" dirty="0">
                <a:latin typeface="Trebuchet MS"/>
                <a:cs typeface="Trebuchet MS"/>
              </a:rPr>
              <a:t>n</a:t>
            </a:r>
            <a:r>
              <a:rPr sz="1400" spc="-10" dirty="0">
                <a:latin typeface="Trebuchet MS"/>
                <a:cs typeface="Trebuchet MS"/>
              </a:rPr>
              <a:t>i</a:t>
            </a:r>
            <a:r>
              <a:rPr sz="1400" spc="-35" dirty="0">
                <a:latin typeface="Trebuchet MS"/>
                <a:cs typeface="Trebuchet MS"/>
              </a:rPr>
              <a:t>c</a:t>
            </a:r>
            <a:r>
              <a:rPr sz="1400" spc="-5" dirty="0">
                <a:latin typeface="Trebuchet MS"/>
                <a:cs typeface="Trebuchet MS"/>
              </a:rPr>
              <a:t>a</a:t>
            </a:r>
            <a:r>
              <a:rPr sz="1400" spc="-45" dirty="0">
                <a:latin typeface="Trebuchet MS"/>
                <a:cs typeface="Trebuchet MS"/>
              </a:rPr>
              <a:t>ti</a:t>
            </a:r>
            <a:r>
              <a:rPr sz="1400" spc="-60" dirty="0">
                <a:latin typeface="Trebuchet MS"/>
                <a:cs typeface="Trebuchet MS"/>
              </a:rPr>
              <a:t>o</a:t>
            </a:r>
            <a:r>
              <a:rPr sz="1400" spc="5" dirty="0">
                <a:latin typeface="Trebuchet MS"/>
                <a:cs typeface="Trebuchet MS"/>
              </a:rPr>
              <a:t>n</a:t>
            </a:r>
            <a:r>
              <a:rPr sz="1400" spc="-105" dirty="0">
                <a:latin typeface="Trebuchet MS"/>
                <a:cs typeface="Trebuchet MS"/>
              </a:rPr>
              <a:t> </a:t>
            </a:r>
            <a:r>
              <a:rPr sz="1400" spc="-120" dirty="0">
                <a:latin typeface="Trebuchet MS"/>
                <a:cs typeface="Trebuchet MS"/>
              </a:rPr>
              <a:t>t</a:t>
            </a:r>
            <a:r>
              <a:rPr sz="1400" spc="20" dirty="0">
                <a:latin typeface="Trebuchet MS"/>
                <a:cs typeface="Trebuchet MS"/>
              </a:rPr>
              <a:t>oo</a:t>
            </a:r>
            <a:r>
              <a:rPr sz="1400" spc="-60" dirty="0">
                <a:latin typeface="Trebuchet MS"/>
                <a:cs typeface="Trebuchet MS"/>
              </a:rPr>
              <a:t>l</a:t>
            </a:r>
            <a:r>
              <a:rPr sz="1400" spc="114" dirty="0">
                <a:latin typeface="Trebuchet MS"/>
                <a:cs typeface="Trebuchet MS"/>
              </a:rPr>
              <a:t>s</a:t>
            </a:r>
            <a:r>
              <a:rPr sz="1400" spc="-160" dirty="0">
                <a:latin typeface="Trebuchet MS"/>
                <a:cs typeface="Trebuchet MS"/>
              </a:rPr>
              <a:t> </a:t>
            </a:r>
            <a:r>
              <a:rPr sz="1400" spc="-5" dirty="0">
                <a:latin typeface="Trebuchet MS"/>
                <a:cs typeface="Trebuchet MS"/>
              </a:rPr>
              <a:t>h</a:t>
            </a:r>
            <a:r>
              <a:rPr sz="1400" spc="10" dirty="0">
                <a:latin typeface="Trebuchet MS"/>
                <a:cs typeface="Trebuchet MS"/>
              </a:rPr>
              <a:t>elps</a:t>
            </a:r>
            <a:r>
              <a:rPr sz="1400" spc="-145" dirty="0">
                <a:latin typeface="Trebuchet MS"/>
                <a:cs typeface="Trebuchet MS"/>
              </a:rPr>
              <a:t> </a:t>
            </a:r>
            <a:r>
              <a:rPr sz="1400" spc="-75" dirty="0">
                <a:latin typeface="Trebuchet MS"/>
                <a:cs typeface="Trebuchet MS"/>
              </a:rPr>
              <a:t>y</a:t>
            </a:r>
            <a:r>
              <a:rPr sz="1400" spc="20" dirty="0">
                <a:latin typeface="Trebuchet MS"/>
                <a:cs typeface="Trebuchet MS"/>
              </a:rPr>
              <a:t>o</a:t>
            </a:r>
            <a:r>
              <a:rPr sz="1400" spc="10" dirty="0">
                <a:latin typeface="Trebuchet MS"/>
                <a:cs typeface="Trebuchet MS"/>
              </a:rPr>
              <a:t>u  </a:t>
            </a:r>
            <a:r>
              <a:rPr sz="1400" spc="105" dirty="0">
                <a:latin typeface="Trebuchet MS"/>
                <a:cs typeface="Trebuchet MS"/>
              </a:rPr>
              <a:t>s</a:t>
            </a:r>
            <a:r>
              <a:rPr sz="1400" spc="-55" dirty="0">
                <a:latin typeface="Trebuchet MS"/>
                <a:cs typeface="Trebuchet MS"/>
              </a:rPr>
              <a:t>tay</a:t>
            </a:r>
            <a:r>
              <a:rPr sz="1400" spc="-145" dirty="0">
                <a:latin typeface="Trebuchet MS"/>
                <a:cs typeface="Trebuchet MS"/>
              </a:rPr>
              <a:t> </a:t>
            </a:r>
            <a:r>
              <a:rPr sz="1400" spc="30" dirty="0">
                <a:latin typeface="Trebuchet MS"/>
                <a:cs typeface="Trebuchet MS"/>
              </a:rPr>
              <a:t>c</a:t>
            </a:r>
            <a:r>
              <a:rPr sz="1400" spc="20" dirty="0">
                <a:latin typeface="Trebuchet MS"/>
                <a:cs typeface="Trebuchet MS"/>
              </a:rPr>
              <a:t>o</a:t>
            </a:r>
            <a:r>
              <a:rPr sz="1400" spc="-5" dirty="0">
                <a:latin typeface="Trebuchet MS"/>
                <a:cs typeface="Trebuchet MS"/>
              </a:rPr>
              <a:t>nn</a:t>
            </a:r>
            <a:r>
              <a:rPr sz="1400" spc="-30" dirty="0">
                <a:latin typeface="Trebuchet MS"/>
                <a:cs typeface="Trebuchet MS"/>
              </a:rPr>
              <a:t>ec</a:t>
            </a:r>
            <a:r>
              <a:rPr sz="1400" spc="-35" dirty="0">
                <a:latin typeface="Trebuchet MS"/>
                <a:cs typeface="Trebuchet MS"/>
              </a:rPr>
              <a:t>t</a:t>
            </a:r>
            <a:r>
              <a:rPr sz="1400" spc="-10" dirty="0">
                <a:latin typeface="Trebuchet MS"/>
                <a:cs typeface="Trebuchet MS"/>
              </a:rPr>
              <a:t>ed</a:t>
            </a:r>
            <a:r>
              <a:rPr sz="1400" spc="-130" dirty="0">
                <a:latin typeface="Trebuchet MS"/>
                <a:cs typeface="Trebuchet MS"/>
              </a:rPr>
              <a:t> </a:t>
            </a:r>
            <a:r>
              <a:rPr sz="1400" spc="-50" dirty="0">
                <a:latin typeface="Trebuchet MS"/>
                <a:cs typeface="Trebuchet MS"/>
              </a:rPr>
              <a:t>with</a:t>
            </a:r>
            <a:r>
              <a:rPr sz="1400" spc="-130" dirty="0">
                <a:latin typeface="Trebuchet MS"/>
                <a:cs typeface="Trebuchet MS"/>
              </a:rPr>
              <a:t> </a:t>
            </a:r>
            <a:r>
              <a:rPr sz="1400" spc="-75" dirty="0">
                <a:latin typeface="Trebuchet MS"/>
                <a:cs typeface="Trebuchet MS"/>
              </a:rPr>
              <a:t>y</a:t>
            </a:r>
            <a:r>
              <a:rPr sz="1400" spc="20" dirty="0">
                <a:latin typeface="Trebuchet MS"/>
                <a:cs typeface="Trebuchet MS"/>
              </a:rPr>
              <a:t>o</a:t>
            </a:r>
            <a:r>
              <a:rPr sz="1400" spc="10" dirty="0">
                <a:latin typeface="Trebuchet MS"/>
                <a:cs typeface="Trebuchet MS"/>
              </a:rPr>
              <a:t>u</a:t>
            </a:r>
            <a:r>
              <a:rPr sz="1400" spc="-75" dirty="0">
                <a:latin typeface="Trebuchet MS"/>
                <a:cs typeface="Trebuchet MS"/>
              </a:rPr>
              <a:t>r</a:t>
            </a:r>
            <a:r>
              <a:rPr sz="1400" spc="-150" dirty="0">
                <a:latin typeface="Trebuchet MS"/>
                <a:cs typeface="Trebuchet MS"/>
              </a:rPr>
              <a:t> </a:t>
            </a:r>
            <a:r>
              <a:rPr sz="1400" spc="-120" dirty="0">
                <a:latin typeface="Trebuchet MS"/>
                <a:cs typeface="Trebuchet MS"/>
              </a:rPr>
              <a:t>t</a:t>
            </a:r>
            <a:r>
              <a:rPr sz="1400" spc="5" dirty="0">
                <a:latin typeface="Trebuchet MS"/>
                <a:cs typeface="Trebuchet MS"/>
              </a:rPr>
              <a:t>eam</a:t>
            </a:r>
            <a:r>
              <a:rPr sz="1400" spc="-114" dirty="0">
                <a:latin typeface="Trebuchet MS"/>
                <a:cs typeface="Trebuchet MS"/>
              </a:rPr>
              <a:t>.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73470" y="1182370"/>
            <a:ext cx="34385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30" dirty="0">
                <a:solidFill>
                  <a:srgbClr val="0D2841"/>
                </a:solidFill>
              </a:rPr>
              <a:t>Solution</a:t>
            </a:r>
            <a:r>
              <a:rPr sz="3600" spc="-390" dirty="0">
                <a:solidFill>
                  <a:srgbClr val="0D2841"/>
                </a:solidFill>
              </a:rPr>
              <a:t> </a:t>
            </a:r>
            <a:r>
              <a:rPr sz="3600" spc="185" dirty="0">
                <a:solidFill>
                  <a:srgbClr val="0D2841"/>
                </a:solidFill>
              </a:rPr>
              <a:t>s</a:t>
            </a:r>
            <a:r>
              <a:rPr sz="3600" spc="-315" dirty="0">
                <a:solidFill>
                  <a:srgbClr val="0D2841"/>
                </a:solidFill>
              </a:rPr>
              <a:t>t</a:t>
            </a:r>
            <a:r>
              <a:rPr sz="3600" spc="-400" dirty="0">
                <a:solidFill>
                  <a:srgbClr val="0D2841"/>
                </a:solidFill>
              </a:rPr>
              <a:t>r</a:t>
            </a:r>
            <a:r>
              <a:rPr sz="3600" spc="-170" dirty="0">
                <a:solidFill>
                  <a:srgbClr val="0D2841"/>
                </a:solidFill>
              </a:rPr>
              <a:t>a</a:t>
            </a:r>
            <a:r>
              <a:rPr sz="3600" spc="-350" dirty="0">
                <a:solidFill>
                  <a:srgbClr val="0D2841"/>
                </a:solidFill>
              </a:rPr>
              <a:t>t</a:t>
            </a:r>
            <a:r>
              <a:rPr sz="3600" spc="-140" dirty="0">
                <a:solidFill>
                  <a:srgbClr val="0D2841"/>
                </a:solidFill>
              </a:rPr>
              <a:t>egies</a:t>
            </a:r>
            <a:endParaRPr sz="3600"/>
          </a:p>
        </p:txBody>
      </p:sp>
      <p:grpSp>
        <p:nvGrpSpPr>
          <p:cNvPr id="3" name="object 3"/>
          <p:cNvGrpSpPr/>
          <p:nvPr/>
        </p:nvGrpSpPr>
        <p:grpSpPr>
          <a:xfrm>
            <a:off x="2634" y="52959"/>
            <a:ext cx="5928995" cy="6805295"/>
            <a:chOff x="2634" y="52959"/>
            <a:chExt cx="5928995" cy="6805295"/>
          </a:xfrm>
        </p:grpSpPr>
        <p:sp>
          <p:nvSpPr>
            <p:cNvPr id="4" name="object 4"/>
            <p:cNvSpPr/>
            <p:nvPr/>
          </p:nvSpPr>
          <p:spPr>
            <a:xfrm>
              <a:off x="2311918" y="2554378"/>
              <a:ext cx="313055" cy="313055"/>
            </a:xfrm>
            <a:custGeom>
              <a:avLst/>
              <a:gdLst/>
              <a:ahLst/>
              <a:cxnLst/>
              <a:rect l="l" t="t" r="r" b="b"/>
              <a:pathLst>
                <a:path w="313055" h="313055">
                  <a:moveTo>
                    <a:pt x="156503" y="0"/>
                  </a:moveTo>
                  <a:lnTo>
                    <a:pt x="107316" y="8048"/>
                  </a:lnTo>
                  <a:lnTo>
                    <a:pt x="64389" y="30407"/>
                  </a:lnTo>
                  <a:lnTo>
                    <a:pt x="30406" y="64391"/>
                  </a:lnTo>
                  <a:lnTo>
                    <a:pt x="8048" y="107319"/>
                  </a:lnTo>
                  <a:lnTo>
                    <a:pt x="0" y="156508"/>
                  </a:lnTo>
                  <a:lnTo>
                    <a:pt x="8048" y="205696"/>
                  </a:lnTo>
                  <a:lnTo>
                    <a:pt x="30406" y="248624"/>
                  </a:lnTo>
                  <a:lnTo>
                    <a:pt x="64389" y="282609"/>
                  </a:lnTo>
                  <a:lnTo>
                    <a:pt x="107316" y="304967"/>
                  </a:lnTo>
                  <a:lnTo>
                    <a:pt x="156503" y="313016"/>
                  </a:lnTo>
                  <a:lnTo>
                    <a:pt x="205689" y="304967"/>
                  </a:lnTo>
                  <a:lnTo>
                    <a:pt x="248616" y="282609"/>
                  </a:lnTo>
                  <a:lnTo>
                    <a:pt x="282599" y="248624"/>
                  </a:lnTo>
                  <a:lnTo>
                    <a:pt x="304957" y="205696"/>
                  </a:lnTo>
                  <a:lnTo>
                    <a:pt x="313006" y="156508"/>
                  </a:lnTo>
                  <a:lnTo>
                    <a:pt x="304957" y="107319"/>
                  </a:lnTo>
                  <a:lnTo>
                    <a:pt x="282599" y="64391"/>
                  </a:lnTo>
                  <a:lnTo>
                    <a:pt x="248616" y="30407"/>
                  </a:lnTo>
                  <a:lnTo>
                    <a:pt x="205689" y="8048"/>
                  </a:lnTo>
                  <a:lnTo>
                    <a:pt x="156503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311918" y="2554378"/>
              <a:ext cx="313055" cy="313055"/>
            </a:xfrm>
            <a:custGeom>
              <a:avLst/>
              <a:gdLst/>
              <a:ahLst/>
              <a:cxnLst/>
              <a:rect l="l" t="t" r="r" b="b"/>
              <a:pathLst>
                <a:path w="313055" h="313055">
                  <a:moveTo>
                    <a:pt x="156503" y="0"/>
                  </a:moveTo>
                  <a:lnTo>
                    <a:pt x="107316" y="8048"/>
                  </a:lnTo>
                  <a:lnTo>
                    <a:pt x="64389" y="30407"/>
                  </a:lnTo>
                  <a:lnTo>
                    <a:pt x="30406" y="64391"/>
                  </a:lnTo>
                  <a:lnTo>
                    <a:pt x="8048" y="107319"/>
                  </a:lnTo>
                  <a:lnTo>
                    <a:pt x="0" y="156508"/>
                  </a:lnTo>
                  <a:lnTo>
                    <a:pt x="8048" y="205696"/>
                  </a:lnTo>
                  <a:lnTo>
                    <a:pt x="30406" y="248624"/>
                  </a:lnTo>
                  <a:lnTo>
                    <a:pt x="64389" y="282609"/>
                  </a:lnTo>
                  <a:lnTo>
                    <a:pt x="107316" y="304967"/>
                  </a:lnTo>
                  <a:lnTo>
                    <a:pt x="156503" y="313016"/>
                  </a:lnTo>
                  <a:lnTo>
                    <a:pt x="205689" y="304967"/>
                  </a:lnTo>
                  <a:lnTo>
                    <a:pt x="248616" y="282609"/>
                  </a:lnTo>
                  <a:lnTo>
                    <a:pt x="282599" y="248624"/>
                  </a:lnTo>
                  <a:lnTo>
                    <a:pt x="304957" y="205696"/>
                  </a:lnTo>
                  <a:lnTo>
                    <a:pt x="313006" y="156508"/>
                  </a:lnTo>
                  <a:lnTo>
                    <a:pt x="304957" y="107319"/>
                  </a:lnTo>
                  <a:lnTo>
                    <a:pt x="282599" y="64391"/>
                  </a:lnTo>
                  <a:lnTo>
                    <a:pt x="248616" y="30407"/>
                  </a:lnTo>
                  <a:lnTo>
                    <a:pt x="205689" y="8048"/>
                  </a:lnTo>
                  <a:lnTo>
                    <a:pt x="156503" y="0"/>
                  </a:lnTo>
                  <a:close/>
                </a:path>
              </a:pathLst>
            </a:custGeom>
            <a:ln w="43473">
              <a:solidFill>
                <a:srgbClr val="155F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842408" y="3310834"/>
              <a:ext cx="313055" cy="313055"/>
            </a:xfrm>
            <a:custGeom>
              <a:avLst/>
              <a:gdLst/>
              <a:ahLst/>
              <a:cxnLst/>
              <a:rect l="l" t="t" r="r" b="b"/>
              <a:pathLst>
                <a:path w="313055" h="313054">
                  <a:moveTo>
                    <a:pt x="156503" y="0"/>
                  </a:moveTo>
                  <a:lnTo>
                    <a:pt x="107042" y="7980"/>
                  </a:lnTo>
                  <a:lnTo>
                    <a:pt x="64081" y="30201"/>
                  </a:lnTo>
                  <a:lnTo>
                    <a:pt x="30200" y="64083"/>
                  </a:lnTo>
                  <a:lnTo>
                    <a:pt x="7980" y="107045"/>
                  </a:lnTo>
                  <a:lnTo>
                    <a:pt x="0" y="156508"/>
                  </a:lnTo>
                  <a:lnTo>
                    <a:pt x="7980" y="205982"/>
                  </a:lnTo>
                  <a:lnTo>
                    <a:pt x="30200" y="248946"/>
                  </a:lnTo>
                  <a:lnTo>
                    <a:pt x="64081" y="282823"/>
                  </a:lnTo>
                  <a:lnTo>
                    <a:pt x="107042" y="305039"/>
                  </a:lnTo>
                  <a:lnTo>
                    <a:pt x="156503" y="313016"/>
                  </a:lnTo>
                  <a:lnTo>
                    <a:pt x="205976" y="305039"/>
                  </a:lnTo>
                  <a:lnTo>
                    <a:pt x="248938" y="282823"/>
                  </a:lnTo>
                  <a:lnTo>
                    <a:pt x="282814" y="248946"/>
                  </a:lnTo>
                  <a:lnTo>
                    <a:pt x="305029" y="205982"/>
                  </a:lnTo>
                  <a:lnTo>
                    <a:pt x="313006" y="156508"/>
                  </a:lnTo>
                  <a:lnTo>
                    <a:pt x="305029" y="107045"/>
                  </a:lnTo>
                  <a:lnTo>
                    <a:pt x="282814" y="64083"/>
                  </a:lnTo>
                  <a:lnTo>
                    <a:pt x="248938" y="30201"/>
                  </a:lnTo>
                  <a:lnTo>
                    <a:pt x="205976" y="7980"/>
                  </a:lnTo>
                  <a:lnTo>
                    <a:pt x="156503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842408" y="3310834"/>
              <a:ext cx="313055" cy="313055"/>
            </a:xfrm>
            <a:custGeom>
              <a:avLst/>
              <a:gdLst/>
              <a:ahLst/>
              <a:cxnLst/>
              <a:rect l="l" t="t" r="r" b="b"/>
              <a:pathLst>
                <a:path w="313055" h="313054">
                  <a:moveTo>
                    <a:pt x="313006" y="156508"/>
                  </a:moveTo>
                  <a:lnTo>
                    <a:pt x="305029" y="205982"/>
                  </a:lnTo>
                  <a:lnTo>
                    <a:pt x="282814" y="248946"/>
                  </a:lnTo>
                  <a:lnTo>
                    <a:pt x="248938" y="282823"/>
                  </a:lnTo>
                  <a:lnTo>
                    <a:pt x="205976" y="305039"/>
                  </a:lnTo>
                  <a:lnTo>
                    <a:pt x="156503" y="313016"/>
                  </a:lnTo>
                  <a:lnTo>
                    <a:pt x="107042" y="305039"/>
                  </a:lnTo>
                  <a:lnTo>
                    <a:pt x="64081" y="282823"/>
                  </a:lnTo>
                  <a:lnTo>
                    <a:pt x="30200" y="248946"/>
                  </a:lnTo>
                  <a:lnTo>
                    <a:pt x="7980" y="205982"/>
                  </a:lnTo>
                  <a:lnTo>
                    <a:pt x="0" y="156508"/>
                  </a:lnTo>
                  <a:lnTo>
                    <a:pt x="7980" y="107045"/>
                  </a:lnTo>
                  <a:lnTo>
                    <a:pt x="30200" y="64083"/>
                  </a:lnTo>
                  <a:lnTo>
                    <a:pt x="64081" y="30201"/>
                  </a:lnTo>
                  <a:lnTo>
                    <a:pt x="107042" y="7980"/>
                  </a:lnTo>
                  <a:lnTo>
                    <a:pt x="156503" y="0"/>
                  </a:lnTo>
                  <a:lnTo>
                    <a:pt x="205976" y="7980"/>
                  </a:lnTo>
                  <a:lnTo>
                    <a:pt x="248938" y="30201"/>
                  </a:lnTo>
                  <a:lnTo>
                    <a:pt x="282814" y="64083"/>
                  </a:lnTo>
                  <a:lnTo>
                    <a:pt x="305029" y="107045"/>
                  </a:lnTo>
                  <a:lnTo>
                    <a:pt x="313006" y="156508"/>
                  </a:lnTo>
                  <a:close/>
                </a:path>
              </a:pathLst>
            </a:custGeom>
            <a:ln w="43473">
              <a:solidFill>
                <a:srgbClr val="155F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234306" y="2029332"/>
              <a:ext cx="2534285" cy="3007360"/>
            </a:xfrm>
            <a:custGeom>
              <a:avLst/>
              <a:gdLst/>
              <a:ahLst/>
              <a:cxnLst/>
              <a:rect l="l" t="t" r="r" b="b"/>
              <a:pathLst>
                <a:path w="2534285" h="3007360">
                  <a:moveTo>
                    <a:pt x="1144160" y="0"/>
                  </a:moveTo>
                  <a:lnTo>
                    <a:pt x="1096765" y="0"/>
                  </a:lnTo>
                  <a:lnTo>
                    <a:pt x="1049401" y="2003"/>
                  </a:lnTo>
                  <a:lnTo>
                    <a:pt x="1002131" y="6009"/>
                  </a:lnTo>
                  <a:lnTo>
                    <a:pt x="955019" y="12019"/>
                  </a:lnTo>
                  <a:lnTo>
                    <a:pt x="908127" y="20033"/>
                  </a:lnTo>
                  <a:lnTo>
                    <a:pt x="861519" y="30049"/>
                  </a:lnTo>
                  <a:lnTo>
                    <a:pt x="815257" y="42069"/>
                  </a:lnTo>
                  <a:lnTo>
                    <a:pt x="769404" y="56092"/>
                  </a:lnTo>
                  <a:lnTo>
                    <a:pt x="724023" y="72118"/>
                  </a:lnTo>
                  <a:lnTo>
                    <a:pt x="679177" y="90148"/>
                  </a:lnTo>
                  <a:lnTo>
                    <a:pt x="634930" y="110181"/>
                  </a:lnTo>
                  <a:lnTo>
                    <a:pt x="591343" y="132218"/>
                  </a:lnTo>
                  <a:lnTo>
                    <a:pt x="548481" y="156257"/>
                  </a:lnTo>
                  <a:lnTo>
                    <a:pt x="506704" y="182133"/>
                  </a:lnTo>
                  <a:lnTo>
                    <a:pt x="466352" y="209667"/>
                  </a:lnTo>
                  <a:lnTo>
                    <a:pt x="427456" y="238798"/>
                  </a:lnTo>
                  <a:lnTo>
                    <a:pt x="390045" y="269468"/>
                  </a:lnTo>
                  <a:lnTo>
                    <a:pt x="354149" y="301615"/>
                  </a:lnTo>
                  <a:lnTo>
                    <a:pt x="319798" y="335180"/>
                  </a:lnTo>
                  <a:lnTo>
                    <a:pt x="287023" y="370102"/>
                  </a:lnTo>
                  <a:lnTo>
                    <a:pt x="255853" y="406322"/>
                  </a:lnTo>
                  <a:lnTo>
                    <a:pt x="226319" y="443779"/>
                  </a:lnTo>
                  <a:lnTo>
                    <a:pt x="198450" y="482413"/>
                  </a:lnTo>
                  <a:lnTo>
                    <a:pt x="172277" y="522163"/>
                  </a:lnTo>
                  <a:lnTo>
                    <a:pt x="147830" y="562970"/>
                  </a:lnTo>
                  <a:lnTo>
                    <a:pt x="125138" y="604774"/>
                  </a:lnTo>
                  <a:lnTo>
                    <a:pt x="104232" y="647514"/>
                  </a:lnTo>
                  <a:lnTo>
                    <a:pt x="85142" y="691131"/>
                  </a:lnTo>
                  <a:lnTo>
                    <a:pt x="67898" y="735564"/>
                  </a:lnTo>
                  <a:lnTo>
                    <a:pt x="52529" y="780752"/>
                  </a:lnTo>
                  <a:lnTo>
                    <a:pt x="39067" y="826636"/>
                  </a:lnTo>
                  <a:lnTo>
                    <a:pt x="27540" y="873156"/>
                  </a:lnTo>
                  <a:lnTo>
                    <a:pt x="17980" y="920252"/>
                  </a:lnTo>
                  <a:lnTo>
                    <a:pt x="10388" y="968103"/>
                  </a:lnTo>
                  <a:lnTo>
                    <a:pt x="4867" y="1016071"/>
                  </a:lnTo>
                  <a:lnTo>
                    <a:pt x="1393" y="1064456"/>
                  </a:lnTo>
                  <a:lnTo>
                    <a:pt x="0" y="1113187"/>
                  </a:lnTo>
                  <a:lnTo>
                    <a:pt x="720" y="1162257"/>
                  </a:lnTo>
                  <a:lnTo>
                    <a:pt x="1806" y="1212668"/>
                  </a:lnTo>
                  <a:lnTo>
                    <a:pt x="5045" y="1262713"/>
                  </a:lnTo>
                  <a:lnTo>
                    <a:pt x="10410" y="1312334"/>
                  </a:lnTo>
                  <a:lnTo>
                    <a:pt x="17877" y="1361470"/>
                  </a:lnTo>
                  <a:lnTo>
                    <a:pt x="27417" y="1410060"/>
                  </a:lnTo>
                  <a:lnTo>
                    <a:pt x="39004" y="1458043"/>
                  </a:lnTo>
                  <a:lnTo>
                    <a:pt x="52612" y="1505361"/>
                  </a:lnTo>
                  <a:lnTo>
                    <a:pt x="68214" y="1551952"/>
                  </a:lnTo>
                  <a:lnTo>
                    <a:pt x="85783" y="1597756"/>
                  </a:lnTo>
                  <a:lnTo>
                    <a:pt x="105294" y="1642712"/>
                  </a:lnTo>
                  <a:lnTo>
                    <a:pt x="126719" y="1686761"/>
                  </a:lnTo>
                  <a:lnTo>
                    <a:pt x="150031" y="1729842"/>
                  </a:lnTo>
                  <a:lnTo>
                    <a:pt x="175205" y="1771894"/>
                  </a:lnTo>
                  <a:lnTo>
                    <a:pt x="202214" y="1812857"/>
                  </a:lnTo>
                  <a:lnTo>
                    <a:pt x="231031" y="1852671"/>
                  </a:lnTo>
                  <a:lnTo>
                    <a:pt x="261630" y="1891276"/>
                  </a:lnTo>
                  <a:lnTo>
                    <a:pt x="293984" y="1928610"/>
                  </a:lnTo>
                  <a:lnTo>
                    <a:pt x="328066" y="1964615"/>
                  </a:lnTo>
                  <a:lnTo>
                    <a:pt x="363851" y="1999229"/>
                  </a:lnTo>
                  <a:lnTo>
                    <a:pt x="401311" y="2032391"/>
                  </a:lnTo>
                  <a:lnTo>
                    <a:pt x="440419" y="2064043"/>
                  </a:lnTo>
                  <a:lnTo>
                    <a:pt x="440419" y="3006819"/>
                  </a:lnTo>
                  <a:lnTo>
                    <a:pt x="1617919" y="3006819"/>
                  </a:lnTo>
                  <a:lnTo>
                    <a:pt x="1617919" y="2559652"/>
                  </a:lnTo>
                  <a:lnTo>
                    <a:pt x="1800506" y="2559652"/>
                  </a:lnTo>
                  <a:lnTo>
                    <a:pt x="1851088" y="2556730"/>
                  </a:lnTo>
                  <a:lnTo>
                    <a:pt x="1900366" y="2548136"/>
                  </a:lnTo>
                  <a:lnTo>
                    <a:pt x="1947949" y="2534133"/>
                  </a:lnTo>
                  <a:lnTo>
                    <a:pt x="1993446" y="2514979"/>
                  </a:lnTo>
                  <a:lnTo>
                    <a:pt x="2036467" y="2490937"/>
                  </a:lnTo>
                  <a:lnTo>
                    <a:pt x="2076619" y="2462267"/>
                  </a:lnTo>
                  <a:lnTo>
                    <a:pt x="2113513" y="2429229"/>
                  </a:lnTo>
                  <a:lnTo>
                    <a:pt x="2146343" y="2390955"/>
                  </a:lnTo>
                  <a:lnTo>
                    <a:pt x="2174480" y="2349812"/>
                  </a:lnTo>
                  <a:lnTo>
                    <a:pt x="2197793" y="2306128"/>
                  </a:lnTo>
                  <a:lnTo>
                    <a:pt x="2216153" y="2260227"/>
                  </a:lnTo>
                  <a:lnTo>
                    <a:pt x="2229429" y="2212436"/>
                  </a:lnTo>
                  <a:lnTo>
                    <a:pt x="2237490" y="2163080"/>
                  </a:lnTo>
                  <a:lnTo>
                    <a:pt x="2240206" y="2112486"/>
                  </a:lnTo>
                  <a:lnTo>
                    <a:pt x="2240206" y="1888903"/>
                  </a:lnTo>
                  <a:lnTo>
                    <a:pt x="2404161" y="1888903"/>
                  </a:lnTo>
                  <a:lnTo>
                    <a:pt x="2439648" y="1880140"/>
                  </a:lnTo>
                  <a:lnTo>
                    <a:pt x="2444184" y="1877724"/>
                  </a:lnTo>
                  <a:lnTo>
                    <a:pt x="712437" y="1877724"/>
                  </a:lnTo>
                  <a:lnTo>
                    <a:pt x="667721" y="1784564"/>
                  </a:lnTo>
                  <a:lnTo>
                    <a:pt x="654852" y="1780838"/>
                  </a:lnTo>
                  <a:lnTo>
                    <a:pt x="488861" y="1780838"/>
                  </a:lnTo>
                  <a:lnTo>
                    <a:pt x="414335" y="1706310"/>
                  </a:lnTo>
                  <a:lnTo>
                    <a:pt x="447872" y="1609424"/>
                  </a:lnTo>
                  <a:lnTo>
                    <a:pt x="437392" y="1589802"/>
                  </a:lnTo>
                  <a:lnTo>
                    <a:pt x="428309" y="1569831"/>
                  </a:lnTo>
                  <a:lnTo>
                    <a:pt x="420624" y="1549161"/>
                  </a:lnTo>
                  <a:lnTo>
                    <a:pt x="414335" y="1527443"/>
                  </a:lnTo>
                  <a:lnTo>
                    <a:pt x="321179" y="1482727"/>
                  </a:lnTo>
                  <a:lnTo>
                    <a:pt x="321179" y="1378388"/>
                  </a:lnTo>
                  <a:lnTo>
                    <a:pt x="414335" y="1333671"/>
                  </a:lnTo>
                  <a:lnTo>
                    <a:pt x="420624" y="1311953"/>
                  </a:lnTo>
                  <a:lnTo>
                    <a:pt x="428309" y="1291284"/>
                  </a:lnTo>
                  <a:lnTo>
                    <a:pt x="437392" y="1271313"/>
                  </a:lnTo>
                  <a:lnTo>
                    <a:pt x="447872" y="1251691"/>
                  </a:lnTo>
                  <a:lnTo>
                    <a:pt x="414335" y="1154805"/>
                  </a:lnTo>
                  <a:lnTo>
                    <a:pt x="488861" y="1080277"/>
                  </a:lnTo>
                  <a:lnTo>
                    <a:pt x="667721" y="1080277"/>
                  </a:lnTo>
                  <a:lnTo>
                    <a:pt x="712437" y="987117"/>
                  </a:lnTo>
                  <a:lnTo>
                    <a:pt x="913655" y="987117"/>
                  </a:lnTo>
                  <a:lnTo>
                    <a:pt x="880119" y="953580"/>
                  </a:lnTo>
                  <a:lnTo>
                    <a:pt x="913655" y="856694"/>
                  </a:lnTo>
                  <a:lnTo>
                    <a:pt x="903175" y="837072"/>
                  </a:lnTo>
                  <a:lnTo>
                    <a:pt x="894092" y="817101"/>
                  </a:lnTo>
                  <a:lnTo>
                    <a:pt x="886407" y="796431"/>
                  </a:lnTo>
                  <a:lnTo>
                    <a:pt x="880119" y="774713"/>
                  </a:lnTo>
                  <a:lnTo>
                    <a:pt x="786962" y="729997"/>
                  </a:lnTo>
                  <a:lnTo>
                    <a:pt x="786962" y="625658"/>
                  </a:lnTo>
                  <a:lnTo>
                    <a:pt x="880119" y="580941"/>
                  </a:lnTo>
                  <a:lnTo>
                    <a:pt x="886407" y="559223"/>
                  </a:lnTo>
                  <a:lnTo>
                    <a:pt x="894092" y="538554"/>
                  </a:lnTo>
                  <a:lnTo>
                    <a:pt x="903175" y="518582"/>
                  </a:lnTo>
                  <a:lnTo>
                    <a:pt x="913655" y="498961"/>
                  </a:lnTo>
                  <a:lnTo>
                    <a:pt x="883845" y="402075"/>
                  </a:lnTo>
                  <a:lnTo>
                    <a:pt x="958370" y="327547"/>
                  </a:lnTo>
                  <a:lnTo>
                    <a:pt x="1137231" y="327547"/>
                  </a:lnTo>
                  <a:lnTo>
                    <a:pt x="1181946" y="234511"/>
                  </a:lnTo>
                  <a:lnTo>
                    <a:pt x="1806427" y="234511"/>
                  </a:lnTo>
                  <a:lnTo>
                    <a:pt x="1774573" y="210424"/>
                  </a:lnTo>
                  <a:lnTo>
                    <a:pt x="1734221" y="182545"/>
                  </a:lnTo>
                  <a:lnTo>
                    <a:pt x="1692444" y="156257"/>
                  </a:lnTo>
                  <a:lnTo>
                    <a:pt x="1649582" y="132218"/>
                  </a:lnTo>
                  <a:lnTo>
                    <a:pt x="1605996" y="110181"/>
                  </a:lnTo>
                  <a:lnTo>
                    <a:pt x="1561748" y="90148"/>
                  </a:lnTo>
                  <a:lnTo>
                    <a:pt x="1516902" y="72118"/>
                  </a:lnTo>
                  <a:lnTo>
                    <a:pt x="1471522" y="56092"/>
                  </a:lnTo>
                  <a:lnTo>
                    <a:pt x="1425669" y="42069"/>
                  </a:lnTo>
                  <a:lnTo>
                    <a:pt x="1379406" y="30049"/>
                  </a:lnTo>
                  <a:lnTo>
                    <a:pt x="1332798" y="20033"/>
                  </a:lnTo>
                  <a:lnTo>
                    <a:pt x="1285906" y="12019"/>
                  </a:lnTo>
                  <a:lnTo>
                    <a:pt x="1238794" y="6009"/>
                  </a:lnTo>
                  <a:lnTo>
                    <a:pt x="1191524" y="2003"/>
                  </a:lnTo>
                  <a:lnTo>
                    <a:pt x="1144160" y="0"/>
                  </a:lnTo>
                  <a:close/>
                </a:path>
                <a:path w="2534285" h="3007360">
                  <a:moveTo>
                    <a:pt x="939739" y="1754753"/>
                  </a:moveTo>
                  <a:lnTo>
                    <a:pt x="920118" y="1765233"/>
                  </a:lnTo>
                  <a:lnTo>
                    <a:pt x="900147" y="1774316"/>
                  </a:lnTo>
                  <a:lnTo>
                    <a:pt x="879478" y="1782002"/>
                  </a:lnTo>
                  <a:lnTo>
                    <a:pt x="857761" y="1788290"/>
                  </a:lnTo>
                  <a:lnTo>
                    <a:pt x="816772" y="1877724"/>
                  </a:lnTo>
                  <a:lnTo>
                    <a:pt x="2444184" y="1877724"/>
                  </a:lnTo>
                  <a:lnTo>
                    <a:pt x="2472166" y="1862818"/>
                  </a:lnTo>
                  <a:lnTo>
                    <a:pt x="2499792" y="1837811"/>
                  </a:lnTo>
                  <a:lnTo>
                    <a:pt x="2520607" y="1805991"/>
                  </a:lnTo>
                  <a:lnTo>
                    <a:pt x="2526270" y="1788290"/>
                  </a:lnTo>
                  <a:lnTo>
                    <a:pt x="1036622" y="1788290"/>
                  </a:lnTo>
                  <a:lnTo>
                    <a:pt x="939739" y="1754753"/>
                  </a:lnTo>
                  <a:close/>
                </a:path>
                <a:path w="2534285" h="3007360">
                  <a:moveTo>
                    <a:pt x="1158545" y="1080277"/>
                  </a:moveTo>
                  <a:lnTo>
                    <a:pt x="1044074" y="1080277"/>
                  </a:lnTo>
                  <a:lnTo>
                    <a:pt x="1118600" y="1154805"/>
                  </a:lnTo>
                  <a:lnTo>
                    <a:pt x="1085063" y="1251691"/>
                  </a:lnTo>
                  <a:lnTo>
                    <a:pt x="1095543" y="1271313"/>
                  </a:lnTo>
                  <a:lnTo>
                    <a:pt x="1104626" y="1291284"/>
                  </a:lnTo>
                  <a:lnTo>
                    <a:pt x="1112312" y="1311953"/>
                  </a:lnTo>
                  <a:lnTo>
                    <a:pt x="1118600" y="1333671"/>
                  </a:lnTo>
                  <a:lnTo>
                    <a:pt x="1211756" y="1378388"/>
                  </a:lnTo>
                  <a:lnTo>
                    <a:pt x="1208030" y="1490179"/>
                  </a:lnTo>
                  <a:lnTo>
                    <a:pt x="1114873" y="1534896"/>
                  </a:lnTo>
                  <a:lnTo>
                    <a:pt x="1108585" y="1556614"/>
                  </a:lnTo>
                  <a:lnTo>
                    <a:pt x="1100900" y="1577284"/>
                  </a:lnTo>
                  <a:lnTo>
                    <a:pt x="1091817" y="1597255"/>
                  </a:lnTo>
                  <a:lnTo>
                    <a:pt x="1081337" y="1616877"/>
                  </a:lnTo>
                  <a:lnTo>
                    <a:pt x="1111147" y="1713763"/>
                  </a:lnTo>
                  <a:lnTo>
                    <a:pt x="1036622" y="1788290"/>
                  </a:lnTo>
                  <a:lnTo>
                    <a:pt x="2526270" y="1788290"/>
                  </a:lnTo>
                  <a:lnTo>
                    <a:pt x="2532688" y="1768232"/>
                  </a:lnTo>
                  <a:lnTo>
                    <a:pt x="2534115" y="1725408"/>
                  </a:lnTo>
                  <a:lnTo>
                    <a:pt x="2522965" y="1678391"/>
                  </a:lnTo>
                  <a:lnTo>
                    <a:pt x="2497318" y="1628056"/>
                  </a:lnTo>
                  <a:lnTo>
                    <a:pt x="2240206" y="1180889"/>
                  </a:lnTo>
                  <a:lnTo>
                    <a:pt x="2240315" y="1154805"/>
                  </a:lnTo>
                  <a:lnTo>
                    <a:pt x="2240808" y="1121267"/>
                  </a:lnTo>
                  <a:lnTo>
                    <a:pt x="1178220" y="1121267"/>
                  </a:lnTo>
                  <a:lnTo>
                    <a:pt x="1158545" y="1080277"/>
                  </a:lnTo>
                  <a:close/>
                </a:path>
                <a:path w="2534285" h="3007360">
                  <a:moveTo>
                    <a:pt x="585744" y="1751027"/>
                  </a:moveTo>
                  <a:lnTo>
                    <a:pt x="488861" y="1780838"/>
                  </a:lnTo>
                  <a:lnTo>
                    <a:pt x="654852" y="1780838"/>
                  </a:lnTo>
                  <a:lnTo>
                    <a:pt x="646004" y="1778276"/>
                  </a:lnTo>
                  <a:lnTo>
                    <a:pt x="625335" y="1770590"/>
                  </a:lnTo>
                  <a:lnTo>
                    <a:pt x="605365" y="1761507"/>
                  </a:lnTo>
                  <a:lnTo>
                    <a:pt x="585744" y="1751027"/>
                  </a:lnTo>
                  <a:close/>
                </a:path>
                <a:path w="2534285" h="3007360">
                  <a:moveTo>
                    <a:pt x="1409248" y="998296"/>
                  </a:moveTo>
                  <a:lnTo>
                    <a:pt x="1389627" y="1008777"/>
                  </a:lnTo>
                  <a:lnTo>
                    <a:pt x="1369657" y="1017860"/>
                  </a:lnTo>
                  <a:lnTo>
                    <a:pt x="1348988" y="1025546"/>
                  </a:lnTo>
                  <a:lnTo>
                    <a:pt x="1327270" y="1031834"/>
                  </a:lnTo>
                  <a:lnTo>
                    <a:pt x="1282555" y="1121267"/>
                  </a:lnTo>
                  <a:lnTo>
                    <a:pt x="2240808" y="1121267"/>
                  </a:lnTo>
                  <a:lnTo>
                    <a:pt x="2240925" y="1113187"/>
                  </a:lnTo>
                  <a:lnTo>
                    <a:pt x="2239525" y="1064390"/>
                  </a:lnTo>
                  <a:lnTo>
                    <a:pt x="2237182" y="1031834"/>
                  </a:lnTo>
                  <a:lnTo>
                    <a:pt x="1506131" y="1031834"/>
                  </a:lnTo>
                  <a:lnTo>
                    <a:pt x="1409248" y="998296"/>
                  </a:lnTo>
                  <a:close/>
                </a:path>
                <a:path w="2534285" h="3007360">
                  <a:moveTo>
                    <a:pt x="667721" y="1080277"/>
                  </a:moveTo>
                  <a:lnTo>
                    <a:pt x="488861" y="1080277"/>
                  </a:lnTo>
                  <a:lnTo>
                    <a:pt x="585744" y="1113814"/>
                  </a:lnTo>
                  <a:lnTo>
                    <a:pt x="605365" y="1103334"/>
                  </a:lnTo>
                  <a:lnTo>
                    <a:pt x="625335" y="1094251"/>
                  </a:lnTo>
                  <a:lnTo>
                    <a:pt x="646004" y="1086565"/>
                  </a:lnTo>
                  <a:lnTo>
                    <a:pt x="667721" y="1080277"/>
                  </a:lnTo>
                  <a:close/>
                </a:path>
                <a:path w="2534285" h="3007360">
                  <a:moveTo>
                    <a:pt x="913655" y="987117"/>
                  </a:moveTo>
                  <a:lnTo>
                    <a:pt x="820498" y="987117"/>
                  </a:lnTo>
                  <a:lnTo>
                    <a:pt x="865214" y="1080277"/>
                  </a:lnTo>
                  <a:lnTo>
                    <a:pt x="886931" y="1086565"/>
                  </a:lnTo>
                  <a:lnTo>
                    <a:pt x="907600" y="1094251"/>
                  </a:lnTo>
                  <a:lnTo>
                    <a:pt x="927570" y="1103334"/>
                  </a:lnTo>
                  <a:lnTo>
                    <a:pt x="947191" y="1113814"/>
                  </a:lnTo>
                  <a:lnTo>
                    <a:pt x="1044074" y="1080277"/>
                  </a:lnTo>
                  <a:lnTo>
                    <a:pt x="1158545" y="1080277"/>
                  </a:lnTo>
                  <a:lnTo>
                    <a:pt x="1133505" y="1028108"/>
                  </a:lnTo>
                  <a:lnTo>
                    <a:pt x="954644" y="1028108"/>
                  </a:lnTo>
                  <a:lnTo>
                    <a:pt x="913655" y="987117"/>
                  </a:lnTo>
                  <a:close/>
                </a:path>
                <a:path w="2534285" h="3007360">
                  <a:moveTo>
                    <a:pt x="1907962" y="323821"/>
                  </a:moveTo>
                  <a:lnTo>
                    <a:pt x="1509857" y="323821"/>
                  </a:lnTo>
                  <a:lnTo>
                    <a:pt x="1584383" y="398348"/>
                  </a:lnTo>
                  <a:lnTo>
                    <a:pt x="1550846" y="495234"/>
                  </a:lnTo>
                  <a:lnTo>
                    <a:pt x="1561327" y="514856"/>
                  </a:lnTo>
                  <a:lnTo>
                    <a:pt x="1570409" y="534827"/>
                  </a:lnTo>
                  <a:lnTo>
                    <a:pt x="1578095" y="555497"/>
                  </a:lnTo>
                  <a:lnTo>
                    <a:pt x="1584383" y="577215"/>
                  </a:lnTo>
                  <a:lnTo>
                    <a:pt x="1677539" y="621931"/>
                  </a:lnTo>
                  <a:lnTo>
                    <a:pt x="1677539" y="733723"/>
                  </a:lnTo>
                  <a:lnTo>
                    <a:pt x="1584383" y="778440"/>
                  </a:lnTo>
                  <a:lnTo>
                    <a:pt x="1577512" y="800158"/>
                  </a:lnTo>
                  <a:lnTo>
                    <a:pt x="1568546" y="820827"/>
                  </a:lnTo>
                  <a:lnTo>
                    <a:pt x="1558182" y="840798"/>
                  </a:lnTo>
                  <a:lnTo>
                    <a:pt x="1547120" y="860420"/>
                  </a:lnTo>
                  <a:lnTo>
                    <a:pt x="1580657" y="957306"/>
                  </a:lnTo>
                  <a:lnTo>
                    <a:pt x="1506131" y="1031834"/>
                  </a:lnTo>
                  <a:lnTo>
                    <a:pt x="2237182" y="1031834"/>
                  </a:lnTo>
                  <a:lnTo>
                    <a:pt x="2230472" y="967863"/>
                  </a:lnTo>
                  <a:lnTo>
                    <a:pt x="2222945" y="920610"/>
                  </a:lnTo>
                  <a:lnTo>
                    <a:pt x="2213385" y="873646"/>
                  </a:lnTo>
                  <a:lnTo>
                    <a:pt x="2201859" y="827267"/>
                  </a:lnTo>
                  <a:lnTo>
                    <a:pt x="2188396" y="781530"/>
                  </a:lnTo>
                  <a:lnTo>
                    <a:pt x="2173028" y="736491"/>
                  </a:lnTo>
                  <a:lnTo>
                    <a:pt x="2155783" y="692204"/>
                  </a:lnTo>
                  <a:lnTo>
                    <a:pt x="2136693" y="648726"/>
                  </a:lnTo>
                  <a:lnTo>
                    <a:pt x="2115787" y="606114"/>
                  </a:lnTo>
                  <a:lnTo>
                    <a:pt x="2093095" y="564421"/>
                  </a:lnTo>
                  <a:lnTo>
                    <a:pt x="2068648" y="523706"/>
                  </a:lnTo>
                  <a:lnTo>
                    <a:pt x="2042475" y="484022"/>
                  </a:lnTo>
                  <a:lnTo>
                    <a:pt x="2014606" y="445427"/>
                  </a:lnTo>
                  <a:lnTo>
                    <a:pt x="1985072" y="407976"/>
                  </a:lnTo>
                  <a:lnTo>
                    <a:pt x="1953902" y="371725"/>
                  </a:lnTo>
                  <a:lnTo>
                    <a:pt x="1921127" y="336730"/>
                  </a:lnTo>
                  <a:lnTo>
                    <a:pt x="1907962" y="323821"/>
                  </a:lnTo>
                  <a:close/>
                </a:path>
                <a:path w="2534285" h="3007360">
                  <a:moveTo>
                    <a:pt x="1051527" y="994570"/>
                  </a:moveTo>
                  <a:lnTo>
                    <a:pt x="954644" y="1028108"/>
                  </a:lnTo>
                  <a:lnTo>
                    <a:pt x="1133505" y="1028108"/>
                  </a:lnTo>
                  <a:lnTo>
                    <a:pt x="1111788" y="1021819"/>
                  </a:lnTo>
                  <a:lnTo>
                    <a:pt x="1091118" y="1014134"/>
                  </a:lnTo>
                  <a:lnTo>
                    <a:pt x="1071148" y="1005051"/>
                  </a:lnTo>
                  <a:lnTo>
                    <a:pt x="1051527" y="994570"/>
                  </a:lnTo>
                  <a:close/>
                </a:path>
                <a:path w="2534285" h="3007360">
                  <a:moveTo>
                    <a:pt x="1137231" y="327547"/>
                  </a:moveTo>
                  <a:lnTo>
                    <a:pt x="958370" y="327547"/>
                  </a:lnTo>
                  <a:lnTo>
                    <a:pt x="1055253" y="361084"/>
                  </a:lnTo>
                  <a:lnTo>
                    <a:pt x="1074874" y="350604"/>
                  </a:lnTo>
                  <a:lnTo>
                    <a:pt x="1094845" y="341521"/>
                  </a:lnTo>
                  <a:lnTo>
                    <a:pt x="1115514" y="333835"/>
                  </a:lnTo>
                  <a:lnTo>
                    <a:pt x="1137231" y="327547"/>
                  </a:lnTo>
                  <a:close/>
                </a:path>
                <a:path w="2534285" h="3007360">
                  <a:moveTo>
                    <a:pt x="1806427" y="234511"/>
                  </a:moveTo>
                  <a:lnTo>
                    <a:pt x="1286282" y="234511"/>
                  </a:lnTo>
                  <a:lnTo>
                    <a:pt x="1330997" y="323821"/>
                  </a:lnTo>
                  <a:lnTo>
                    <a:pt x="1352714" y="330109"/>
                  </a:lnTo>
                  <a:lnTo>
                    <a:pt x="1373383" y="337794"/>
                  </a:lnTo>
                  <a:lnTo>
                    <a:pt x="1393353" y="346878"/>
                  </a:lnTo>
                  <a:lnTo>
                    <a:pt x="1412975" y="357358"/>
                  </a:lnTo>
                  <a:lnTo>
                    <a:pt x="1509857" y="323821"/>
                  </a:lnTo>
                  <a:lnTo>
                    <a:pt x="1907962" y="323821"/>
                  </a:lnTo>
                  <a:lnTo>
                    <a:pt x="1886777" y="303046"/>
                  </a:lnTo>
                  <a:lnTo>
                    <a:pt x="1850881" y="270730"/>
                  </a:lnTo>
                  <a:lnTo>
                    <a:pt x="1813470" y="239837"/>
                  </a:lnTo>
                  <a:lnTo>
                    <a:pt x="1806427" y="234511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234306" y="2029332"/>
              <a:ext cx="2534285" cy="3007360"/>
            </a:xfrm>
            <a:custGeom>
              <a:avLst/>
              <a:gdLst/>
              <a:ahLst/>
              <a:cxnLst/>
              <a:rect l="l" t="t" r="r" b="b"/>
              <a:pathLst>
                <a:path w="2534285" h="3007360">
                  <a:moveTo>
                    <a:pt x="1677539" y="733723"/>
                  </a:moveTo>
                  <a:lnTo>
                    <a:pt x="1584383" y="778440"/>
                  </a:lnTo>
                  <a:lnTo>
                    <a:pt x="1577513" y="800157"/>
                  </a:lnTo>
                  <a:lnTo>
                    <a:pt x="1568546" y="820827"/>
                  </a:lnTo>
                  <a:lnTo>
                    <a:pt x="1558183" y="840798"/>
                  </a:lnTo>
                  <a:lnTo>
                    <a:pt x="1547120" y="860420"/>
                  </a:lnTo>
                  <a:lnTo>
                    <a:pt x="1580657" y="957306"/>
                  </a:lnTo>
                  <a:lnTo>
                    <a:pt x="1506131" y="1031834"/>
                  </a:lnTo>
                  <a:lnTo>
                    <a:pt x="1409248" y="998296"/>
                  </a:lnTo>
                  <a:lnTo>
                    <a:pt x="1389627" y="1008777"/>
                  </a:lnTo>
                  <a:lnTo>
                    <a:pt x="1369657" y="1017860"/>
                  </a:lnTo>
                  <a:lnTo>
                    <a:pt x="1348988" y="1025546"/>
                  </a:lnTo>
                  <a:lnTo>
                    <a:pt x="1327270" y="1031834"/>
                  </a:lnTo>
                  <a:lnTo>
                    <a:pt x="1282555" y="1121267"/>
                  </a:lnTo>
                  <a:lnTo>
                    <a:pt x="1178220" y="1121267"/>
                  </a:lnTo>
                  <a:lnTo>
                    <a:pt x="1133505" y="1028108"/>
                  </a:lnTo>
                  <a:lnTo>
                    <a:pt x="1111788" y="1021819"/>
                  </a:lnTo>
                  <a:lnTo>
                    <a:pt x="1091118" y="1014134"/>
                  </a:lnTo>
                  <a:lnTo>
                    <a:pt x="1071148" y="1005051"/>
                  </a:lnTo>
                  <a:lnTo>
                    <a:pt x="1051527" y="994570"/>
                  </a:lnTo>
                  <a:lnTo>
                    <a:pt x="954644" y="1028108"/>
                  </a:lnTo>
                  <a:lnTo>
                    <a:pt x="880119" y="953580"/>
                  </a:lnTo>
                  <a:lnTo>
                    <a:pt x="913655" y="856694"/>
                  </a:lnTo>
                  <a:lnTo>
                    <a:pt x="903175" y="837072"/>
                  </a:lnTo>
                  <a:lnTo>
                    <a:pt x="894092" y="817101"/>
                  </a:lnTo>
                  <a:lnTo>
                    <a:pt x="886407" y="796431"/>
                  </a:lnTo>
                  <a:lnTo>
                    <a:pt x="880119" y="774713"/>
                  </a:lnTo>
                  <a:lnTo>
                    <a:pt x="786962" y="729997"/>
                  </a:lnTo>
                  <a:lnTo>
                    <a:pt x="786962" y="625658"/>
                  </a:lnTo>
                  <a:lnTo>
                    <a:pt x="880119" y="580941"/>
                  </a:lnTo>
                  <a:lnTo>
                    <a:pt x="886407" y="559223"/>
                  </a:lnTo>
                  <a:lnTo>
                    <a:pt x="894092" y="538554"/>
                  </a:lnTo>
                  <a:lnTo>
                    <a:pt x="903175" y="518582"/>
                  </a:lnTo>
                  <a:lnTo>
                    <a:pt x="913655" y="498961"/>
                  </a:lnTo>
                  <a:lnTo>
                    <a:pt x="883845" y="402075"/>
                  </a:lnTo>
                  <a:lnTo>
                    <a:pt x="958370" y="327547"/>
                  </a:lnTo>
                  <a:lnTo>
                    <a:pt x="1055253" y="361084"/>
                  </a:lnTo>
                  <a:lnTo>
                    <a:pt x="1074874" y="350604"/>
                  </a:lnTo>
                  <a:lnTo>
                    <a:pt x="1094845" y="341521"/>
                  </a:lnTo>
                  <a:lnTo>
                    <a:pt x="1115514" y="333835"/>
                  </a:lnTo>
                  <a:lnTo>
                    <a:pt x="1137231" y="327547"/>
                  </a:lnTo>
                  <a:lnTo>
                    <a:pt x="1181946" y="234511"/>
                  </a:lnTo>
                  <a:lnTo>
                    <a:pt x="1286282" y="234511"/>
                  </a:lnTo>
                  <a:lnTo>
                    <a:pt x="1330997" y="323820"/>
                  </a:lnTo>
                  <a:lnTo>
                    <a:pt x="1352714" y="330109"/>
                  </a:lnTo>
                  <a:lnTo>
                    <a:pt x="1373383" y="337794"/>
                  </a:lnTo>
                  <a:lnTo>
                    <a:pt x="1393353" y="346878"/>
                  </a:lnTo>
                  <a:lnTo>
                    <a:pt x="1412975" y="357358"/>
                  </a:lnTo>
                  <a:lnTo>
                    <a:pt x="1509858" y="323820"/>
                  </a:lnTo>
                  <a:lnTo>
                    <a:pt x="1584383" y="398348"/>
                  </a:lnTo>
                  <a:lnTo>
                    <a:pt x="1550846" y="495234"/>
                  </a:lnTo>
                  <a:lnTo>
                    <a:pt x="1561327" y="514856"/>
                  </a:lnTo>
                  <a:lnTo>
                    <a:pt x="1570409" y="534827"/>
                  </a:lnTo>
                  <a:lnTo>
                    <a:pt x="1578095" y="555497"/>
                  </a:lnTo>
                  <a:lnTo>
                    <a:pt x="1584383" y="577215"/>
                  </a:lnTo>
                  <a:lnTo>
                    <a:pt x="1677539" y="621931"/>
                  </a:lnTo>
                  <a:lnTo>
                    <a:pt x="1677539" y="733723"/>
                  </a:lnTo>
                  <a:close/>
                </a:path>
                <a:path w="2534285" h="3007360">
                  <a:moveTo>
                    <a:pt x="1208030" y="1490179"/>
                  </a:moveTo>
                  <a:lnTo>
                    <a:pt x="1114873" y="1534896"/>
                  </a:lnTo>
                  <a:lnTo>
                    <a:pt x="1108585" y="1556614"/>
                  </a:lnTo>
                  <a:lnTo>
                    <a:pt x="1100900" y="1577284"/>
                  </a:lnTo>
                  <a:lnTo>
                    <a:pt x="1091817" y="1597255"/>
                  </a:lnTo>
                  <a:lnTo>
                    <a:pt x="1081337" y="1616877"/>
                  </a:lnTo>
                  <a:lnTo>
                    <a:pt x="1111147" y="1713763"/>
                  </a:lnTo>
                  <a:lnTo>
                    <a:pt x="1036622" y="1788290"/>
                  </a:lnTo>
                  <a:lnTo>
                    <a:pt x="939739" y="1754753"/>
                  </a:lnTo>
                  <a:lnTo>
                    <a:pt x="920118" y="1765233"/>
                  </a:lnTo>
                  <a:lnTo>
                    <a:pt x="900147" y="1774316"/>
                  </a:lnTo>
                  <a:lnTo>
                    <a:pt x="879478" y="1782002"/>
                  </a:lnTo>
                  <a:lnTo>
                    <a:pt x="857761" y="1788290"/>
                  </a:lnTo>
                  <a:lnTo>
                    <a:pt x="816772" y="1877724"/>
                  </a:lnTo>
                  <a:lnTo>
                    <a:pt x="712437" y="1877724"/>
                  </a:lnTo>
                  <a:lnTo>
                    <a:pt x="667721" y="1784564"/>
                  </a:lnTo>
                  <a:lnTo>
                    <a:pt x="646004" y="1778276"/>
                  </a:lnTo>
                  <a:lnTo>
                    <a:pt x="625335" y="1770590"/>
                  </a:lnTo>
                  <a:lnTo>
                    <a:pt x="605365" y="1761507"/>
                  </a:lnTo>
                  <a:lnTo>
                    <a:pt x="585744" y="1751027"/>
                  </a:lnTo>
                  <a:lnTo>
                    <a:pt x="488861" y="1780838"/>
                  </a:lnTo>
                  <a:lnTo>
                    <a:pt x="414335" y="1706310"/>
                  </a:lnTo>
                  <a:lnTo>
                    <a:pt x="447872" y="1609424"/>
                  </a:lnTo>
                  <a:lnTo>
                    <a:pt x="437392" y="1589802"/>
                  </a:lnTo>
                  <a:lnTo>
                    <a:pt x="428309" y="1569831"/>
                  </a:lnTo>
                  <a:lnTo>
                    <a:pt x="420624" y="1549161"/>
                  </a:lnTo>
                  <a:lnTo>
                    <a:pt x="414335" y="1527443"/>
                  </a:lnTo>
                  <a:lnTo>
                    <a:pt x="321179" y="1482727"/>
                  </a:lnTo>
                  <a:lnTo>
                    <a:pt x="321179" y="1378388"/>
                  </a:lnTo>
                  <a:lnTo>
                    <a:pt x="414335" y="1333671"/>
                  </a:lnTo>
                  <a:lnTo>
                    <a:pt x="420624" y="1311953"/>
                  </a:lnTo>
                  <a:lnTo>
                    <a:pt x="428309" y="1291284"/>
                  </a:lnTo>
                  <a:lnTo>
                    <a:pt x="437392" y="1271312"/>
                  </a:lnTo>
                  <a:lnTo>
                    <a:pt x="447872" y="1251691"/>
                  </a:lnTo>
                  <a:lnTo>
                    <a:pt x="414335" y="1154805"/>
                  </a:lnTo>
                  <a:lnTo>
                    <a:pt x="488861" y="1080277"/>
                  </a:lnTo>
                  <a:lnTo>
                    <a:pt x="585744" y="1113814"/>
                  </a:lnTo>
                  <a:lnTo>
                    <a:pt x="605365" y="1103334"/>
                  </a:lnTo>
                  <a:lnTo>
                    <a:pt x="625335" y="1094251"/>
                  </a:lnTo>
                  <a:lnTo>
                    <a:pt x="646004" y="1086565"/>
                  </a:lnTo>
                  <a:lnTo>
                    <a:pt x="667721" y="1080277"/>
                  </a:lnTo>
                  <a:lnTo>
                    <a:pt x="712437" y="987117"/>
                  </a:lnTo>
                  <a:lnTo>
                    <a:pt x="820498" y="987117"/>
                  </a:lnTo>
                  <a:lnTo>
                    <a:pt x="865214" y="1080277"/>
                  </a:lnTo>
                  <a:lnTo>
                    <a:pt x="886931" y="1086565"/>
                  </a:lnTo>
                  <a:lnTo>
                    <a:pt x="907600" y="1094251"/>
                  </a:lnTo>
                  <a:lnTo>
                    <a:pt x="927570" y="1103334"/>
                  </a:lnTo>
                  <a:lnTo>
                    <a:pt x="947191" y="1113814"/>
                  </a:lnTo>
                  <a:lnTo>
                    <a:pt x="1044074" y="1080277"/>
                  </a:lnTo>
                  <a:lnTo>
                    <a:pt x="1118600" y="1154805"/>
                  </a:lnTo>
                  <a:lnTo>
                    <a:pt x="1085063" y="1251691"/>
                  </a:lnTo>
                  <a:lnTo>
                    <a:pt x="1095543" y="1271312"/>
                  </a:lnTo>
                  <a:lnTo>
                    <a:pt x="1104626" y="1291284"/>
                  </a:lnTo>
                  <a:lnTo>
                    <a:pt x="1112312" y="1311953"/>
                  </a:lnTo>
                  <a:lnTo>
                    <a:pt x="1118600" y="1333671"/>
                  </a:lnTo>
                  <a:lnTo>
                    <a:pt x="1211756" y="1378388"/>
                  </a:lnTo>
                  <a:lnTo>
                    <a:pt x="1208030" y="1490179"/>
                  </a:lnTo>
                  <a:close/>
                </a:path>
                <a:path w="2534285" h="3007360">
                  <a:moveTo>
                    <a:pt x="2497318" y="1628056"/>
                  </a:moveTo>
                  <a:lnTo>
                    <a:pt x="2240206" y="1180889"/>
                  </a:lnTo>
                  <a:lnTo>
                    <a:pt x="2240206" y="1162257"/>
                  </a:lnTo>
                  <a:lnTo>
                    <a:pt x="2240926" y="1113204"/>
                  </a:lnTo>
                  <a:lnTo>
                    <a:pt x="2239530" y="1064456"/>
                  </a:lnTo>
                  <a:lnTo>
                    <a:pt x="2236048" y="1016071"/>
                  </a:lnTo>
                  <a:lnTo>
                    <a:pt x="2230510" y="968103"/>
                  </a:lnTo>
                  <a:lnTo>
                    <a:pt x="2222945" y="920610"/>
                  </a:lnTo>
                  <a:lnTo>
                    <a:pt x="2213385" y="873646"/>
                  </a:lnTo>
                  <a:lnTo>
                    <a:pt x="2201859" y="827267"/>
                  </a:lnTo>
                  <a:lnTo>
                    <a:pt x="2188396" y="781530"/>
                  </a:lnTo>
                  <a:lnTo>
                    <a:pt x="2173028" y="736491"/>
                  </a:lnTo>
                  <a:lnTo>
                    <a:pt x="2155783" y="692204"/>
                  </a:lnTo>
                  <a:lnTo>
                    <a:pt x="2136693" y="648726"/>
                  </a:lnTo>
                  <a:lnTo>
                    <a:pt x="2115787" y="606114"/>
                  </a:lnTo>
                  <a:lnTo>
                    <a:pt x="2093095" y="564421"/>
                  </a:lnTo>
                  <a:lnTo>
                    <a:pt x="2068648" y="523706"/>
                  </a:lnTo>
                  <a:lnTo>
                    <a:pt x="2042475" y="484022"/>
                  </a:lnTo>
                  <a:lnTo>
                    <a:pt x="2014606" y="445427"/>
                  </a:lnTo>
                  <a:lnTo>
                    <a:pt x="1985072" y="407976"/>
                  </a:lnTo>
                  <a:lnTo>
                    <a:pt x="1953902" y="371725"/>
                  </a:lnTo>
                  <a:lnTo>
                    <a:pt x="1921127" y="336730"/>
                  </a:lnTo>
                  <a:lnTo>
                    <a:pt x="1886777" y="303046"/>
                  </a:lnTo>
                  <a:lnTo>
                    <a:pt x="1850881" y="270730"/>
                  </a:lnTo>
                  <a:lnTo>
                    <a:pt x="1813470" y="239837"/>
                  </a:lnTo>
                  <a:lnTo>
                    <a:pt x="1774573" y="210424"/>
                  </a:lnTo>
                  <a:lnTo>
                    <a:pt x="1734221" y="182545"/>
                  </a:lnTo>
                  <a:lnTo>
                    <a:pt x="1692445" y="156257"/>
                  </a:lnTo>
                  <a:lnTo>
                    <a:pt x="1649582" y="132218"/>
                  </a:lnTo>
                  <a:lnTo>
                    <a:pt x="1605996" y="110181"/>
                  </a:lnTo>
                  <a:lnTo>
                    <a:pt x="1561748" y="90148"/>
                  </a:lnTo>
                  <a:lnTo>
                    <a:pt x="1516902" y="72118"/>
                  </a:lnTo>
                  <a:lnTo>
                    <a:pt x="1471522" y="56092"/>
                  </a:lnTo>
                  <a:lnTo>
                    <a:pt x="1425669" y="42069"/>
                  </a:lnTo>
                  <a:lnTo>
                    <a:pt x="1379406" y="30049"/>
                  </a:lnTo>
                  <a:lnTo>
                    <a:pt x="1332798" y="20033"/>
                  </a:lnTo>
                  <a:lnTo>
                    <a:pt x="1285906" y="12019"/>
                  </a:lnTo>
                  <a:lnTo>
                    <a:pt x="1238794" y="6009"/>
                  </a:lnTo>
                  <a:lnTo>
                    <a:pt x="1191524" y="2003"/>
                  </a:lnTo>
                  <a:lnTo>
                    <a:pt x="1144160" y="0"/>
                  </a:lnTo>
                  <a:lnTo>
                    <a:pt x="1096765" y="0"/>
                  </a:lnTo>
                  <a:lnTo>
                    <a:pt x="1049401" y="2003"/>
                  </a:lnTo>
                  <a:lnTo>
                    <a:pt x="1002131" y="6009"/>
                  </a:lnTo>
                  <a:lnTo>
                    <a:pt x="955019" y="12019"/>
                  </a:lnTo>
                  <a:lnTo>
                    <a:pt x="908127" y="20033"/>
                  </a:lnTo>
                  <a:lnTo>
                    <a:pt x="861519" y="30049"/>
                  </a:lnTo>
                  <a:lnTo>
                    <a:pt x="815257" y="42069"/>
                  </a:lnTo>
                  <a:lnTo>
                    <a:pt x="769404" y="56092"/>
                  </a:lnTo>
                  <a:lnTo>
                    <a:pt x="724023" y="72118"/>
                  </a:lnTo>
                  <a:lnTo>
                    <a:pt x="679177" y="90148"/>
                  </a:lnTo>
                  <a:lnTo>
                    <a:pt x="634930" y="110181"/>
                  </a:lnTo>
                  <a:lnTo>
                    <a:pt x="591343" y="132218"/>
                  </a:lnTo>
                  <a:lnTo>
                    <a:pt x="548481" y="156257"/>
                  </a:lnTo>
                  <a:lnTo>
                    <a:pt x="506704" y="182133"/>
                  </a:lnTo>
                  <a:lnTo>
                    <a:pt x="466352" y="209667"/>
                  </a:lnTo>
                  <a:lnTo>
                    <a:pt x="427456" y="238798"/>
                  </a:lnTo>
                  <a:lnTo>
                    <a:pt x="390045" y="269468"/>
                  </a:lnTo>
                  <a:lnTo>
                    <a:pt x="354149" y="301615"/>
                  </a:lnTo>
                  <a:lnTo>
                    <a:pt x="319798" y="335180"/>
                  </a:lnTo>
                  <a:lnTo>
                    <a:pt x="287023" y="370102"/>
                  </a:lnTo>
                  <a:lnTo>
                    <a:pt x="255853" y="406322"/>
                  </a:lnTo>
                  <a:lnTo>
                    <a:pt x="226319" y="443779"/>
                  </a:lnTo>
                  <a:lnTo>
                    <a:pt x="198451" y="482413"/>
                  </a:lnTo>
                  <a:lnTo>
                    <a:pt x="172277" y="522163"/>
                  </a:lnTo>
                  <a:lnTo>
                    <a:pt x="147830" y="562970"/>
                  </a:lnTo>
                  <a:lnTo>
                    <a:pt x="125138" y="604774"/>
                  </a:lnTo>
                  <a:lnTo>
                    <a:pt x="104232" y="647514"/>
                  </a:lnTo>
                  <a:lnTo>
                    <a:pt x="85142" y="691131"/>
                  </a:lnTo>
                  <a:lnTo>
                    <a:pt x="67898" y="735564"/>
                  </a:lnTo>
                  <a:lnTo>
                    <a:pt x="52529" y="780752"/>
                  </a:lnTo>
                  <a:lnTo>
                    <a:pt x="39067" y="826636"/>
                  </a:lnTo>
                  <a:lnTo>
                    <a:pt x="27540" y="873156"/>
                  </a:lnTo>
                  <a:lnTo>
                    <a:pt x="17980" y="920252"/>
                  </a:lnTo>
                  <a:lnTo>
                    <a:pt x="10416" y="967863"/>
                  </a:lnTo>
                  <a:lnTo>
                    <a:pt x="4877" y="1015929"/>
                  </a:lnTo>
                  <a:lnTo>
                    <a:pt x="1395" y="1064390"/>
                  </a:lnTo>
                  <a:lnTo>
                    <a:pt x="0" y="1113187"/>
                  </a:lnTo>
                  <a:lnTo>
                    <a:pt x="720" y="1162257"/>
                  </a:lnTo>
                  <a:lnTo>
                    <a:pt x="1806" y="1212668"/>
                  </a:lnTo>
                  <a:lnTo>
                    <a:pt x="5045" y="1262713"/>
                  </a:lnTo>
                  <a:lnTo>
                    <a:pt x="10410" y="1312334"/>
                  </a:lnTo>
                  <a:lnTo>
                    <a:pt x="17877" y="1361470"/>
                  </a:lnTo>
                  <a:lnTo>
                    <a:pt x="27417" y="1410060"/>
                  </a:lnTo>
                  <a:lnTo>
                    <a:pt x="39004" y="1458043"/>
                  </a:lnTo>
                  <a:lnTo>
                    <a:pt x="52612" y="1505361"/>
                  </a:lnTo>
                  <a:lnTo>
                    <a:pt x="68214" y="1551952"/>
                  </a:lnTo>
                  <a:lnTo>
                    <a:pt x="85783" y="1597756"/>
                  </a:lnTo>
                  <a:lnTo>
                    <a:pt x="105294" y="1642712"/>
                  </a:lnTo>
                  <a:lnTo>
                    <a:pt x="126719" y="1686761"/>
                  </a:lnTo>
                  <a:lnTo>
                    <a:pt x="150031" y="1729842"/>
                  </a:lnTo>
                  <a:lnTo>
                    <a:pt x="175205" y="1771894"/>
                  </a:lnTo>
                  <a:lnTo>
                    <a:pt x="202214" y="1812857"/>
                  </a:lnTo>
                  <a:lnTo>
                    <a:pt x="231031" y="1852671"/>
                  </a:lnTo>
                  <a:lnTo>
                    <a:pt x="261630" y="1891276"/>
                  </a:lnTo>
                  <a:lnTo>
                    <a:pt x="293984" y="1928610"/>
                  </a:lnTo>
                  <a:lnTo>
                    <a:pt x="328066" y="1964615"/>
                  </a:lnTo>
                  <a:lnTo>
                    <a:pt x="363851" y="1999229"/>
                  </a:lnTo>
                  <a:lnTo>
                    <a:pt x="401311" y="2032391"/>
                  </a:lnTo>
                  <a:lnTo>
                    <a:pt x="440419" y="2064043"/>
                  </a:lnTo>
                  <a:lnTo>
                    <a:pt x="440419" y="3006819"/>
                  </a:lnTo>
                  <a:lnTo>
                    <a:pt x="1617919" y="3006819"/>
                  </a:lnTo>
                  <a:lnTo>
                    <a:pt x="1617919" y="2559652"/>
                  </a:lnTo>
                  <a:lnTo>
                    <a:pt x="1800506" y="2559652"/>
                  </a:lnTo>
                  <a:lnTo>
                    <a:pt x="1851088" y="2556730"/>
                  </a:lnTo>
                  <a:lnTo>
                    <a:pt x="1900366" y="2548136"/>
                  </a:lnTo>
                  <a:lnTo>
                    <a:pt x="1947949" y="2534133"/>
                  </a:lnTo>
                  <a:lnTo>
                    <a:pt x="1993446" y="2514979"/>
                  </a:lnTo>
                  <a:lnTo>
                    <a:pt x="2036467" y="2490937"/>
                  </a:lnTo>
                  <a:lnTo>
                    <a:pt x="2076619" y="2462267"/>
                  </a:lnTo>
                  <a:lnTo>
                    <a:pt x="2113513" y="2429229"/>
                  </a:lnTo>
                  <a:lnTo>
                    <a:pt x="2146343" y="2390955"/>
                  </a:lnTo>
                  <a:lnTo>
                    <a:pt x="2174480" y="2349812"/>
                  </a:lnTo>
                  <a:lnTo>
                    <a:pt x="2197794" y="2306128"/>
                  </a:lnTo>
                  <a:lnTo>
                    <a:pt x="2216153" y="2260227"/>
                  </a:lnTo>
                  <a:lnTo>
                    <a:pt x="2229429" y="2212436"/>
                  </a:lnTo>
                  <a:lnTo>
                    <a:pt x="2237490" y="2163080"/>
                  </a:lnTo>
                  <a:lnTo>
                    <a:pt x="2240206" y="2112486"/>
                  </a:lnTo>
                  <a:lnTo>
                    <a:pt x="2240206" y="1888903"/>
                  </a:lnTo>
                  <a:lnTo>
                    <a:pt x="2404161" y="1888903"/>
                  </a:lnTo>
                  <a:lnTo>
                    <a:pt x="2472166" y="1862818"/>
                  </a:lnTo>
                  <a:lnTo>
                    <a:pt x="2520607" y="1805991"/>
                  </a:lnTo>
                  <a:lnTo>
                    <a:pt x="2532688" y="1768232"/>
                  </a:lnTo>
                  <a:lnTo>
                    <a:pt x="2534115" y="1725408"/>
                  </a:lnTo>
                  <a:lnTo>
                    <a:pt x="2522965" y="1678391"/>
                  </a:lnTo>
                  <a:lnTo>
                    <a:pt x="2497318" y="1628056"/>
                  </a:lnTo>
                  <a:close/>
                </a:path>
              </a:pathLst>
            </a:custGeom>
            <a:ln w="43473">
              <a:solidFill>
                <a:srgbClr val="155F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34" y="52959"/>
              <a:ext cx="5928644" cy="6805041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6170167" y="2629865"/>
            <a:ext cx="4697095" cy="2791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055"/>
              </a:lnSpc>
              <a:spcBef>
                <a:spcPts val="100"/>
              </a:spcBef>
            </a:pPr>
            <a:r>
              <a:rPr sz="1800" spc="55" dirty="0">
                <a:solidFill>
                  <a:srgbClr val="0D2841"/>
                </a:solidFill>
                <a:latin typeface="Trebuchet MS"/>
                <a:cs typeface="Trebuchet MS"/>
              </a:rPr>
              <a:t>Sha</a:t>
            </a:r>
            <a:r>
              <a:rPr sz="1800" spc="-130" dirty="0">
                <a:solidFill>
                  <a:srgbClr val="0D2841"/>
                </a:solidFill>
                <a:latin typeface="Trebuchet MS"/>
                <a:cs typeface="Trebuchet MS"/>
              </a:rPr>
              <a:t>r</a:t>
            </a:r>
            <a:r>
              <a:rPr sz="1800" spc="-35" dirty="0">
                <a:solidFill>
                  <a:srgbClr val="0D2841"/>
                </a:solidFill>
                <a:latin typeface="Trebuchet MS"/>
                <a:cs typeface="Trebuchet MS"/>
              </a:rPr>
              <a:t>e</a:t>
            </a:r>
            <a:r>
              <a:rPr sz="1800" spc="-200" dirty="0">
                <a:solidFill>
                  <a:srgbClr val="0D2841"/>
                </a:solidFill>
                <a:latin typeface="Trebuchet MS"/>
                <a:cs typeface="Trebuchet MS"/>
              </a:rPr>
              <a:t> </a:t>
            </a:r>
            <a:r>
              <a:rPr sz="1800" spc="130" dirty="0">
                <a:solidFill>
                  <a:srgbClr val="0D2841"/>
                </a:solidFill>
                <a:latin typeface="Trebuchet MS"/>
                <a:cs typeface="Trebuchet MS"/>
              </a:rPr>
              <a:t>s</a:t>
            </a:r>
            <a:r>
              <a:rPr sz="1800" spc="-145" dirty="0">
                <a:solidFill>
                  <a:srgbClr val="0D2841"/>
                </a:solidFill>
                <a:latin typeface="Trebuchet MS"/>
                <a:cs typeface="Trebuchet MS"/>
              </a:rPr>
              <a:t>t</a:t>
            </a:r>
            <a:r>
              <a:rPr sz="1800" spc="-155" dirty="0">
                <a:solidFill>
                  <a:srgbClr val="0D2841"/>
                </a:solidFill>
                <a:latin typeface="Trebuchet MS"/>
                <a:cs typeface="Trebuchet MS"/>
              </a:rPr>
              <a:t>r</a:t>
            </a:r>
            <a:r>
              <a:rPr sz="1800" dirty="0">
                <a:solidFill>
                  <a:srgbClr val="0D2841"/>
                </a:solidFill>
                <a:latin typeface="Trebuchet MS"/>
                <a:cs typeface="Trebuchet MS"/>
              </a:rPr>
              <a:t>a</a:t>
            </a:r>
            <a:r>
              <a:rPr sz="1800" spc="-155" dirty="0">
                <a:solidFill>
                  <a:srgbClr val="0D2841"/>
                </a:solidFill>
                <a:latin typeface="Trebuchet MS"/>
                <a:cs typeface="Trebuchet MS"/>
              </a:rPr>
              <a:t>t</a:t>
            </a:r>
            <a:r>
              <a:rPr sz="1800" spc="-10" dirty="0">
                <a:solidFill>
                  <a:srgbClr val="0D2841"/>
                </a:solidFill>
                <a:latin typeface="Trebuchet MS"/>
                <a:cs typeface="Trebuchet MS"/>
              </a:rPr>
              <a:t>egies</a:t>
            </a:r>
            <a:r>
              <a:rPr sz="1800" spc="-160" dirty="0">
                <a:solidFill>
                  <a:srgbClr val="0D2841"/>
                </a:solidFill>
                <a:latin typeface="Trebuchet MS"/>
                <a:cs typeface="Trebuchet MS"/>
              </a:rPr>
              <a:t> </a:t>
            </a:r>
            <a:r>
              <a:rPr sz="1800" spc="-155" dirty="0">
                <a:solidFill>
                  <a:srgbClr val="0D2841"/>
                </a:solidFill>
                <a:latin typeface="Trebuchet MS"/>
                <a:cs typeface="Trebuchet MS"/>
              </a:rPr>
              <a:t>t</a:t>
            </a:r>
            <a:r>
              <a:rPr sz="1800" spc="25" dirty="0">
                <a:solidFill>
                  <a:srgbClr val="0D2841"/>
                </a:solidFill>
                <a:latin typeface="Trebuchet MS"/>
                <a:cs typeface="Trebuchet MS"/>
              </a:rPr>
              <a:t>o</a:t>
            </a:r>
            <a:r>
              <a:rPr sz="1800" spc="-180" dirty="0">
                <a:solidFill>
                  <a:srgbClr val="0D2841"/>
                </a:solidFill>
                <a:latin typeface="Trebuchet MS"/>
                <a:cs typeface="Trebuchet MS"/>
              </a:rPr>
              <a:t> </a:t>
            </a:r>
            <a:r>
              <a:rPr sz="1800" spc="5" dirty="0">
                <a:solidFill>
                  <a:srgbClr val="0D2841"/>
                </a:solidFill>
                <a:latin typeface="Trebuchet MS"/>
                <a:cs typeface="Trebuchet MS"/>
              </a:rPr>
              <a:t>o</a:t>
            </a:r>
            <a:r>
              <a:rPr sz="1800" spc="-85" dirty="0">
                <a:solidFill>
                  <a:srgbClr val="0D2841"/>
                </a:solidFill>
                <a:latin typeface="Trebuchet MS"/>
                <a:cs typeface="Trebuchet MS"/>
              </a:rPr>
              <a:t>v</a:t>
            </a:r>
            <a:r>
              <a:rPr sz="1800" spc="-80" dirty="0">
                <a:solidFill>
                  <a:srgbClr val="0D2841"/>
                </a:solidFill>
                <a:latin typeface="Trebuchet MS"/>
                <a:cs typeface="Trebuchet MS"/>
              </a:rPr>
              <a:t>e</a:t>
            </a:r>
            <a:r>
              <a:rPr sz="1800" spc="-85" dirty="0">
                <a:solidFill>
                  <a:srgbClr val="0D2841"/>
                </a:solidFill>
                <a:latin typeface="Trebuchet MS"/>
                <a:cs typeface="Trebuchet MS"/>
              </a:rPr>
              <a:t>r</a:t>
            </a:r>
            <a:r>
              <a:rPr sz="1800" spc="20" dirty="0">
                <a:solidFill>
                  <a:srgbClr val="0D2841"/>
                </a:solidFill>
                <a:latin typeface="Trebuchet MS"/>
                <a:cs typeface="Trebuchet MS"/>
              </a:rPr>
              <a:t>come</a:t>
            </a:r>
            <a:r>
              <a:rPr sz="1800" spc="-195" dirty="0">
                <a:solidFill>
                  <a:srgbClr val="0D2841"/>
                </a:solidFill>
                <a:latin typeface="Trebuchet MS"/>
                <a:cs typeface="Trebuchet MS"/>
              </a:rPr>
              <a:t> </a:t>
            </a:r>
            <a:r>
              <a:rPr sz="1800" spc="-60" dirty="0">
                <a:solidFill>
                  <a:srgbClr val="0D2841"/>
                </a:solidFill>
                <a:latin typeface="Trebuchet MS"/>
                <a:cs typeface="Trebuchet MS"/>
              </a:rPr>
              <a:t>p</a:t>
            </a:r>
            <a:r>
              <a:rPr sz="1800" spc="-70" dirty="0">
                <a:solidFill>
                  <a:srgbClr val="0D2841"/>
                </a:solidFill>
                <a:latin typeface="Trebuchet MS"/>
                <a:cs typeface="Trebuchet MS"/>
              </a:rPr>
              <a:t>r</a:t>
            </a:r>
            <a:r>
              <a:rPr sz="1800" spc="-5" dirty="0">
                <a:solidFill>
                  <a:srgbClr val="0D2841"/>
                </a:solidFill>
                <a:latin typeface="Trebuchet MS"/>
                <a:cs typeface="Trebuchet MS"/>
              </a:rPr>
              <a:t>oble</a:t>
            </a:r>
            <a:r>
              <a:rPr sz="1800" spc="-10" dirty="0">
                <a:solidFill>
                  <a:srgbClr val="0D2841"/>
                </a:solidFill>
                <a:latin typeface="Trebuchet MS"/>
                <a:cs typeface="Trebuchet MS"/>
              </a:rPr>
              <a:t>m</a:t>
            </a:r>
            <a:r>
              <a:rPr sz="1800" spc="145" dirty="0">
                <a:solidFill>
                  <a:srgbClr val="0D2841"/>
                </a:solidFill>
                <a:latin typeface="Trebuchet MS"/>
                <a:cs typeface="Trebuchet MS"/>
              </a:rPr>
              <a:t>s</a:t>
            </a:r>
            <a:r>
              <a:rPr sz="1800" spc="-195" dirty="0">
                <a:solidFill>
                  <a:srgbClr val="0D2841"/>
                </a:solidFill>
                <a:latin typeface="Trebuchet MS"/>
                <a:cs typeface="Trebuchet MS"/>
              </a:rPr>
              <a:t> </a:t>
            </a:r>
            <a:r>
              <a:rPr sz="1800" spc="-95" dirty="0">
                <a:solidFill>
                  <a:srgbClr val="0D2841"/>
                </a:solidFill>
                <a:latin typeface="Trebuchet MS"/>
                <a:cs typeface="Trebuchet MS"/>
              </a:rPr>
              <a:t>wi</a:t>
            </a:r>
            <a:r>
              <a:rPr sz="1800" spc="-85" dirty="0">
                <a:solidFill>
                  <a:srgbClr val="0D2841"/>
                </a:solidFill>
                <a:latin typeface="Trebuchet MS"/>
                <a:cs typeface="Trebuchet MS"/>
              </a:rPr>
              <a:t>t</a:t>
            </a:r>
            <a:r>
              <a:rPr sz="1800" spc="10" dirty="0">
                <a:solidFill>
                  <a:srgbClr val="0D2841"/>
                </a:solidFill>
                <a:latin typeface="Trebuchet MS"/>
                <a:cs typeface="Trebuchet MS"/>
              </a:rPr>
              <a:t>h</a:t>
            </a:r>
            <a:r>
              <a:rPr sz="1800" spc="-175" dirty="0">
                <a:solidFill>
                  <a:srgbClr val="0D2841"/>
                </a:solidFill>
                <a:latin typeface="Trebuchet MS"/>
                <a:cs typeface="Trebuchet MS"/>
              </a:rPr>
              <a:t> </a:t>
            </a:r>
            <a:r>
              <a:rPr sz="1800" spc="-145" dirty="0">
                <a:solidFill>
                  <a:srgbClr val="0D2841"/>
                </a:solidFill>
                <a:latin typeface="Trebuchet MS"/>
                <a:cs typeface="Trebuchet MS"/>
              </a:rPr>
              <a:t>t</a:t>
            </a:r>
            <a:r>
              <a:rPr sz="1800" spc="-20" dirty="0">
                <a:solidFill>
                  <a:srgbClr val="0D2841"/>
                </a:solidFill>
                <a:latin typeface="Trebuchet MS"/>
                <a:cs typeface="Trebuchet MS"/>
              </a:rPr>
              <a:t>he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ts val="2055"/>
              </a:lnSpc>
            </a:pPr>
            <a:r>
              <a:rPr sz="1800" spc="-155" dirty="0">
                <a:solidFill>
                  <a:srgbClr val="0D2841"/>
                </a:solidFill>
                <a:latin typeface="Trebuchet MS"/>
                <a:cs typeface="Trebuchet MS"/>
              </a:rPr>
              <a:t>f</a:t>
            </a:r>
            <a:r>
              <a:rPr sz="1800" spc="-20" dirty="0">
                <a:solidFill>
                  <a:srgbClr val="0D2841"/>
                </a:solidFill>
                <a:latin typeface="Trebuchet MS"/>
                <a:cs typeface="Trebuchet MS"/>
              </a:rPr>
              <a:t>oll</a:t>
            </a:r>
            <a:r>
              <a:rPr sz="1800" spc="-35" dirty="0">
                <a:solidFill>
                  <a:srgbClr val="0D2841"/>
                </a:solidFill>
                <a:latin typeface="Trebuchet MS"/>
                <a:cs typeface="Trebuchet MS"/>
              </a:rPr>
              <a:t>o</a:t>
            </a:r>
            <a:r>
              <a:rPr sz="1800" spc="-40" dirty="0">
                <a:solidFill>
                  <a:srgbClr val="0D2841"/>
                </a:solidFill>
                <a:latin typeface="Trebuchet MS"/>
                <a:cs typeface="Trebuchet MS"/>
              </a:rPr>
              <a:t>wi</a:t>
            </a:r>
            <a:r>
              <a:rPr sz="1800" spc="-55" dirty="0">
                <a:solidFill>
                  <a:srgbClr val="0D2841"/>
                </a:solidFill>
                <a:latin typeface="Trebuchet MS"/>
                <a:cs typeface="Trebuchet MS"/>
              </a:rPr>
              <a:t>n</a:t>
            </a:r>
            <a:r>
              <a:rPr sz="1800" spc="-35" dirty="0">
                <a:solidFill>
                  <a:srgbClr val="0D2841"/>
                </a:solidFill>
                <a:latin typeface="Trebuchet MS"/>
                <a:cs typeface="Trebuchet MS"/>
              </a:rPr>
              <a:t>g</a:t>
            </a:r>
            <a:r>
              <a:rPr sz="1800" spc="-215" dirty="0">
                <a:solidFill>
                  <a:srgbClr val="0D2841"/>
                </a:solidFill>
                <a:latin typeface="Trebuchet MS"/>
                <a:cs typeface="Trebuchet MS"/>
              </a:rPr>
              <a:t> </a:t>
            </a:r>
            <a:r>
              <a:rPr sz="1800" spc="-15" dirty="0">
                <a:solidFill>
                  <a:srgbClr val="0D2841"/>
                </a:solidFill>
                <a:latin typeface="Trebuchet MS"/>
                <a:cs typeface="Trebuchet MS"/>
              </a:rPr>
              <a:t>poi</a:t>
            </a:r>
            <a:r>
              <a:rPr sz="1800" spc="-10" dirty="0">
                <a:solidFill>
                  <a:srgbClr val="0D2841"/>
                </a:solidFill>
                <a:latin typeface="Trebuchet MS"/>
                <a:cs typeface="Trebuchet MS"/>
              </a:rPr>
              <a:t>n</a:t>
            </a:r>
            <a:r>
              <a:rPr sz="1800" spc="-155" dirty="0">
                <a:solidFill>
                  <a:srgbClr val="0D2841"/>
                </a:solidFill>
                <a:latin typeface="Trebuchet MS"/>
                <a:cs typeface="Trebuchet MS"/>
              </a:rPr>
              <a:t>t</a:t>
            </a:r>
            <a:r>
              <a:rPr sz="1800" spc="145" dirty="0">
                <a:solidFill>
                  <a:srgbClr val="0D2841"/>
                </a:solidFill>
                <a:latin typeface="Trebuchet MS"/>
                <a:cs typeface="Trebuchet MS"/>
              </a:rPr>
              <a:t>s</a:t>
            </a:r>
            <a:r>
              <a:rPr sz="1800" spc="-180" dirty="0">
                <a:solidFill>
                  <a:srgbClr val="0D2841"/>
                </a:solidFill>
                <a:latin typeface="Trebuchet MS"/>
                <a:cs typeface="Trebuchet MS"/>
              </a:rPr>
              <a:t> </a:t>
            </a:r>
            <a:r>
              <a:rPr sz="1800" spc="-135" dirty="0">
                <a:solidFill>
                  <a:srgbClr val="0D2841"/>
                </a:solidFill>
                <a:latin typeface="Trebuchet MS"/>
                <a:cs typeface="Trebuchet MS"/>
              </a:rPr>
              <a:t>f</a:t>
            </a:r>
            <a:r>
              <a:rPr sz="1800" spc="-130" dirty="0">
                <a:solidFill>
                  <a:srgbClr val="0D2841"/>
                </a:solidFill>
                <a:latin typeface="Trebuchet MS"/>
                <a:cs typeface="Trebuchet MS"/>
              </a:rPr>
              <a:t>r</a:t>
            </a:r>
            <a:r>
              <a:rPr sz="1800" spc="30" dirty="0">
                <a:solidFill>
                  <a:srgbClr val="0D2841"/>
                </a:solidFill>
                <a:latin typeface="Trebuchet MS"/>
                <a:cs typeface="Trebuchet MS"/>
              </a:rPr>
              <a:t>om</a:t>
            </a:r>
            <a:r>
              <a:rPr sz="1800" spc="-180" dirty="0">
                <a:solidFill>
                  <a:srgbClr val="0D2841"/>
                </a:solidFill>
                <a:latin typeface="Trebuchet MS"/>
                <a:cs typeface="Trebuchet MS"/>
              </a:rPr>
              <a:t> </a:t>
            </a:r>
            <a:r>
              <a:rPr sz="1800" spc="-145" dirty="0">
                <a:solidFill>
                  <a:srgbClr val="0D2841"/>
                </a:solidFill>
                <a:latin typeface="Trebuchet MS"/>
                <a:cs typeface="Trebuchet MS"/>
              </a:rPr>
              <a:t>t</a:t>
            </a:r>
            <a:r>
              <a:rPr sz="1800" spc="-20" dirty="0">
                <a:solidFill>
                  <a:srgbClr val="0D2841"/>
                </a:solidFill>
                <a:latin typeface="Trebuchet MS"/>
                <a:cs typeface="Trebuchet MS"/>
              </a:rPr>
              <a:t>h</a:t>
            </a:r>
            <a:r>
              <a:rPr sz="1800" spc="-15" dirty="0">
                <a:solidFill>
                  <a:srgbClr val="0D2841"/>
                </a:solidFill>
                <a:latin typeface="Trebuchet MS"/>
                <a:cs typeface="Trebuchet MS"/>
              </a:rPr>
              <a:t>e</a:t>
            </a:r>
            <a:r>
              <a:rPr sz="1800" spc="-180" dirty="0">
                <a:solidFill>
                  <a:srgbClr val="0D2841"/>
                </a:solidFill>
                <a:latin typeface="Trebuchet MS"/>
                <a:cs typeface="Trebuchet MS"/>
              </a:rPr>
              <a:t> </a:t>
            </a:r>
            <a:r>
              <a:rPr sz="1800" spc="30" dirty="0">
                <a:solidFill>
                  <a:srgbClr val="0D2841"/>
                </a:solidFill>
                <a:latin typeface="Trebuchet MS"/>
                <a:cs typeface="Trebuchet MS"/>
              </a:rPr>
              <a:t>lesso</a:t>
            </a:r>
            <a:r>
              <a:rPr sz="1800" spc="45" dirty="0">
                <a:solidFill>
                  <a:srgbClr val="0D2841"/>
                </a:solidFill>
                <a:latin typeface="Trebuchet MS"/>
                <a:cs typeface="Trebuchet MS"/>
              </a:rPr>
              <a:t>n</a:t>
            </a:r>
            <a:r>
              <a:rPr sz="1800" spc="-150" dirty="0">
                <a:solidFill>
                  <a:srgbClr val="0D2841"/>
                </a:solidFill>
                <a:latin typeface="Trebuchet MS"/>
                <a:cs typeface="Trebuchet MS"/>
              </a:rPr>
              <a:t>: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2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800" b="1" spc="-40" dirty="0">
                <a:solidFill>
                  <a:srgbClr val="0D2841"/>
                </a:solidFill>
                <a:latin typeface="Trebuchet MS"/>
                <a:cs typeface="Trebuchet MS"/>
              </a:rPr>
              <a:t>Productivity</a:t>
            </a:r>
            <a:endParaRPr sz="18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790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800" b="1" spc="-340" dirty="0">
                <a:solidFill>
                  <a:srgbClr val="0D2841"/>
                </a:solidFill>
                <a:latin typeface="Trebuchet MS"/>
                <a:cs typeface="Trebuchet MS"/>
              </a:rPr>
              <a:t>T</a:t>
            </a:r>
            <a:r>
              <a:rPr sz="1800" b="1" spc="-45" dirty="0">
                <a:solidFill>
                  <a:srgbClr val="0D2841"/>
                </a:solidFill>
                <a:latin typeface="Trebuchet MS"/>
                <a:cs typeface="Trebuchet MS"/>
              </a:rPr>
              <a:t>e</a:t>
            </a:r>
            <a:r>
              <a:rPr sz="1800" b="1" spc="55" dirty="0">
                <a:solidFill>
                  <a:srgbClr val="0D2841"/>
                </a:solidFill>
                <a:latin typeface="Trebuchet MS"/>
                <a:cs typeface="Trebuchet MS"/>
              </a:rPr>
              <a:t>c</a:t>
            </a:r>
            <a:r>
              <a:rPr sz="1800" b="1" spc="-25" dirty="0">
                <a:solidFill>
                  <a:srgbClr val="0D2841"/>
                </a:solidFill>
                <a:latin typeface="Trebuchet MS"/>
                <a:cs typeface="Trebuchet MS"/>
              </a:rPr>
              <a:t>h</a:t>
            </a:r>
            <a:r>
              <a:rPr sz="1800" b="1" spc="-185" dirty="0">
                <a:solidFill>
                  <a:srgbClr val="0D2841"/>
                </a:solidFill>
                <a:latin typeface="Trebuchet MS"/>
                <a:cs typeface="Trebuchet MS"/>
              </a:rPr>
              <a:t> </a:t>
            </a:r>
            <a:r>
              <a:rPr sz="1800" b="1" spc="70" dirty="0">
                <a:solidFill>
                  <a:srgbClr val="0D2841"/>
                </a:solidFill>
                <a:latin typeface="Trebuchet MS"/>
                <a:cs typeface="Trebuchet MS"/>
              </a:rPr>
              <a:t>I</a:t>
            </a:r>
            <a:r>
              <a:rPr sz="1800" b="1" spc="100" dirty="0">
                <a:solidFill>
                  <a:srgbClr val="0D2841"/>
                </a:solidFill>
                <a:latin typeface="Trebuchet MS"/>
                <a:cs typeface="Trebuchet MS"/>
              </a:rPr>
              <a:t>s</a:t>
            </a:r>
            <a:r>
              <a:rPr sz="1800" b="1" spc="145" dirty="0">
                <a:solidFill>
                  <a:srgbClr val="0D2841"/>
                </a:solidFill>
                <a:latin typeface="Trebuchet MS"/>
                <a:cs typeface="Trebuchet MS"/>
              </a:rPr>
              <a:t>s</a:t>
            </a:r>
            <a:r>
              <a:rPr sz="1800" b="1" spc="-25" dirty="0">
                <a:solidFill>
                  <a:srgbClr val="0D2841"/>
                </a:solidFill>
                <a:latin typeface="Trebuchet MS"/>
                <a:cs typeface="Trebuchet MS"/>
              </a:rPr>
              <a:t>u</a:t>
            </a:r>
            <a:r>
              <a:rPr sz="1800" b="1" spc="-35" dirty="0">
                <a:solidFill>
                  <a:srgbClr val="0D2841"/>
                </a:solidFill>
                <a:latin typeface="Trebuchet MS"/>
                <a:cs typeface="Trebuchet MS"/>
              </a:rPr>
              <a:t>e</a:t>
            </a:r>
            <a:r>
              <a:rPr sz="1800" b="1" spc="150" dirty="0">
                <a:solidFill>
                  <a:srgbClr val="0D2841"/>
                </a:solidFill>
                <a:latin typeface="Trebuchet MS"/>
                <a:cs typeface="Trebuchet MS"/>
              </a:rPr>
              <a:t>s</a:t>
            </a:r>
            <a:endParaRPr sz="18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785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800" b="1" spc="-65" dirty="0">
                <a:solidFill>
                  <a:srgbClr val="0D2841"/>
                </a:solidFill>
                <a:latin typeface="Trebuchet MS"/>
                <a:cs typeface="Trebuchet MS"/>
              </a:rPr>
              <a:t>Tim</a:t>
            </a:r>
            <a:r>
              <a:rPr sz="1800" b="1" spc="-60" dirty="0">
                <a:solidFill>
                  <a:srgbClr val="0D2841"/>
                </a:solidFill>
                <a:latin typeface="Trebuchet MS"/>
                <a:cs typeface="Trebuchet MS"/>
              </a:rPr>
              <a:t>e</a:t>
            </a:r>
            <a:r>
              <a:rPr sz="1800" b="1" spc="-175" dirty="0">
                <a:solidFill>
                  <a:srgbClr val="0D2841"/>
                </a:solidFill>
                <a:latin typeface="Trebuchet MS"/>
                <a:cs typeface="Trebuchet MS"/>
              </a:rPr>
              <a:t> </a:t>
            </a:r>
            <a:r>
              <a:rPr sz="1800" b="1" spc="-20" dirty="0">
                <a:solidFill>
                  <a:srgbClr val="0D2841"/>
                </a:solidFill>
                <a:latin typeface="Trebuchet MS"/>
                <a:cs typeface="Trebuchet MS"/>
              </a:rPr>
              <a:t>Zone</a:t>
            </a:r>
            <a:endParaRPr sz="18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780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800" b="1" dirty="0">
                <a:solidFill>
                  <a:srgbClr val="0D2841"/>
                </a:solidFill>
                <a:latin typeface="Trebuchet MS"/>
                <a:cs typeface="Trebuchet MS"/>
              </a:rPr>
              <a:t>Distractions</a:t>
            </a:r>
            <a:endParaRPr sz="18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790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800" b="1" dirty="0">
                <a:solidFill>
                  <a:srgbClr val="0D2841"/>
                </a:solidFill>
                <a:latin typeface="Trebuchet MS"/>
                <a:cs typeface="Trebuchet MS"/>
              </a:rPr>
              <a:t>Isolation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5155"/>
            <a:ext cx="407162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40" dirty="0"/>
              <a:t>Dela</a:t>
            </a:r>
            <a:r>
              <a:rPr sz="4400" spc="-185" dirty="0"/>
              <a:t>y</a:t>
            </a:r>
            <a:r>
              <a:rPr sz="4400" spc="-200" dirty="0"/>
              <a:t>ed</a:t>
            </a:r>
            <a:r>
              <a:rPr sz="4400" spc="-480" dirty="0"/>
              <a:t> </a:t>
            </a:r>
            <a:r>
              <a:rPr sz="4400" spc="-445" dirty="0"/>
              <a:t>f</a:t>
            </a:r>
            <a:r>
              <a:rPr sz="4400" spc="-180" dirty="0"/>
              <a:t>eedback</a:t>
            </a:r>
            <a:endParaRPr sz="4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724</Words>
  <Application>Microsoft Office PowerPoint</Application>
  <PresentationFormat>Widescreen</PresentationFormat>
  <Paragraphs>93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 MT</vt:lpstr>
      <vt:lpstr>Calibri</vt:lpstr>
      <vt:lpstr>Trebuchet MS</vt:lpstr>
      <vt:lpstr>Office Theme</vt:lpstr>
      <vt:lpstr>PowerPoint Presentation</vt:lpstr>
      <vt:lpstr>Warm up</vt:lpstr>
      <vt:lpstr>Warm up 2</vt:lpstr>
      <vt:lpstr>Vocabulary</vt:lpstr>
      <vt:lpstr>Vocabulary</vt:lpstr>
      <vt:lpstr>Conversation questions</vt:lpstr>
      <vt:lpstr>Solution strategies</vt:lpstr>
      <vt:lpstr>Solution strategies</vt:lpstr>
      <vt:lpstr>Delayed feedback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</dc:title>
  <dc:creator>Theo Clarke</dc:creator>
  <cp:lastModifiedBy>Clarke, Theodore James Dalgliesh</cp:lastModifiedBy>
  <cp:revision>1</cp:revision>
  <dcterms:created xsi:type="dcterms:W3CDTF">2024-09-11T07:43:15Z</dcterms:created>
  <dcterms:modified xsi:type="dcterms:W3CDTF">2024-09-11T07:44:07Z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2024-08-12T00:00:00Z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2024-09-11T00:00:00Z</vt:filetime>
  </property>
</Properties>
</file>