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7" r:id="rId1"/>
    <p:sldMasterId id="2147483698" r:id="rId2"/>
    <p:sldMasterId id="2147483719" r:id="rId3"/>
    <p:sldMasterId id="2147483768" r:id="rId4"/>
  </p:sldMasterIdLst>
  <p:notesMasterIdLst>
    <p:notesMasterId r:id="rId23"/>
  </p:notesMasterIdLst>
  <p:sldIdLst>
    <p:sldId id="256" r:id="rId5"/>
    <p:sldId id="263" r:id="rId6"/>
    <p:sldId id="264" r:id="rId7"/>
    <p:sldId id="265" r:id="rId8"/>
    <p:sldId id="266" r:id="rId9"/>
    <p:sldId id="267" r:id="rId10"/>
    <p:sldId id="268" r:id="rId11"/>
    <p:sldId id="269" r:id="rId12"/>
    <p:sldId id="270" r:id="rId13"/>
    <p:sldId id="271" r:id="rId14"/>
    <p:sldId id="272" r:id="rId15"/>
    <p:sldId id="274" r:id="rId16"/>
    <p:sldId id="273" r:id="rId17"/>
    <p:sldId id="275" r:id="rId18"/>
    <p:sldId id="276" r:id="rId19"/>
    <p:sldId id="277" r:id="rId20"/>
    <p:sldId id="283" r:id="rId21"/>
    <p:sldId id="278" r:id="rId22"/>
  </p:sldIdLst>
  <p:sldSz cx="9144000" cy="5143500" type="screen16x9"/>
  <p:notesSz cx="6858000" cy="9144000"/>
  <p:embeddedFontLst>
    <p:embeddedFont>
      <p:font typeface="Avenir Next LT Pro" panose="020B0504020202020204" pitchFamily="34" charset="0"/>
      <p:regular r:id="rId24"/>
      <p:bold r:id="rId25"/>
      <p:italic r:id="rId26"/>
      <p:boldItalic r:id="rId27"/>
    </p:embeddedFont>
    <p:embeddedFont>
      <p:font typeface="Century Gothic" panose="020B0502020202020204" pitchFamily="34" charset="0"/>
      <p:regular r:id="rId28"/>
      <p:bold r:id="rId29"/>
      <p:italic r:id="rId30"/>
      <p:boldItalic r:id="rId31"/>
    </p:embeddedFont>
    <p:embeddedFont>
      <p:font typeface="Lato" panose="020F0502020204030203" pitchFamily="34" charset="0"/>
      <p:regular r:id="rId32"/>
      <p:bold r:id="rId33"/>
      <p:italic r:id="rId34"/>
      <p:boldItalic r:id="rId35"/>
    </p:embeddedFont>
    <p:embeddedFont>
      <p:font typeface="Raleway" pitchFamily="2" charset="0"/>
      <p:regular r:id="rId36"/>
      <p:bold r:id="rId37"/>
      <p:italic r:id="rId38"/>
      <p:boldItalic r:id="rId39"/>
    </p:embeddedFont>
    <p:embeddedFont>
      <p:font typeface="Raleway Light" pitchFamily="2" charset="0"/>
      <p:regular r:id="rId40"/>
      <p:bold r:id="rId41"/>
      <p:italic r:id="rId42"/>
      <p:boldItalic r:id="rId43"/>
    </p:embeddedFont>
    <p:embeddedFont>
      <p:font typeface="Tw Cen MT" panose="020B0602020104020603" pitchFamily="34" charset="0"/>
      <p:regular r:id="rId44"/>
      <p:bold r:id="rId45"/>
      <p:italic r:id="rId46"/>
      <p:bold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7.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font" Target="fonts/font24.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6.fntdata"/><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6.xml"/><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764EB0-D4D9-447E-9523-0CDC9BA0D7C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D1E7592-1840-4659-8304-1DC7E0153F62}">
      <dgm:prSet/>
      <dgm:spPr/>
      <dgm:t>
        <a:bodyPr/>
        <a:lstStyle/>
        <a:p>
          <a:r>
            <a:rPr lang="en-US"/>
            <a:t>Is it better to buy or </a:t>
          </a:r>
          <a:r>
            <a:rPr lang="en-US" u="sng"/>
            <a:t>lease</a:t>
          </a:r>
          <a:r>
            <a:rPr lang="en-US"/>
            <a:t> a car?</a:t>
          </a:r>
        </a:p>
      </dgm:t>
    </dgm:pt>
    <dgm:pt modelId="{69D7AF2B-A0A6-4B5B-AB44-7A9D96A3FDC6}" type="parTrans" cxnId="{D728B14F-B2B9-4909-A4CD-2FC5BE5EC2A1}">
      <dgm:prSet/>
      <dgm:spPr/>
      <dgm:t>
        <a:bodyPr/>
        <a:lstStyle/>
        <a:p>
          <a:endParaRPr lang="en-US"/>
        </a:p>
      </dgm:t>
    </dgm:pt>
    <dgm:pt modelId="{A97BC39D-65ED-466A-935F-0609A51D831C}" type="sibTrans" cxnId="{D728B14F-B2B9-4909-A4CD-2FC5BE5EC2A1}">
      <dgm:prSet/>
      <dgm:spPr/>
      <dgm:t>
        <a:bodyPr/>
        <a:lstStyle/>
        <a:p>
          <a:endParaRPr lang="en-US"/>
        </a:p>
      </dgm:t>
    </dgm:pt>
    <dgm:pt modelId="{4A3A3800-117D-4400-9357-D9DBF245ED27}">
      <dgm:prSet/>
      <dgm:spPr/>
      <dgm:t>
        <a:bodyPr/>
        <a:lstStyle/>
        <a:p>
          <a:r>
            <a:rPr lang="en-US"/>
            <a:t>Unfortunately, our planet does not have </a:t>
          </a:r>
          <a:r>
            <a:rPr lang="en-US" u="sng"/>
            <a:t>infinite</a:t>
          </a:r>
          <a:r>
            <a:rPr lang="en-US"/>
            <a:t> resources for us to use. Eventually, we will run out!</a:t>
          </a:r>
        </a:p>
      </dgm:t>
    </dgm:pt>
    <dgm:pt modelId="{1BB73FA9-E5F6-439B-9C09-72B37B195258}" type="parTrans" cxnId="{BBE3CBCC-35E4-4B5F-A8A0-E6373B65E332}">
      <dgm:prSet/>
      <dgm:spPr/>
      <dgm:t>
        <a:bodyPr/>
        <a:lstStyle/>
        <a:p>
          <a:endParaRPr lang="en-US"/>
        </a:p>
      </dgm:t>
    </dgm:pt>
    <dgm:pt modelId="{A62779A6-C9D3-4211-B18B-BC6570B51289}" type="sibTrans" cxnId="{BBE3CBCC-35E4-4B5F-A8A0-E6373B65E332}">
      <dgm:prSet/>
      <dgm:spPr/>
      <dgm:t>
        <a:bodyPr/>
        <a:lstStyle/>
        <a:p>
          <a:endParaRPr lang="en-US"/>
        </a:p>
      </dgm:t>
    </dgm:pt>
    <dgm:pt modelId="{7095119A-371D-4290-83EE-7FF1037AF5D9}">
      <dgm:prSet/>
      <dgm:spPr/>
      <dgm:t>
        <a:bodyPr/>
        <a:lstStyle/>
        <a:p>
          <a:r>
            <a:rPr lang="en-US"/>
            <a:t>Every computer has a </a:t>
          </a:r>
          <a:r>
            <a:rPr lang="en-US" u="sng"/>
            <a:t>finite</a:t>
          </a:r>
          <a:r>
            <a:rPr lang="en-US"/>
            <a:t> amount of memory.</a:t>
          </a:r>
        </a:p>
      </dgm:t>
    </dgm:pt>
    <dgm:pt modelId="{A084C154-3E09-4B46-96DE-B88074C79655}" type="parTrans" cxnId="{CA7F1402-BF4B-4215-BF65-AD10DB12701E}">
      <dgm:prSet/>
      <dgm:spPr/>
      <dgm:t>
        <a:bodyPr/>
        <a:lstStyle/>
        <a:p>
          <a:endParaRPr lang="en-US"/>
        </a:p>
      </dgm:t>
    </dgm:pt>
    <dgm:pt modelId="{56A8AF4A-9AF9-413F-89F1-12C349993D2D}" type="sibTrans" cxnId="{CA7F1402-BF4B-4215-BF65-AD10DB12701E}">
      <dgm:prSet/>
      <dgm:spPr/>
      <dgm:t>
        <a:bodyPr/>
        <a:lstStyle/>
        <a:p>
          <a:endParaRPr lang="en-US"/>
        </a:p>
      </dgm:t>
    </dgm:pt>
    <dgm:pt modelId="{6EAED5C1-6CB5-4CFF-BC4C-4AE140706652}">
      <dgm:prSet/>
      <dgm:spPr/>
      <dgm:t>
        <a:bodyPr/>
        <a:lstStyle/>
        <a:p>
          <a:r>
            <a:rPr lang="en-US"/>
            <a:t>Do you have any proof of </a:t>
          </a:r>
          <a:r>
            <a:rPr lang="en-US" u="sng"/>
            <a:t>ownership</a:t>
          </a:r>
          <a:r>
            <a:rPr lang="en-US"/>
            <a:t> of this car?</a:t>
          </a:r>
        </a:p>
      </dgm:t>
    </dgm:pt>
    <dgm:pt modelId="{BB1577CD-4F58-4E57-9C8D-1FC3CF5D67B5}" type="parTrans" cxnId="{6597FD7C-55D5-4CC0-B4DD-4217EA5F8513}">
      <dgm:prSet/>
      <dgm:spPr/>
      <dgm:t>
        <a:bodyPr/>
        <a:lstStyle/>
        <a:p>
          <a:endParaRPr lang="en-US"/>
        </a:p>
      </dgm:t>
    </dgm:pt>
    <dgm:pt modelId="{06CEC076-474F-45E6-95AE-EBCD2D78CD5B}" type="sibTrans" cxnId="{6597FD7C-55D5-4CC0-B4DD-4217EA5F8513}">
      <dgm:prSet/>
      <dgm:spPr/>
      <dgm:t>
        <a:bodyPr/>
        <a:lstStyle/>
        <a:p>
          <a:endParaRPr lang="en-US"/>
        </a:p>
      </dgm:t>
    </dgm:pt>
    <dgm:pt modelId="{860BC310-0D32-459B-AABB-5E31E7BB8017}" type="pres">
      <dgm:prSet presAssocID="{83764EB0-D4D9-447E-9523-0CDC9BA0D7C9}" presName="root" presStyleCnt="0">
        <dgm:presLayoutVars>
          <dgm:dir/>
          <dgm:resizeHandles val="exact"/>
        </dgm:presLayoutVars>
      </dgm:prSet>
      <dgm:spPr/>
    </dgm:pt>
    <dgm:pt modelId="{7957CD8B-C9D7-4FFF-B65A-D84DBE2C1759}" type="pres">
      <dgm:prSet presAssocID="{5D1E7592-1840-4659-8304-1DC7E0153F62}" presName="compNode" presStyleCnt="0"/>
      <dgm:spPr/>
    </dgm:pt>
    <dgm:pt modelId="{0BF960B8-4EBA-4B95-83D8-F3D7BCDE0E6A}" type="pres">
      <dgm:prSet presAssocID="{5D1E7592-1840-4659-8304-1DC7E0153F62}" presName="bgRect" presStyleLbl="bgShp" presStyleIdx="0" presStyleCnt="4"/>
      <dgm:spPr/>
    </dgm:pt>
    <dgm:pt modelId="{110C3C17-9475-4EC3-A930-CEC1492A1B19}" type="pres">
      <dgm:prSet presAssocID="{5D1E7592-1840-4659-8304-1DC7E0153F6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r"/>
        </a:ext>
      </dgm:extLst>
    </dgm:pt>
    <dgm:pt modelId="{40E52335-64E4-44E3-8A55-F975421A46B9}" type="pres">
      <dgm:prSet presAssocID="{5D1E7592-1840-4659-8304-1DC7E0153F62}" presName="spaceRect" presStyleCnt="0"/>
      <dgm:spPr/>
    </dgm:pt>
    <dgm:pt modelId="{D8F51B06-95FD-48E6-BAD6-2AF578855FFE}" type="pres">
      <dgm:prSet presAssocID="{5D1E7592-1840-4659-8304-1DC7E0153F62}" presName="parTx" presStyleLbl="revTx" presStyleIdx="0" presStyleCnt="4">
        <dgm:presLayoutVars>
          <dgm:chMax val="0"/>
          <dgm:chPref val="0"/>
        </dgm:presLayoutVars>
      </dgm:prSet>
      <dgm:spPr/>
    </dgm:pt>
    <dgm:pt modelId="{F0CF1600-5EBE-41F9-9F3A-0A0C46CB75E0}" type="pres">
      <dgm:prSet presAssocID="{A97BC39D-65ED-466A-935F-0609A51D831C}" presName="sibTrans" presStyleCnt="0"/>
      <dgm:spPr/>
    </dgm:pt>
    <dgm:pt modelId="{2BE6CA88-0F46-441B-BD83-0B0C9046312F}" type="pres">
      <dgm:prSet presAssocID="{4A3A3800-117D-4400-9357-D9DBF245ED27}" presName="compNode" presStyleCnt="0"/>
      <dgm:spPr/>
    </dgm:pt>
    <dgm:pt modelId="{9B0355E3-FAE9-4875-988D-E3C65BD81FC3}" type="pres">
      <dgm:prSet presAssocID="{4A3A3800-117D-4400-9357-D9DBF245ED27}" presName="bgRect" presStyleLbl="bgShp" presStyleIdx="1" presStyleCnt="4"/>
      <dgm:spPr/>
    </dgm:pt>
    <dgm:pt modelId="{E2D53AD0-40B6-448B-A27A-3FE114C6800D}" type="pres">
      <dgm:prSet presAssocID="{4A3A3800-117D-4400-9357-D9DBF245ED2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nfinity"/>
        </a:ext>
      </dgm:extLst>
    </dgm:pt>
    <dgm:pt modelId="{19254756-E97F-48FB-BE88-60262258A887}" type="pres">
      <dgm:prSet presAssocID="{4A3A3800-117D-4400-9357-D9DBF245ED27}" presName="spaceRect" presStyleCnt="0"/>
      <dgm:spPr/>
    </dgm:pt>
    <dgm:pt modelId="{DBAF7314-33D6-4652-8430-69FE2351C6F0}" type="pres">
      <dgm:prSet presAssocID="{4A3A3800-117D-4400-9357-D9DBF245ED27}" presName="parTx" presStyleLbl="revTx" presStyleIdx="1" presStyleCnt="4">
        <dgm:presLayoutVars>
          <dgm:chMax val="0"/>
          <dgm:chPref val="0"/>
        </dgm:presLayoutVars>
      </dgm:prSet>
      <dgm:spPr/>
    </dgm:pt>
    <dgm:pt modelId="{9A5AB3C9-2747-4D86-BFB4-C6B872F34344}" type="pres">
      <dgm:prSet presAssocID="{A62779A6-C9D3-4211-B18B-BC6570B51289}" presName="sibTrans" presStyleCnt="0"/>
      <dgm:spPr/>
    </dgm:pt>
    <dgm:pt modelId="{958CEA08-6A9C-41BD-A1F4-5E69385A3C44}" type="pres">
      <dgm:prSet presAssocID="{7095119A-371D-4290-83EE-7FF1037AF5D9}" presName="compNode" presStyleCnt="0"/>
      <dgm:spPr/>
    </dgm:pt>
    <dgm:pt modelId="{6F565F67-82B5-413F-9E2E-331831010678}" type="pres">
      <dgm:prSet presAssocID="{7095119A-371D-4290-83EE-7FF1037AF5D9}" presName="bgRect" presStyleLbl="bgShp" presStyleIdx="2" presStyleCnt="4"/>
      <dgm:spPr/>
    </dgm:pt>
    <dgm:pt modelId="{7DDF334F-774F-4DD9-AAC2-D6DACF32CFCB}" type="pres">
      <dgm:prSet presAssocID="{7095119A-371D-4290-83EE-7FF1037AF5D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124FD81A-5C09-4EFE-8474-E6CE50C0658D}" type="pres">
      <dgm:prSet presAssocID="{7095119A-371D-4290-83EE-7FF1037AF5D9}" presName="spaceRect" presStyleCnt="0"/>
      <dgm:spPr/>
    </dgm:pt>
    <dgm:pt modelId="{740E040D-7BD6-4475-8EB3-42140FBD5EA8}" type="pres">
      <dgm:prSet presAssocID="{7095119A-371D-4290-83EE-7FF1037AF5D9}" presName="parTx" presStyleLbl="revTx" presStyleIdx="2" presStyleCnt="4">
        <dgm:presLayoutVars>
          <dgm:chMax val="0"/>
          <dgm:chPref val="0"/>
        </dgm:presLayoutVars>
      </dgm:prSet>
      <dgm:spPr/>
    </dgm:pt>
    <dgm:pt modelId="{AB24BC98-712E-45AC-9EE2-BBC2EA9E0DE3}" type="pres">
      <dgm:prSet presAssocID="{56A8AF4A-9AF9-413F-89F1-12C349993D2D}" presName="sibTrans" presStyleCnt="0"/>
      <dgm:spPr/>
    </dgm:pt>
    <dgm:pt modelId="{4C8F8F4B-709F-4A5F-9DA1-6358A94AAEFE}" type="pres">
      <dgm:prSet presAssocID="{6EAED5C1-6CB5-4CFF-BC4C-4AE140706652}" presName="compNode" presStyleCnt="0"/>
      <dgm:spPr/>
    </dgm:pt>
    <dgm:pt modelId="{071A7FFC-81A4-4129-8C20-1D6F03BFDFFC}" type="pres">
      <dgm:prSet presAssocID="{6EAED5C1-6CB5-4CFF-BC4C-4AE140706652}" presName="bgRect" presStyleLbl="bgShp" presStyleIdx="3" presStyleCnt="4"/>
      <dgm:spPr/>
    </dgm:pt>
    <dgm:pt modelId="{315C7737-C853-4E81-8FF3-B15F3FC46D88}" type="pres">
      <dgm:prSet presAssocID="{6EAED5C1-6CB5-4CFF-BC4C-4AE14070665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xi"/>
        </a:ext>
      </dgm:extLst>
    </dgm:pt>
    <dgm:pt modelId="{FB215FEA-57BD-44B8-97E6-133159B6A045}" type="pres">
      <dgm:prSet presAssocID="{6EAED5C1-6CB5-4CFF-BC4C-4AE140706652}" presName="spaceRect" presStyleCnt="0"/>
      <dgm:spPr/>
    </dgm:pt>
    <dgm:pt modelId="{8286EBF8-3F22-4B94-9DC0-226473035CFE}" type="pres">
      <dgm:prSet presAssocID="{6EAED5C1-6CB5-4CFF-BC4C-4AE140706652}" presName="parTx" presStyleLbl="revTx" presStyleIdx="3" presStyleCnt="4">
        <dgm:presLayoutVars>
          <dgm:chMax val="0"/>
          <dgm:chPref val="0"/>
        </dgm:presLayoutVars>
      </dgm:prSet>
      <dgm:spPr/>
    </dgm:pt>
  </dgm:ptLst>
  <dgm:cxnLst>
    <dgm:cxn modelId="{CA7F1402-BF4B-4215-BF65-AD10DB12701E}" srcId="{83764EB0-D4D9-447E-9523-0CDC9BA0D7C9}" destId="{7095119A-371D-4290-83EE-7FF1037AF5D9}" srcOrd="2" destOrd="0" parTransId="{A084C154-3E09-4B46-96DE-B88074C79655}" sibTransId="{56A8AF4A-9AF9-413F-89F1-12C349993D2D}"/>
    <dgm:cxn modelId="{3DADD02D-9AC5-4D6E-A06D-ACE95339C61D}" type="presOf" srcId="{7095119A-371D-4290-83EE-7FF1037AF5D9}" destId="{740E040D-7BD6-4475-8EB3-42140FBD5EA8}" srcOrd="0" destOrd="0" presId="urn:microsoft.com/office/officeart/2018/2/layout/IconVerticalSolidList"/>
    <dgm:cxn modelId="{5A044A64-AD18-497F-A756-7821970BEF5B}" type="presOf" srcId="{6EAED5C1-6CB5-4CFF-BC4C-4AE140706652}" destId="{8286EBF8-3F22-4B94-9DC0-226473035CFE}" srcOrd="0" destOrd="0" presId="urn:microsoft.com/office/officeart/2018/2/layout/IconVerticalSolidList"/>
    <dgm:cxn modelId="{4F8D0E45-D901-49C0-AC81-5514A2B03716}" type="presOf" srcId="{4A3A3800-117D-4400-9357-D9DBF245ED27}" destId="{DBAF7314-33D6-4652-8430-69FE2351C6F0}" srcOrd="0" destOrd="0" presId="urn:microsoft.com/office/officeart/2018/2/layout/IconVerticalSolidList"/>
    <dgm:cxn modelId="{09603669-8B80-42F1-ABC6-AA1B2F1AB679}" type="presOf" srcId="{5D1E7592-1840-4659-8304-1DC7E0153F62}" destId="{D8F51B06-95FD-48E6-BAD6-2AF578855FFE}" srcOrd="0" destOrd="0" presId="urn:microsoft.com/office/officeart/2018/2/layout/IconVerticalSolidList"/>
    <dgm:cxn modelId="{D728B14F-B2B9-4909-A4CD-2FC5BE5EC2A1}" srcId="{83764EB0-D4D9-447E-9523-0CDC9BA0D7C9}" destId="{5D1E7592-1840-4659-8304-1DC7E0153F62}" srcOrd="0" destOrd="0" parTransId="{69D7AF2B-A0A6-4B5B-AB44-7A9D96A3FDC6}" sibTransId="{A97BC39D-65ED-466A-935F-0609A51D831C}"/>
    <dgm:cxn modelId="{95A30677-87B2-4511-A0DE-C40F30A30E85}" type="presOf" srcId="{83764EB0-D4D9-447E-9523-0CDC9BA0D7C9}" destId="{860BC310-0D32-459B-AABB-5E31E7BB8017}" srcOrd="0" destOrd="0" presId="urn:microsoft.com/office/officeart/2018/2/layout/IconVerticalSolidList"/>
    <dgm:cxn modelId="{6597FD7C-55D5-4CC0-B4DD-4217EA5F8513}" srcId="{83764EB0-D4D9-447E-9523-0CDC9BA0D7C9}" destId="{6EAED5C1-6CB5-4CFF-BC4C-4AE140706652}" srcOrd="3" destOrd="0" parTransId="{BB1577CD-4F58-4E57-9C8D-1FC3CF5D67B5}" sibTransId="{06CEC076-474F-45E6-95AE-EBCD2D78CD5B}"/>
    <dgm:cxn modelId="{BBE3CBCC-35E4-4B5F-A8A0-E6373B65E332}" srcId="{83764EB0-D4D9-447E-9523-0CDC9BA0D7C9}" destId="{4A3A3800-117D-4400-9357-D9DBF245ED27}" srcOrd="1" destOrd="0" parTransId="{1BB73FA9-E5F6-439B-9C09-72B37B195258}" sibTransId="{A62779A6-C9D3-4211-B18B-BC6570B51289}"/>
    <dgm:cxn modelId="{9DF78852-3C6A-413B-8490-AFF81733A645}" type="presParOf" srcId="{860BC310-0D32-459B-AABB-5E31E7BB8017}" destId="{7957CD8B-C9D7-4FFF-B65A-D84DBE2C1759}" srcOrd="0" destOrd="0" presId="urn:microsoft.com/office/officeart/2018/2/layout/IconVerticalSolidList"/>
    <dgm:cxn modelId="{525D121A-E5D9-4F36-B4AC-6AB164281D22}" type="presParOf" srcId="{7957CD8B-C9D7-4FFF-B65A-D84DBE2C1759}" destId="{0BF960B8-4EBA-4B95-83D8-F3D7BCDE0E6A}" srcOrd="0" destOrd="0" presId="urn:microsoft.com/office/officeart/2018/2/layout/IconVerticalSolidList"/>
    <dgm:cxn modelId="{0A0B9E76-D085-46CE-88F6-11C1F9EF066F}" type="presParOf" srcId="{7957CD8B-C9D7-4FFF-B65A-D84DBE2C1759}" destId="{110C3C17-9475-4EC3-A930-CEC1492A1B19}" srcOrd="1" destOrd="0" presId="urn:microsoft.com/office/officeart/2018/2/layout/IconVerticalSolidList"/>
    <dgm:cxn modelId="{7DFFC094-5E21-478C-A213-FA1F9AC58374}" type="presParOf" srcId="{7957CD8B-C9D7-4FFF-B65A-D84DBE2C1759}" destId="{40E52335-64E4-44E3-8A55-F975421A46B9}" srcOrd="2" destOrd="0" presId="urn:microsoft.com/office/officeart/2018/2/layout/IconVerticalSolidList"/>
    <dgm:cxn modelId="{A7F08792-0D95-4938-88A2-F077BB5D575D}" type="presParOf" srcId="{7957CD8B-C9D7-4FFF-B65A-D84DBE2C1759}" destId="{D8F51B06-95FD-48E6-BAD6-2AF578855FFE}" srcOrd="3" destOrd="0" presId="urn:microsoft.com/office/officeart/2018/2/layout/IconVerticalSolidList"/>
    <dgm:cxn modelId="{E8678F15-12EA-4C09-A8F6-64237F252723}" type="presParOf" srcId="{860BC310-0D32-459B-AABB-5E31E7BB8017}" destId="{F0CF1600-5EBE-41F9-9F3A-0A0C46CB75E0}" srcOrd="1" destOrd="0" presId="urn:microsoft.com/office/officeart/2018/2/layout/IconVerticalSolidList"/>
    <dgm:cxn modelId="{53FF894C-ED97-4788-99A0-D03879DECF87}" type="presParOf" srcId="{860BC310-0D32-459B-AABB-5E31E7BB8017}" destId="{2BE6CA88-0F46-441B-BD83-0B0C9046312F}" srcOrd="2" destOrd="0" presId="urn:microsoft.com/office/officeart/2018/2/layout/IconVerticalSolidList"/>
    <dgm:cxn modelId="{4CA887BD-A22E-40D4-8479-5BF3E545214B}" type="presParOf" srcId="{2BE6CA88-0F46-441B-BD83-0B0C9046312F}" destId="{9B0355E3-FAE9-4875-988D-E3C65BD81FC3}" srcOrd="0" destOrd="0" presId="urn:microsoft.com/office/officeart/2018/2/layout/IconVerticalSolidList"/>
    <dgm:cxn modelId="{A1A7F9D4-7B65-4155-85CD-93C0B513DC8D}" type="presParOf" srcId="{2BE6CA88-0F46-441B-BD83-0B0C9046312F}" destId="{E2D53AD0-40B6-448B-A27A-3FE114C6800D}" srcOrd="1" destOrd="0" presId="urn:microsoft.com/office/officeart/2018/2/layout/IconVerticalSolidList"/>
    <dgm:cxn modelId="{6D4466F9-ED32-4C6E-AD51-9C95602E67CA}" type="presParOf" srcId="{2BE6CA88-0F46-441B-BD83-0B0C9046312F}" destId="{19254756-E97F-48FB-BE88-60262258A887}" srcOrd="2" destOrd="0" presId="urn:microsoft.com/office/officeart/2018/2/layout/IconVerticalSolidList"/>
    <dgm:cxn modelId="{6FF00011-2FAA-43FF-86E2-7588B6560398}" type="presParOf" srcId="{2BE6CA88-0F46-441B-BD83-0B0C9046312F}" destId="{DBAF7314-33D6-4652-8430-69FE2351C6F0}" srcOrd="3" destOrd="0" presId="urn:microsoft.com/office/officeart/2018/2/layout/IconVerticalSolidList"/>
    <dgm:cxn modelId="{248BC6C2-B535-480B-839B-81FE5E945FF8}" type="presParOf" srcId="{860BC310-0D32-459B-AABB-5E31E7BB8017}" destId="{9A5AB3C9-2747-4D86-BFB4-C6B872F34344}" srcOrd="3" destOrd="0" presId="urn:microsoft.com/office/officeart/2018/2/layout/IconVerticalSolidList"/>
    <dgm:cxn modelId="{70F1DA81-DCC6-4ABD-A856-6F90F43CEDB2}" type="presParOf" srcId="{860BC310-0D32-459B-AABB-5E31E7BB8017}" destId="{958CEA08-6A9C-41BD-A1F4-5E69385A3C44}" srcOrd="4" destOrd="0" presId="urn:microsoft.com/office/officeart/2018/2/layout/IconVerticalSolidList"/>
    <dgm:cxn modelId="{AC9989ED-FCA2-451D-B044-CBF2B1A6027D}" type="presParOf" srcId="{958CEA08-6A9C-41BD-A1F4-5E69385A3C44}" destId="{6F565F67-82B5-413F-9E2E-331831010678}" srcOrd="0" destOrd="0" presId="urn:microsoft.com/office/officeart/2018/2/layout/IconVerticalSolidList"/>
    <dgm:cxn modelId="{DD0456D9-172E-49E2-B425-2B5EFA427484}" type="presParOf" srcId="{958CEA08-6A9C-41BD-A1F4-5E69385A3C44}" destId="{7DDF334F-774F-4DD9-AAC2-D6DACF32CFCB}" srcOrd="1" destOrd="0" presId="urn:microsoft.com/office/officeart/2018/2/layout/IconVerticalSolidList"/>
    <dgm:cxn modelId="{A9B0F9EE-FE65-4896-8B23-92652DEB35B7}" type="presParOf" srcId="{958CEA08-6A9C-41BD-A1F4-5E69385A3C44}" destId="{124FD81A-5C09-4EFE-8474-E6CE50C0658D}" srcOrd="2" destOrd="0" presId="urn:microsoft.com/office/officeart/2018/2/layout/IconVerticalSolidList"/>
    <dgm:cxn modelId="{E6D65339-1B21-4F53-A503-3F20598EBC39}" type="presParOf" srcId="{958CEA08-6A9C-41BD-A1F4-5E69385A3C44}" destId="{740E040D-7BD6-4475-8EB3-42140FBD5EA8}" srcOrd="3" destOrd="0" presId="urn:microsoft.com/office/officeart/2018/2/layout/IconVerticalSolidList"/>
    <dgm:cxn modelId="{35B330F4-39E2-47D7-B2B9-E32BC01CE3EF}" type="presParOf" srcId="{860BC310-0D32-459B-AABB-5E31E7BB8017}" destId="{AB24BC98-712E-45AC-9EE2-BBC2EA9E0DE3}" srcOrd="5" destOrd="0" presId="urn:microsoft.com/office/officeart/2018/2/layout/IconVerticalSolidList"/>
    <dgm:cxn modelId="{68D5268F-CA9E-4D94-B60F-D22B0DADCA6C}" type="presParOf" srcId="{860BC310-0D32-459B-AABB-5E31E7BB8017}" destId="{4C8F8F4B-709F-4A5F-9DA1-6358A94AAEFE}" srcOrd="6" destOrd="0" presId="urn:microsoft.com/office/officeart/2018/2/layout/IconVerticalSolidList"/>
    <dgm:cxn modelId="{6B429F4A-C649-4369-A6A3-A67A267AB81D}" type="presParOf" srcId="{4C8F8F4B-709F-4A5F-9DA1-6358A94AAEFE}" destId="{071A7FFC-81A4-4129-8C20-1D6F03BFDFFC}" srcOrd="0" destOrd="0" presId="urn:microsoft.com/office/officeart/2018/2/layout/IconVerticalSolidList"/>
    <dgm:cxn modelId="{69540D0F-F814-4703-AF85-C332A6AA919F}" type="presParOf" srcId="{4C8F8F4B-709F-4A5F-9DA1-6358A94AAEFE}" destId="{315C7737-C853-4E81-8FF3-B15F3FC46D88}" srcOrd="1" destOrd="0" presId="urn:microsoft.com/office/officeart/2018/2/layout/IconVerticalSolidList"/>
    <dgm:cxn modelId="{40CC8C83-B494-4CAE-A5D1-0495165605AC}" type="presParOf" srcId="{4C8F8F4B-709F-4A5F-9DA1-6358A94AAEFE}" destId="{FB215FEA-57BD-44B8-97E6-133159B6A045}" srcOrd="2" destOrd="0" presId="urn:microsoft.com/office/officeart/2018/2/layout/IconVerticalSolidList"/>
    <dgm:cxn modelId="{00FF05A4-5651-41B2-889F-11737FAD5BB2}" type="presParOf" srcId="{4C8F8F4B-709F-4A5F-9DA1-6358A94AAEFE}" destId="{8286EBF8-3F22-4B94-9DC0-226473035CFE}"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F960B8-4EBA-4B95-83D8-F3D7BCDE0E6A}">
      <dsp:nvSpPr>
        <dsp:cNvPr id="0" name=""/>
        <dsp:cNvSpPr/>
      </dsp:nvSpPr>
      <dsp:spPr>
        <a:xfrm>
          <a:off x="0" y="2946"/>
          <a:ext cx="4040626" cy="6270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0C3C17-9475-4EC3-A930-CEC1492A1B19}">
      <dsp:nvSpPr>
        <dsp:cNvPr id="0" name=""/>
        <dsp:cNvSpPr/>
      </dsp:nvSpPr>
      <dsp:spPr>
        <a:xfrm>
          <a:off x="189676" y="144028"/>
          <a:ext cx="345202" cy="3448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F51B06-95FD-48E6-BAD6-2AF578855FFE}">
      <dsp:nvSpPr>
        <dsp:cNvPr id="0" name=""/>
        <dsp:cNvSpPr/>
      </dsp:nvSpPr>
      <dsp:spPr>
        <a:xfrm>
          <a:off x="724555" y="2946"/>
          <a:ext cx="3283336" cy="6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82" tIns="72582" rIns="72582" bIns="72582" numCol="1" spcCol="1270" anchor="ctr" anchorCtr="0">
          <a:noAutofit/>
        </a:bodyPr>
        <a:lstStyle/>
        <a:p>
          <a:pPr marL="0" lvl="0" indent="0" algn="l" defTabSz="622300">
            <a:lnSpc>
              <a:spcPct val="90000"/>
            </a:lnSpc>
            <a:spcBef>
              <a:spcPct val="0"/>
            </a:spcBef>
            <a:spcAft>
              <a:spcPct val="35000"/>
            </a:spcAft>
            <a:buNone/>
          </a:pPr>
          <a:r>
            <a:rPr lang="en-US" sz="1400" kern="1200"/>
            <a:t>Is it better to buy or </a:t>
          </a:r>
          <a:r>
            <a:rPr lang="en-US" sz="1400" u="sng" kern="1200"/>
            <a:t>lease</a:t>
          </a:r>
          <a:r>
            <a:rPr lang="en-US" sz="1400" kern="1200"/>
            <a:t> a car?</a:t>
          </a:r>
        </a:p>
      </dsp:txBody>
      <dsp:txXfrm>
        <a:off x="724555" y="2946"/>
        <a:ext cx="3283336" cy="685812"/>
      </dsp:txXfrm>
    </dsp:sp>
    <dsp:sp modelId="{9B0355E3-FAE9-4875-988D-E3C65BD81FC3}">
      <dsp:nvSpPr>
        <dsp:cNvPr id="0" name=""/>
        <dsp:cNvSpPr/>
      </dsp:nvSpPr>
      <dsp:spPr>
        <a:xfrm>
          <a:off x="0" y="860212"/>
          <a:ext cx="4040626" cy="6270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D53AD0-40B6-448B-A27A-3FE114C6800D}">
      <dsp:nvSpPr>
        <dsp:cNvPr id="0" name=""/>
        <dsp:cNvSpPr/>
      </dsp:nvSpPr>
      <dsp:spPr>
        <a:xfrm>
          <a:off x="189676" y="1001294"/>
          <a:ext cx="345202" cy="3448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AF7314-33D6-4652-8430-69FE2351C6F0}">
      <dsp:nvSpPr>
        <dsp:cNvPr id="0" name=""/>
        <dsp:cNvSpPr/>
      </dsp:nvSpPr>
      <dsp:spPr>
        <a:xfrm>
          <a:off x="724555" y="860212"/>
          <a:ext cx="3283336" cy="6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82" tIns="72582" rIns="72582" bIns="72582" numCol="1" spcCol="1270" anchor="ctr" anchorCtr="0">
          <a:noAutofit/>
        </a:bodyPr>
        <a:lstStyle/>
        <a:p>
          <a:pPr marL="0" lvl="0" indent="0" algn="l" defTabSz="622300">
            <a:lnSpc>
              <a:spcPct val="90000"/>
            </a:lnSpc>
            <a:spcBef>
              <a:spcPct val="0"/>
            </a:spcBef>
            <a:spcAft>
              <a:spcPct val="35000"/>
            </a:spcAft>
            <a:buNone/>
          </a:pPr>
          <a:r>
            <a:rPr lang="en-US" sz="1400" kern="1200"/>
            <a:t>Unfortunately, our planet does not have </a:t>
          </a:r>
          <a:r>
            <a:rPr lang="en-US" sz="1400" u="sng" kern="1200"/>
            <a:t>infinite</a:t>
          </a:r>
          <a:r>
            <a:rPr lang="en-US" sz="1400" kern="1200"/>
            <a:t> resources for us to use. Eventually, we will run out!</a:t>
          </a:r>
        </a:p>
      </dsp:txBody>
      <dsp:txXfrm>
        <a:off x="724555" y="860212"/>
        <a:ext cx="3283336" cy="685812"/>
      </dsp:txXfrm>
    </dsp:sp>
    <dsp:sp modelId="{6F565F67-82B5-413F-9E2E-331831010678}">
      <dsp:nvSpPr>
        <dsp:cNvPr id="0" name=""/>
        <dsp:cNvSpPr/>
      </dsp:nvSpPr>
      <dsp:spPr>
        <a:xfrm>
          <a:off x="0" y="1717478"/>
          <a:ext cx="4040626" cy="6270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DF334F-774F-4DD9-AAC2-D6DACF32CFCB}">
      <dsp:nvSpPr>
        <dsp:cNvPr id="0" name=""/>
        <dsp:cNvSpPr/>
      </dsp:nvSpPr>
      <dsp:spPr>
        <a:xfrm>
          <a:off x="189676" y="1858560"/>
          <a:ext cx="345202" cy="3448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0E040D-7BD6-4475-8EB3-42140FBD5EA8}">
      <dsp:nvSpPr>
        <dsp:cNvPr id="0" name=""/>
        <dsp:cNvSpPr/>
      </dsp:nvSpPr>
      <dsp:spPr>
        <a:xfrm>
          <a:off x="724555" y="1717478"/>
          <a:ext cx="3283336" cy="6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82" tIns="72582" rIns="72582" bIns="72582" numCol="1" spcCol="1270" anchor="ctr" anchorCtr="0">
          <a:noAutofit/>
        </a:bodyPr>
        <a:lstStyle/>
        <a:p>
          <a:pPr marL="0" lvl="0" indent="0" algn="l" defTabSz="622300">
            <a:lnSpc>
              <a:spcPct val="90000"/>
            </a:lnSpc>
            <a:spcBef>
              <a:spcPct val="0"/>
            </a:spcBef>
            <a:spcAft>
              <a:spcPct val="35000"/>
            </a:spcAft>
            <a:buNone/>
          </a:pPr>
          <a:r>
            <a:rPr lang="en-US" sz="1400" kern="1200"/>
            <a:t>Every computer has a </a:t>
          </a:r>
          <a:r>
            <a:rPr lang="en-US" sz="1400" u="sng" kern="1200"/>
            <a:t>finite</a:t>
          </a:r>
          <a:r>
            <a:rPr lang="en-US" sz="1400" kern="1200"/>
            <a:t> amount of memory.</a:t>
          </a:r>
        </a:p>
      </dsp:txBody>
      <dsp:txXfrm>
        <a:off x="724555" y="1717478"/>
        <a:ext cx="3283336" cy="685812"/>
      </dsp:txXfrm>
    </dsp:sp>
    <dsp:sp modelId="{071A7FFC-81A4-4129-8C20-1D6F03BFDFFC}">
      <dsp:nvSpPr>
        <dsp:cNvPr id="0" name=""/>
        <dsp:cNvSpPr/>
      </dsp:nvSpPr>
      <dsp:spPr>
        <a:xfrm>
          <a:off x="0" y="2574744"/>
          <a:ext cx="4040626" cy="6270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5C7737-C853-4E81-8FF3-B15F3FC46D88}">
      <dsp:nvSpPr>
        <dsp:cNvPr id="0" name=""/>
        <dsp:cNvSpPr/>
      </dsp:nvSpPr>
      <dsp:spPr>
        <a:xfrm>
          <a:off x="189676" y="2715826"/>
          <a:ext cx="345202" cy="34486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86EBF8-3F22-4B94-9DC0-226473035CFE}">
      <dsp:nvSpPr>
        <dsp:cNvPr id="0" name=""/>
        <dsp:cNvSpPr/>
      </dsp:nvSpPr>
      <dsp:spPr>
        <a:xfrm>
          <a:off x="724555" y="2574744"/>
          <a:ext cx="3283336" cy="685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82" tIns="72582" rIns="72582" bIns="72582" numCol="1" spcCol="1270" anchor="ctr" anchorCtr="0">
          <a:noAutofit/>
        </a:bodyPr>
        <a:lstStyle/>
        <a:p>
          <a:pPr marL="0" lvl="0" indent="0" algn="l" defTabSz="622300">
            <a:lnSpc>
              <a:spcPct val="90000"/>
            </a:lnSpc>
            <a:spcBef>
              <a:spcPct val="0"/>
            </a:spcBef>
            <a:spcAft>
              <a:spcPct val="35000"/>
            </a:spcAft>
            <a:buNone/>
          </a:pPr>
          <a:r>
            <a:rPr lang="en-US" sz="1400" kern="1200"/>
            <a:t>Do you have any proof of </a:t>
          </a:r>
          <a:r>
            <a:rPr lang="en-US" sz="1400" u="sng" kern="1200"/>
            <a:t>ownership</a:t>
          </a:r>
          <a:r>
            <a:rPr lang="en-US" sz="1400" kern="1200"/>
            <a:t> of this car?</a:t>
          </a:r>
        </a:p>
      </dsp:txBody>
      <dsp:txXfrm>
        <a:off x="724555" y="2574744"/>
        <a:ext cx="3283336" cy="68581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Raleway Light"/>
              <a:ea typeface="Raleway Light"/>
              <a:cs typeface="Raleway Light"/>
              <a:sym typeface="Raleway 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051f4a31b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1051f4a31b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cfc6a8f85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cfc6a8f85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051f4a31b3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051f4a31b3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051f4a31b3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051f4a31b3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051f4a31b3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051f4a31b3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051f4a31b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051f4a31b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400">
              <a:solidFill>
                <a:schemeClr val="dk1"/>
              </a:solidFill>
              <a:latin typeface="Raleway Light"/>
              <a:ea typeface="Raleway Light"/>
              <a:cs typeface="Raleway Light"/>
              <a:sym typeface="Raleway 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051f4a31b3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051f4a31b3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b="1">
                <a:solidFill>
                  <a:schemeClr val="dk1"/>
                </a:solidFill>
                <a:latin typeface="Raleway"/>
                <a:ea typeface="Raleway"/>
                <a:cs typeface="Raleway"/>
                <a:sym typeface="Raleway"/>
              </a:rPr>
              <a:t>TIMESTAMPS:</a:t>
            </a:r>
            <a:endParaRPr sz="1400" b="1">
              <a:solidFill>
                <a:schemeClr val="dk1"/>
              </a:solidFill>
              <a:latin typeface="Raleway"/>
              <a:ea typeface="Raleway"/>
              <a:cs typeface="Raleway"/>
              <a:sym typeface="Raleway"/>
            </a:endParaRPr>
          </a:p>
          <a:p>
            <a:pPr marL="457200" lvl="0" indent="-317500" algn="l" rtl="0">
              <a:spcBef>
                <a:spcPts val="0"/>
              </a:spcBef>
              <a:spcAft>
                <a:spcPts val="0"/>
              </a:spcAft>
              <a:buClr>
                <a:schemeClr val="dk1"/>
              </a:buClr>
              <a:buSzPts val="1400"/>
              <a:buFont typeface="Raleway Light"/>
              <a:buAutoNum type="alphaUcPeriod"/>
            </a:pPr>
            <a:r>
              <a:rPr lang="en" sz="1400">
                <a:solidFill>
                  <a:schemeClr val="dk1"/>
                </a:solidFill>
                <a:latin typeface="Raleway Light"/>
                <a:ea typeface="Raleway Light"/>
                <a:cs typeface="Raleway Light"/>
                <a:sym typeface="Raleway Light"/>
              </a:rPr>
              <a:t>00:20</a:t>
            </a:r>
            <a:endParaRPr sz="1400">
              <a:solidFill>
                <a:schemeClr val="dk1"/>
              </a:solidFill>
              <a:latin typeface="Raleway Light"/>
              <a:ea typeface="Raleway Light"/>
              <a:cs typeface="Raleway Light"/>
              <a:sym typeface="Raleway Light"/>
            </a:endParaRPr>
          </a:p>
          <a:p>
            <a:pPr marL="457200" lvl="0" indent="-317500" algn="l" rtl="0">
              <a:spcBef>
                <a:spcPts val="0"/>
              </a:spcBef>
              <a:spcAft>
                <a:spcPts val="0"/>
              </a:spcAft>
              <a:buClr>
                <a:schemeClr val="dk1"/>
              </a:buClr>
              <a:buSzPts val="1400"/>
              <a:buFont typeface="Raleway Light"/>
              <a:buAutoNum type="alphaUcPeriod"/>
            </a:pPr>
            <a:r>
              <a:rPr lang="en" sz="1400">
                <a:solidFill>
                  <a:schemeClr val="dk1"/>
                </a:solidFill>
                <a:latin typeface="Raleway Light"/>
                <a:ea typeface="Raleway Light"/>
                <a:cs typeface="Raleway Light"/>
                <a:sym typeface="Raleway Light"/>
              </a:rPr>
              <a:t>00:48</a:t>
            </a:r>
            <a:endParaRPr sz="1400">
              <a:solidFill>
                <a:schemeClr val="dk1"/>
              </a:solidFill>
              <a:latin typeface="Raleway Light"/>
              <a:ea typeface="Raleway Light"/>
              <a:cs typeface="Raleway Light"/>
              <a:sym typeface="Raleway Light"/>
            </a:endParaRPr>
          </a:p>
          <a:p>
            <a:pPr marL="457200" lvl="0" indent="-317500" algn="l" rtl="0">
              <a:spcBef>
                <a:spcPts val="0"/>
              </a:spcBef>
              <a:spcAft>
                <a:spcPts val="0"/>
              </a:spcAft>
              <a:buClr>
                <a:schemeClr val="dk1"/>
              </a:buClr>
              <a:buSzPts val="1400"/>
              <a:buFont typeface="Raleway Light"/>
              <a:buAutoNum type="alphaUcPeriod"/>
            </a:pPr>
            <a:r>
              <a:rPr lang="en" sz="1400">
                <a:solidFill>
                  <a:schemeClr val="dk1"/>
                </a:solidFill>
                <a:latin typeface="Raleway Light"/>
                <a:ea typeface="Raleway Light"/>
                <a:cs typeface="Raleway Light"/>
                <a:sym typeface="Raleway Light"/>
              </a:rPr>
              <a:t>01:12</a:t>
            </a:r>
            <a:endParaRPr sz="1400">
              <a:solidFill>
                <a:schemeClr val="dk1"/>
              </a:solidFill>
              <a:latin typeface="Raleway Light"/>
              <a:ea typeface="Raleway Light"/>
              <a:cs typeface="Raleway Light"/>
              <a:sym typeface="Raleway Light"/>
            </a:endParaRPr>
          </a:p>
          <a:p>
            <a:pPr marL="457200" lvl="0" indent="-317500" algn="l" rtl="0">
              <a:spcBef>
                <a:spcPts val="0"/>
              </a:spcBef>
              <a:spcAft>
                <a:spcPts val="0"/>
              </a:spcAft>
              <a:buClr>
                <a:schemeClr val="dk1"/>
              </a:buClr>
              <a:buSzPts val="1400"/>
              <a:buFont typeface="Raleway Light"/>
              <a:buAutoNum type="alphaUcPeriod"/>
            </a:pPr>
            <a:r>
              <a:rPr lang="en" sz="1400">
                <a:solidFill>
                  <a:schemeClr val="dk1"/>
                </a:solidFill>
                <a:latin typeface="Raleway Light"/>
                <a:ea typeface="Raleway Light"/>
                <a:cs typeface="Raleway Light"/>
                <a:sym typeface="Raleway Light"/>
              </a:rPr>
              <a:t>01:38</a:t>
            </a:r>
            <a:endParaRPr sz="1400">
              <a:solidFill>
                <a:schemeClr val="dk1"/>
              </a:solidFill>
              <a:latin typeface="Raleway Light"/>
              <a:ea typeface="Raleway Light"/>
              <a:cs typeface="Raleway Light"/>
              <a:sym typeface="Raleway Light"/>
            </a:endParaRPr>
          </a:p>
          <a:p>
            <a:pPr marL="457200" lvl="0" indent="-317500" algn="l" rtl="0">
              <a:spcBef>
                <a:spcPts val="0"/>
              </a:spcBef>
              <a:spcAft>
                <a:spcPts val="0"/>
              </a:spcAft>
              <a:buClr>
                <a:schemeClr val="dk1"/>
              </a:buClr>
              <a:buSzPts val="1400"/>
              <a:buFont typeface="Raleway Light"/>
              <a:buAutoNum type="alphaUcPeriod"/>
            </a:pPr>
            <a:r>
              <a:rPr lang="en" sz="1400">
                <a:solidFill>
                  <a:schemeClr val="dk1"/>
                </a:solidFill>
                <a:latin typeface="Raleway Light"/>
                <a:ea typeface="Raleway Light"/>
                <a:cs typeface="Raleway Light"/>
                <a:sym typeface="Raleway Light"/>
              </a:rPr>
              <a:t>01:55</a:t>
            </a:r>
            <a:endParaRPr sz="1400">
              <a:solidFill>
                <a:schemeClr val="dk1"/>
              </a:solidFill>
              <a:latin typeface="Raleway Light"/>
              <a:ea typeface="Raleway Light"/>
              <a:cs typeface="Raleway Light"/>
              <a:sym typeface="Raleway Light"/>
            </a:endParaRPr>
          </a:p>
          <a:p>
            <a:pPr marL="457200" lvl="0" indent="-317500" algn="l" rtl="0">
              <a:spcBef>
                <a:spcPts val="0"/>
              </a:spcBef>
              <a:spcAft>
                <a:spcPts val="0"/>
              </a:spcAft>
              <a:buClr>
                <a:schemeClr val="dk1"/>
              </a:buClr>
              <a:buSzPts val="1400"/>
              <a:buFont typeface="Raleway Light"/>
              <a:buAutoNum type="alphaUcPeriod"/>
            </a:pPr>
            <a:r>
              <a:rPr lang="en" sz="1400">
                <a:solidFill>
                  <a:schemeClr val="dk1"/>
                </a:solidFill>
                <a:latin typeface="Raleway Light"/>
                <a:ea typeface="Raleway Light"/>
                <a:cs typeface="Raleway Light"/>
                <a:sym typeface="Raleway Light"/>
              </a:rPr>
              <a:t>02:24</a:t>
            </a:r>
            <a:endParaRPr sz="1400">
              <a:solidFill>
                <a:schemeClr val="dk1"/>
              </a:solidFill>
              <a:latin typeface="Raleway Light"/>
              <a:ea typeface="Raleway Light"/>
              <a:cs typeface="Raleway Light"/>
              <a:sym typeface="Raleway Light"/>
            </a:endParaRPr>
          </a:p>
          <a:p>
            <a:pPr marL="457200" lvl="0" indent="-317500" algn="l" rtl="0">
              <a:spcBef>
                <a:spcPts val="0"/>
              </a:spcBef>
              <a:spcAft>
                <a:spcPts val="0"/>
              </a:spcAft>
              <a:buClr>
                <a:schemeClr val="dk1"/>
              </a:buClr>
              <a:buSzPts val="1400"/>
              <a:buFont typeface="Raleway Light"/>
              <a:buAutoNum type="alphaUcPeriod"/>
            </a:pPr>
            <a:r>
              <a:rPr lang="en" sz="1400">
                <a:solidFill>
                  <a:schemeClr val="dk1"/>
                </a:solidFill>
                <a:latin typeface="Raleway Light"/>
                <a:ea typeface="Raleway Light"/>
                <a:cs typeface="Raleway Light"/>
                <a:sym typeface="Raleway Light"/>
              </a:rPr>
              <a:t>02:44</a:t>
            </a:r>
            <a:endParaRPr sz="1400">
              <a:solidFill>
                <a:schemeClr val="dk1"/>
              </a:solidFill>
              <a:latin typeface="Raleway Light"/>
              <a:ea typeface="Raleway Light"/>
              <a:cs typeface="Raleway Light"/>
              <a:sym typeface="Raleway 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051f4a31b3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1051f4a31b3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051f4a31b3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051f4a31b3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051f4a31b3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051f4a31b3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81baf728a9_2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81baf728a9_2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051f4a31b3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1051f4a31b3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71e85857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71e85857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051f4a31b3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1051f4a31b3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051f4a31b3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51f4a31b3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101d6ece136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101d6ece136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p:nvSpPr>
        <p:spPr>
          <a:xfrm>
            <a:off x="3000375" y="815553"/>
            <a:ext cx="6143625" cy="4327948"/>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p:nvCxnSpPr>
        <p:spPr>
          <a:xfrm>
            <a:off x="304681" y="137950"/>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p:nvSpPr>
        <p:spPr>
          <a:xfrm>
            <a:off x="3969261" y="1"/>
            <a:ext cx="1709807" cy="950839"/>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p:nvSpPr>
        <p:spPr>
          <a:xfrm>
            <a:off x="7656521" y="1"/>
            <a:ext cx="851300"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p:nvSpPr>
        <p:spPr>
          <a:xfrm>
            <a:off x="1176783" y="386174"/>
            <a:ext cx="1795013" cy="17463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p:nvSpPr>
        <p:spPr>
          <a:xfrm flipH="1">
            <a:off x="1" y="2212305"/>
            <a:ext cx="889838" cy="1328738"/>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p:nvSpPr>
        <p:spPr>
          <a:xfrm rot="16200000">
            <a:off x="1154763" y="3152571"/>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3819906" y="2057400"/>
            <a:ext cx="4944618" cy="1789938"/>
          </a:xfrm>
        </p:spPr>
        <p:txBody>
          <a:bodyPr anchor="b"/>
          <a:lstStyle>
            <a:lvl1pPr algn="r">
              <a:defRPr sz="45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3819906" y="3915918"/>
            <a:ext cx="4944618" cy="747522"/>
          </a:xfrm>
        </p:spPr>
        <p:txBody>
          <a:bodyPr/>
          <a:lstStyle>
            <a:lvl1pPr marL="0" indent="0" algn="r">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22857492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p:nvSpPr>
        <p:spPr>
          <a:xfrm>
            <a:off x="366892" y="839273"/>
            <a:ext cx="3464954" cy="34649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p:nvSpPr>
        <p:spPr>
          <a:xfrm rot="19809111">
            <a:off x="6512791" y="705862"/>
            <a:ext cx="2240924" cy="2240924"/>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p:nvSpPr>
        <p:spPr>
          <a:xfrm>
            <a:off x="682536" y="3585744"/>
            <a:ext cx="409575" cy="4095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877824" y="1049274"/>
            <a:ext cx="2427732" cy="305181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341114" y="1145286"/>
            <a:ext cx="3833622" cy="2948940"/>
          </a:xfrm>
        </p:spPr>
        <p:txBody>
          <a:bodyPr anchor="ctr"/>
          <a:lstStyle>
            <a:lvl1pPr marL="0" indent="0">
              <a:buNone/>
              <a:defRPr/>
            </a:lvl1pPr>
            <a:lvl2pPr marL="171450">
              <a:defRPr/>
            </a:lvl2pPr>
            <a:lvl3pPr marL="3429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pic>
        <p:nvPicPr>
          <p:cNvPr id="7" name="Picture 6" descr="Logo  Description automatically generated">
            <a:extLst>
              <a:ext uri="{FF2B5EF4-FFF2-40B4-BE49-F238E27FC236}">
                <a16:creationId xmlns:a16="http://schemas.microsoft.com/office/drawing/2014/main" id="{50D7D42C-B56E-2002-0498-CE88D769DFE6}"/>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136950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5400359" y="862657"/>
            <a:ext cx="1655285" cy="1653134"/>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350"/>
            </a:lvl1pPr>
          </a:lstStyle>
          <a:p>
            <a:r>
              <a:rPr lang="en-US"/>
              <a:t>Click icon to add picture</a:t>
            </a:r>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333475" y="1934763"/>
            <a:ext cx="2322605" cy="2322605"/>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35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404622" y="273843"/>
            <a:ext cx="4354830" cy="9944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04622" y="1369219"/>
            <a:ext cx="4354830" cy="3264408"/>
          </a:xfrm>
        </p:spPr>
        <p:txBody>
          <a:bodyPr>
            <a:normAutofit/>
          </a:bodyPr>
          <a:lstStyle>
            <a:lvl1pPr marL="0" indent="0">
              <a:lnSpc>
                <a:spcPct val="110000"/>
              </a:lnSpc>
              <a:buNone/>
              <a:defRPr sz="1800"/>
            </a:lvl1pPr>
            <a:lvl2pPr marL="171450">
              <a:lnSpc>
                <a:spcPct val="110000"/>
              </a:lnSpc>
              <a:defRPr sz="1500"/>
            </a:lvl2pPr>
            <a:lvl3pPr marL="342900">
              <a:lnSpc>
                <a:spcPct val="110000"/>
              </a:lnSpc>
              <a:defRPr sz="1350"/>
            </a:lvl3pPr>
            <a:lvl4pPr marL="514350">
              <a:lnSpc>
                <a:spcPct val="110000"/>
              </a:lnSpc>
              <a:defRPr sz="12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10" name="Oval 9">
            <a:extLst>
              <a:ext uri="{FF2B5EF4-FFF2-40B4-BE49-F238E27FC236}">
                <a16:creationId xmlns:a16="http://schemas.microsoft.com/office/drawing/2014/main" id="{E8E71C73-7BAD-4838-88C1-42E045A9D179}"/>
              </a:ext>
            </a:extLst>
          </p:cNvPr>
          <p:cNvSpPr/>
          <p:nvPr/>
        </p:nvSpPr>
        <p:spPr>
          <a:xfrm>
            <a:off x="7687216" y="1166301"/>
            <a:ext cx="614477" cy="5978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p:nvSpPr>
        <p:spPr>
          <a:xfrm>
            <a:off x="5692567" y="3025795"/>
            <a:ext cx="657528" cy="657528"/>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DF0731B2-198C-03B1-6C26-17F767EED75A}"/>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12493867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1 large pictur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4869181" y="536171"/>
            <a:ext cx="4170911" cy="4052454"/>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35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404622" y="273843"/>
            <a:ext cx="4354830" cy="9944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04622" y="1369219"/>
            <a:ext cx="4354830" cy="3264408"/>
          </a:xfrm>
        </p:spPr>
        <p:txBody>
          <a:bodyPr>
            <a:normAutofit/>
          </a:bodyPr>
          <a:lstStyle>
            <a:lvl1pPr marL="0" indent="0">
              <a:lnSpc>
                <a:spcPct val="110000"/>
              </a:lnSpc>
              <a:buNone/>
              <a:defRPr sz="1800"/>
            </a:lvl1pPr>
            <a:lvl2pPr marL="171450">
              <a:lnSpc>
                <a:spcPct val="110000"/>
              </a:lnSpc>
              <a:defRPr sz="1500"/>
            </a:lvl2pPr>
            <a:lvl3pPr marL="342900">
              <a:lnSpc>
                <a:spcPct val="110000"/>
              </a:lnSpc>
              <a:defRPr sz="1350"/>
            </a:lvl3pPr>
            <a:lvl4pPr marL="514350">
              <a:lnSpc>
                <a:spcPct val="110000"/>
              </a:lnSpc>
              <a:defRPr sz="12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pic>
        <p:nvPicPr>
          <p:cNvPr id="8" name="Picture 7" descr="Logo  Description automatically generated">
            <a:extLst>
              <a:ext uri="{FF2B5EF4-FFF2-40B4-BE49-F238E27FC236}">
                <a16:creationId xmlns:a16="http://schemas.microsoft.com/office/drawing/2014/main" id="{6B19892D-C6FC-6DEA-BC94-7ACF19FFB8E9}"/>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149564991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p:nvSpPr>
        <p:spPr>
          <a:xfrm>
            <a:off x="2111947" y="111697"/>
            <a:ext cx="4920107" cy="492010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p:nvSpPr>
        <p:spPr>
          <a:xfrm rot="9222429" flipV="1">
            <a:off x="1870589" y="-21377"/>
            <a:ext cx="5112197" cy="511219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p:nvSpPr>
        <p:spPr>
          <a:xfrm>
            <a:off x="6124063" y="3931491"/>
            <a:ext cx="569552" cy="5541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2489454" y="1035558"/>
            <a:ext cx="4169664" cy="1885950"/>
          </a:xfrm>
        </p:spPr>
        <p:txBody>
          <a:bodyPr anchor="b"/>
          <a:lstStyle>
            <a:lvl1pPr algn="ctr">
              <a:defRPr sz="45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2489454" y="3058668"/>
            <a:ext cx="4169664" cy="1152144"/>
          </a:xfrm>
        </p:spPr>
        <p:txBody>
          <a:bodyPr/>
          <a:lstStyle>
            <a:lvl1pPr marL="0" indent="0" algn="ctr">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pic>
        <p:nvPicPr>
          <p:cNvPr id="4" name="Picture 3" descr="Logo  Description automatically generated">
            <a:extLst>
              <a:ext uri="{FF2B5EF4-FFF2-40B4-BE49-F238E27FC236}">
                <a16:creationId xmlns:a16="http://schemas.microsoft.com/office/drawing/2014/main" id="{C4E608A4-5FE4-007F-03B2-71BFE7A80D9F}"/>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43715881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404622" y="273844"/>
            <a:ext cx="7886700" cy="9941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84682" y="1433322"/>
            <a:ext cx="7372350" cy="2894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Freeform: Shape 6">
            <a:extLst>
              <a:ext uri="{FF2B5EF4-FFF2-40B4-BE49-F238E27FC236}">
                <a16:creationId xmlns:a16="http://schemas.microsoft.com/office/drawing/2014/main" id="{23DA7759-3209-4FE2-96D1-4EEDD81E9EA0}"/>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92652" y="4288429"/>
            <a:ext cx="1328707" cy="855071"/>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descr="Logo  Description automatically generated">
            <a:extLst>
              <a:ext uri="{FF2B5EF4-FFF2-40B4-BE49-F238E27FC236}">
                <a16:creationId xmlns:a16="http://schemas.microsoft.com/office/drawing/2014/main" id="{9E5919BF-BCFB-D7D2-4275-4DB20EECC9E7}"/>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59377158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endParaRPr lang="en-ZA"/>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28650" y="1433322"/>
            <a:ext cx="7886700" cy="2894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Logo  Description automatically generated">
            <a:extLst>
              <a:ext uri="{FF2B5EF4-FFF2-40B4-BE49-F238E27FC236}">
                <a16:creationId xmlns:a16="http://schemas.microsoft.com/office/drawing/2014/main" id="{9FDA2D69-3D2E-7CC9-65E2-48E1AF036011}"/>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52715320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9144000" cy="5143500"/>
          </a:xfrm>
        </p:spPr>
        <p:txBody>
          <a:bodyPr/>
          <a:lstStyle>
            <a:lvl1pPr>
              <a:buNone/>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2333625" y="277950"/>
            <a:ext cx="4442882" cy="444288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30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2681478" y="3284982"/>
            <a:ext cx="3778758" cy="534924"/>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fld id="{11B8FCD6-9605-4357-9B50-B142DFFA6613}" type="datetimeFigureOut">
              <a:rPr lang="en-ZA" smtClean="0"/>
              <a:t>2024/07/17</a:t>
            </a:fld>
            <a:endParaRPr lang="en-ZA"/>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endParaRPr lang="en-ZA"/>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2711896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endParaRPr lang="en-ZA"/>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D6941D18-88EA-EE13-DA04-12834369CE40}"/>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7562123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629842" y="1878806"/>
            <a:ext cx="3868340" cy="2763441"/>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629150" y="1878806"/>
            <a:ext cx="3887391" cy="2763441"/>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endParaRPr lang="en-ZA"/>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descr="Logo  Description automatically generated">
            <a:extLst>
              <a:ext uri="{FF2B5EF4-FFF2-40B4-BE49-F238E27FC236}">
                <a16:creationId xmlns:a16="http://schemas.microsoft.com/office/drawing/2014/main" id="{59CDC33D-E4B8-82EA-FCC7-0F88F8DA1A2D}"/>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180848327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629841" y="1260872"/>
            <a:ext cx="246888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629841" y="1878806"/>
            <a:ext cx="2468880" cy="2763441"/>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3339846" y="1260872"/>
            <a:ext cx="246888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3339846" y="1878806"/>
            <a:ext cx="2468880" cy="2763441"/>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endParaRPr lang="en-ZA"/>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6048756" y="1260872"/>
            <a:ext cx="246888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6048756" y="1878806"/>
            <a:ext cx="2468880" cy="2763441"/>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  Description automatically generated">
            <a:extLst>
              <a:ext uri="{FF2B5EF4-FFF2-40B4-BE49-F238E27FC236}">
                <a16:creationId xmlns:a16="http://schemas.microsoft.com/office/drawing/2014/main" id="{54132E07-6B69-FD48-AF4F-207926113140}"/>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178211736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5925944" y="2045797"/>
            <a:ext cx="3218055" cy="3097703"/>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350"/>
            </a:lvl1pPr>
          </a:lstStyle>
          <a:p>
            <a:r>
              <a:rPr lang="en-US"/>
              <a:t>Click icon to add picture</a:t>
            </a:r>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4696207" y="0"/>
            <a:ext cx="2639483" cy="2255932"/>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350"/>
            </a:lvl1pPr>
          </a:lstStyle>
          <a:p>
            <a:r>
              <a:rPr lang="en-US"/>
              <a:t>Click icon to add picture</a:t>
            </a:r>
          </a:p>
        </p:txBody>
      </p:sp>
      <p:sp>
        <p:nvSpPr>
          <p:cNvPr id="10" name="Oval 9">
            <a:extLst>
              <a:ext uri="{FF2B5EF4-FFF2-40B4-BE49-F238E27FC236}">
                <a16:creationId xmlns:a16="http://schemas.microsoft.com/office/drawing/2014/main" id="{B7BFFB5A-A05C-4B0C-905C-5884361304B2}"/>
              </a:ext>
            </a:extLst>
          </p:cNvPr>
          <p:cNvSpPr/>
          <p:nvPr/>
        </p:nvSpPr>
        <p:spPr>
          <a:xfrm>
            <a:off x="7815427" y="1023549"/>
            <a:ext cx="710616" cy="69133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p:nvSpPr>
        <p:spPr>
          <a:xfrm rot="4759070" flipV="1">
            <a:off x="4525604" y="-504855"/>
            <a:ext cx="3015895" cy="3015895"/>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630936" y="274320"/>
            <a:ext cx="3840480" cy="994410"/>
          </a:xfrm>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endParaRPr lang="en-ZA"/>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30936" y="1371600"/>
            <a:ext cx="3819906" cy="3264408"/>
          </a:xfrm>
        </p:spPr>
        <p:txBody>
          <a:bodyPr/>
          <a:lstStyle>
            <a:lvl1pPr marL="0" indent="0">
              <a:buNone/>
              <a:defRPr sz="1800"/>
            </a:lvl1pPr>
            <a:lvl2pPr marL="171450">
              <a:defRPr/>
            </a:lvl2pPr>
            <a:lvl3pPr marL="342900">
              <a:defRPr/>
            </a:lvl3pPr>
            <a:lvl4pPr marL="514350">
              <a:defRPr/>
            </a:lvl4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6" name="Picture 5" descr="Logo  Description automatically generated">
            <a:extLst>
              <a:ext uri="{FF2B5EF4-FFF2-40B4-BE49-F238E27FC236}">
                <a16:creationId xmlns:a16="http://schemas.microsoft.com/office/drawing/2014/main" id="{64B18F1F-BB25-6E8B-718B-1E6EE792B4EA}"/>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27431241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p:nvSpPr>
        <p:spPr>
          <a:xfrm>
            <a:off x="530545" y="635700"/>
            <a:ext cx="3464954" cy="34649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p:nvSpPr>
        <p:spPr>
          <a:xfrm flipH="1">
            <a:off x="397897" y="0"/>
            <a:ext cx="866357" cy="443257"/>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p:nvSpPr>
        <p:spPr>
          <a:xfrm flipH="1">
            <a:off x="2971134" y="-1"/>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p:nvSpPr>
        <p:spPr>
          <a:xfrm flipH="1">
            <a:off x="0" y="2202623"/>
            <a:ext cx="119806" cy="414747"/>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p:nvSpPr>
        <p:spPr>
          <a:xfrm flipH="1">
            <a:off x="0" y="4376737"/>
            <a:ext cx="1161135" cy="766763"/>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p:nvSpPr>
        <p:spPr>
          <a:xfrm flipH="1">
            <a:off x="2553792" y="4288429"/>
            <a:ext cx="1328707" cy="855071"/>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p:nvSpPr>
        <p:spPr>
          <a:xfrm flipH="1">
            <a:off x="3099729" y="4694067"/>
            <a:ext cx="1174455" cy="449434"/>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042416" y="925830"/>
            <a:ext cx="2427732" cy="305181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261872" y="4767263"/>
            <a:ext cx="1159002" cy="273844"/>
          </a:xfrm>
        </p:spPr>
        <p:txBody>
          <a:bodyPr/>
          <a:lstStyle>
            <a:lvl1pPr>
              <a:defRPr>
                <a:latin typeface="+mn-lt"/>
              </a:defRPr>
            </a:lvl1pPr>
          </a:lstStyle>
          <a:p>
            <a:fld id="{11B8FCD6-9605-4357-9B50-B142DFFA6613}" type="datetimeFigureOut">
              <a:rPr lang="en-ZA" smtClean="0"/>
              <a:t>2024/07/17</a:t>
            </a:fld>
            <a:endParaRPr lang="en-ZA"/>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4574286" y="4767263"/>
            <a:ext cx="3086100" cy="273844"/>
          </a:xfrm>
        </p:spPr>
        <p:txBody>
          <a:bodyPr/>
          <a:lstStyle>
            <a:lvl1pPr algn="l">
              <a:defRPr>
                <a:latin typeface="+mn-lt"/>
              </a:defRPr>
            </a:lvl1pPr>
          </a:lstStyle>
          <a:p>
            <a:endParaRPr lang="en-ZA"/>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7879842" y="4767263"/>
            <a:ext cx="637794" cy="273844"/>
          </a:xfrm>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4999482" y="1913382"/>
            <a:ext cx="3531870" cy="1316736"/>
          </a:xfrm>
        </p:spPr>
        <p:txBody>
          <a:bodyPr/>
          <a:lstStyle>
            <a:lvl1pPr marL="0" indent="0">
              <a:buNone/>
              <a:defRPr sz="1800"/>
            </a:lvl1pPr>
            <a:lvl2pPr marL="171450">
              <a:defRPr sz="1350"/>
            </a:lvl2pPr>
            <a:lvl3pPr marL="342900">
              <a:defRPr sz="1350"/>
            </a:lvl3pPr>
          </a:lstStyle>
          <a:p>
            <a:pPr lvl="0"/>
            <a:r>
              <a:rPr lang="en-US"/>
              <a:t>Click to edit Master text styles</a:t>
            </a:r>
          </a:p>
          <a:p>
            <a:pPr lvl="1"/>
            <a:r>
              <a:rPr lang="en-US"/>
              <a:t>Second level</a:t>
            </a:r>
          </a:p>
          <a:p>
            <a:pPr lvl="2"/>
            <a:r>
              <a:rPr lang="en-US"/>
              <a:t>Third level</a:t>
            </a:r>
          </a:p>
        </p:txBody>
      </p:sp>
      <p:pic>
        <p:nvPicPr>
          <p:cNvPr id="6" name="Picture 5" descr="Logo  Description automatically generated">
            <a:extLst>
              <a:ext uri="{FF2B5EF4-FFF2-40B4-BE49-F238E27FC236}">
                <a16:creationId xmlns:a16="http://schemas.microsoft.com/office/drawing/2014/main" id="{6DFFC9EE-3430-9BF8-F5F9-E9A9D9E0D1D2}"/>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75070980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endParaRPr lang="en-ZA"/>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2F5302F5-B6A7-DA9A-672B-BC62F4D0EAAC}"/>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782159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endParaRPr lang="en-ZA"/>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pic>
        <p:nvPicPr>
          <p:cNvPr id="8" name="Picture 7" descr="Logo  Description automatically generated">
            <a:extLst>
              <a:ext uri="{FF2B5EF4-FFF2-40B4-BE49-F238E27FC236}">
                <a16:creationId xmlns:a16="http://schemas.microsoft.com/office/drawing/2014/main" id="{78AB3098-5EC9-C275-0EDB-E83545E15CF8}"/>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099942013"/>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endParaRPr lang="en-ZA"/>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E4FA05E5-0669-BBF8-8E37-FF3157065FE2}"/>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156373012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endParaRPr lang="en-ZA"/>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B14C3C37-633F-54AF-8613-783EB1E431AC}"/>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199299930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dk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Font typeface="Lato"/>
              <a:buNone/>
              <a:defRPr sz="4800" b="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sz="4800" b="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sz="4800" b="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sz="4800" b="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sz="4800" b="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sz="4800" b="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sz="4800" b="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sz="4800" b="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sz="4800" b="0">
                <a:solidFill>
                  <a:schemeClr val="lt1"/>
                </a:solidFill>
                <a:latin typeface="Lato"/>
                <a:ea typeface="Lato"/>
                <a:cs typeface="Lato"/>
                <a:sym typeface="Lato"/>
              </a:defRPr>
            </a:lvl9pPr>
          </a:lstStyle>
          <a:p>
            <a:endParaRPr/>
          </a:p>
        </p:txBody>
      </p:sp>
      <p:sp>
        <p:nvSpPr>
          <p:cNvPr id="37" name="Google Shape;37;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6119422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ubtitle">
  <p:cSld name="Subtitle">
    <p:bg>
      <p:bgPr>
        <a:solidFill>
          <a:srgbClr val="FF5C5C"/>
        </a:solidFill>
        <a:effectLst/>
      </p:bgPr>
    </p:bg>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SzPts val="4800"/>
              <a:buFont typeface="Century Gothic"/>
              <a:buNone/>
              <a:defRPr sz="4800" b="1">
                <a:latin typeface="Century Gothic"/>
                <a:ea typeface="Century Gothic"/>
                <a:cs typeface="Century Gothic"/>
                <a:sym typeface="Century Gothic"/>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7" name="Google Shape;57;p13"/>
          <p:cNvSpPr txBox="1">
            <a:spLocks noGrp="1"/>
          </p:cNvSpPr>
          <p:nvPr>
            <p:ph type="subTitle" idx="1"/>
          </p:nvPr>
        </p:nvSpPr>
        <p:spPr>
          <a:xfrm>
            <a:off x="685800" y="3830653"/>
            <a:ext cx="7772400" cy="784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FFFFFF"/>
              </a:buClr>
              <a:buSzPts val="1800"/>
              <a:buFont typeface="Century Gothic"/>
              <a:buNone/>
              <a:defRPr>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Tree>
    <p:extLst>
      <p:ext uri="{BB962C8B-B14F-4D97-AF65-F5344CB8AC3E}">
        <p14:creationId xmlns:p14="http://schemas.microsoft.com/office/powerpoint/2010/main" val="35718442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p:cSld name="Title">
    <p:bg>
      <p:bgPr>
        <a:solidFill>
          <a:srgbClr val="FF5C5C"/>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685800" y="3287213"/>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Clr>
                <a:srgbClr val="FFFFFF"/>
              </a:buClr>
              <a:buSzPts val="5600"/>
              <a:buFont typeface="Century Gothic"/>
              <a:buNone/>
              <a:defRPr sz="5600" b="1">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6000"/>
              <a:buNone/>
              <a:defRPr sz="6000">
                <a:solidFill>
                  <a:srgbClr val="FFFFFF"/>
                </a:solidFill>
              </a:defRPr>
            </a:lvl2pPr>
            <a:lvl3pPr lvl="2" rtl="0">
              <a:spcBef>
                <a:spcPts val="0"/>
              </a:spcBef>
              <a:spcAft>
                <a:spcPts val="0"/>
              </a:spcAft>
              <a:buClr>
                <a:srgbClr val="FFFFFF"/>
              </a:buClr>
              <a:buSzPts val="6000"/>
              <a:buNone/>
              <a:defRPr sz="6000">
                <a:solidFill>
                  <a:srgbClr val="FFFFFF"/>
                </a:solidFill>
              </a:defRPr>
            </a:lvl3pPr>
            <a:lvl4pPr lvl="3" rtl="0">
              <a:spcBef>
                <a:spcPts val="0"/>
              </a:spcBef>
              <a:spcAft>
                <a:spcPts val="0"/>
              </a:spcAft>
              <a:buClr>
                <a:srgbClr val="FFFFFF"/>
              </a:buClr>
              <a:buSzPts val="6000"/>
              <a:buNone/>
              <a:defRPr sz="6000">
                <a:solidFill>
                  <a:srgbClr val="FFFFFF"/>
                </a:solidFill>
              </a:defRPr>
            </a:lvl4pPr>
            <a:lvl5pPr lvl="4" rtl="0">
              <a:spcBef>
                <a:spcPts val="0"/>
              </a:spcBef>
              <a:spcAft>
                <a:spcPts val="0"/>
              </a:spcAft>
              <a:buClr>
                <a:srgbClr val="FFFFFF"/>
              </a:buClr>
              <a:buSzPts val="6000"/>
              <a:buNone/>
              <a:defRPr sz="6000">
                <a:solidFill>
                  <a:srgbClr val="FFFFFF"/>
                </a:solidFill>
              </a:defRPr>
            </a:lvl5pPr>
            <a:lvl6pPr lvl="5" rtl="0">
              <a:spcBef>
                <a:spcPts val="0"/>
              </a:spcBef>
              <a:spcAft>
                <a:spcPts val="0"/>
              </a:spcAft>
              <a:buClr>
                <a:srgbClr val="FFFFFF"/>
              </a:buClr>
              <a:buSzPts val="6000"/>
              <a:buNone/>
              <a:defRPr sz="6000">
                <a:solidFill>
                  <a:srgbClr val="FFFFFF"/>
                </a:solidFill>
              </a:defRPr>
            </a:lvl6pPr>
            <a:lvl7pPr lvl="6" rtl="0">
              <a:spcBef>
                <a:spcPts val="0"/>
              </a:spcBef>
              <a:spcAft>
                <a:spcPts val="0"/>
              </a:spcAft>
              <a:buClr>
                <a:srgbClr val="FFFFFF"/>
              </a:buClr>
              <a:buSzPts val="6000"/>
              <a:buNone/>
              <a:defRPr sz="6000">
                <a:solidFill>
                  <a:srgbClr val="FFFFFF"/>
                </a:solidFill>
              </a:defRPr>
            </a:lvl7pPr>
            <a:lvl8pPr lvl="7" rtl="0">
              <a:spcBef>
                <a:spcPts val="0"/>
              </a:spcBef>
              <a:spcAft>
                <a:spcPts val="0"/>
              </a:spcAft>
              <a:buClr>
                <a:srgbClr val="FFFFFF"/>
              </a:buClr>
              <a:buSzPts val="6000"/>
              <a:buNone/>
              <a:defRPr sz="6000">
                <a:solidFill>
                  <a:srgbClr val="FFFFFF"/>
                </a:solidFill>
              </a:defRPr>
            </a:lvl8pPr>
            <a:lvl9pPr lvl="8" rtl="0">
              <a:spcBef>
                <a:spcPts val="0"/>
              </a:spcBef>
              <a:spcAft>
                <a:spcPts val="0"/>
              </a:spcAft>
              <a:buClr>
                <a:srgbClr val="FFFFFF"/>
              </a:buClr>
              <a:buSzPts val="6000"/>
              <a:buNone/>
              <a:defRPr sz="6000">
                <a:solidFill>
                  <a:srgbClr val="FFFFFF"/>
                </a:solidFill>
              </a:defRPr>
            </a:lvl9pPr>
          </a:lstStyle>
          <a:p>
            <a:endParaRPr/>
          </a:p>
        </p:txBody>
      </p:sp>
    </p:spTree>
    <p:extLst>
      <p:ext uri="{BB962C8B-B14F-4D97-AF65-F5344CB8AC3E}">
        <p14:creationId xmlns:p14="http://schemas.microsoft.com/office/powerpoint/2010/main" val="35679187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p:nvSpPr>
        <p:spPr>
          <a:xfrm>
            <a:off x="3000375" y="815553"/>
            <a:ext cx="6143625" cy="4327948"/>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p:nvCxnSpPr>
        <p:spPr>
          <a:xfrm>
            <a:off x="304681" y="137950"/>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p:nvSpPr>
        <p:spPr>
          <a:xfrm>
            <a:off x="3969261" y="1"/>
            <a:ext cx="1709807" cy="950839"/>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p:nvSpPr>
        <p:spPr>
          <a:xfrm>
            <a:off x="7656521" y="1"/>
            <a:ext cx="851300"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p:nvSpPr>
        <p:spPr>
          <a:xfrm>
            <a:off x="1176783" y="386174"/>
            <a:ext cx="1795013" cy="17463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p:nvSpPr>
        <p:spPr>
          <a:xfrm flipH="1">
            <a:off x="1" y="2212305"/>
            <a:ext cx="889838" cy="1328738"/>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p:nvSpPr>
        <p:spPr>
          <a:xfrm rot="16200000">
            <a:off x="1154763" y="3152571"/>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3819906" y="2057400"/>
            <a:ext cx="4944618" cy="1789938"/>
          </a:xfrm>
        </p:spPr>
        <p:txBody>
          <a:bodyPr anchor="b"/>
          <a:lstStyle>
            <a:lvl1pPr algn="r">
              <a:defRPr sz="45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3819906" y="3915918"/>
            <a:ext cx="4944618" cy="747522"/>
          </a:xfrm>
        </p:spPr>
        <p:txBody>
          <a:bodyPr/>
          <a:lstStyle>
            <a:lvl1pPr marL="0" indent="0" algn="r">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2647488156"/>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p:nvSpPr>
        <p:spPr>
          <a:xfrm>
            <a:off x="366892" y="839273"/>
            <a:ext cx="3464954" cy="34649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p:nvSpPr>
        <p:spPr>
          <a:xfrm rot="19809111">
            <a:off x="6512791" y="705862"/>
            <a:ext cx="2240924" cy="2240924"/>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p:nvSpPr>
        <p:spPr>
          <a:xfrm>
            <a:off x="682536" y="3585744"/>
            <a:ext cx="409575" cy="4095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877824" y="1049274"/>
            <a:ext cx="2427732" cy="305181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341114" y="1145286"/>
            <a:ext cx="3833622" cy="2948940"/>
          </a:xfrm>
        </p:spPr>
        <p:txBody>
          <a:bodyPr anchor="ctr"/>
          <a:lstStyle>
            <a:lvl1pPr marL="0" indent="0">
              <a:buNone/>
              <a:defRPr/>
            </a:lvl1pPr>
            <a:lvl2pPr marL="171450">
              <a:defRPr/>
            </a:lvl2pPr>
            <a:lvl3pPr marL="3429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pic>
        <p:nvPicPr>
          <p:cNvPr id="7" name="Picture 6" descr="Logo  Description automatically generated">
            <a:extLst>
              <a:ext uri="{FF2B5EF4-FFF2-40B4-BE49-F238E27FC236}">
                <a16:creationId xmlns:a16="http://schemas.microsoft.com/office/drawing/2014/main" id="{50D7D42C-B56E-2002-0498-CE88D769DFE6}"/>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977728836"/>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5400359" y="862657"/>
            <a:ext cx="1655285" cy="1653134"/>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350"/>
            </a:lvl1pPr>
          </a:lstStyle>
          <a:p>
            <a:r>
              <a:rPr lang="en-US"/>
              <a:t>Click icon to add picture</a:t>
            </a:r>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333475" y="1934763"/>
            <a:ext cx="2322605" cy="2322605"/>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35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404622" y="273843"/>
            <a:ext cx="4354830" cy="9944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04622" y="1369219"/>
            <a:ext cx="4354830" cy="3264408"/>
          </a:xfrm>
        </p:spPr>
        <p:txBody>
          <a:bodyPr>
            <a:normAutofit/>
          </a:bodyPr>
          <a:lstStyle>
            <a:lvl1pPr marL="0" indent="0">
              <a:lnSpc>
                <a:spcPct val="110000"/>
              </a:lnSpc>
              <a:buNone/>
              <a:defRPr sz="1800"/>
            </a:lvl1pPr>
            <a:lvl2pPr marL="171450">
              <a:lnSpc>
                <a:spcPct val="110000"/>
              </a:lnSpc>
              <a:defRPr sz="1500"/>
            </a:lvl2pPr>
            <a:lvl3pPr marL="342900">
              <a:lnSpc>
                <a:spcPct val="110000"/>
              </a:lnSpc>
              <a:defRPr sz="1350"/>
            </a:lvl3pPr>
            <a:lvl4pPr marL="514350">
              <a:lnSpc>
                <a:spcPct val="110000"/>
              </a:lnSpc>
              <a:defRPr sz="12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10" name="Oval 9">
            <a:extLst>
              <a:ext uri="{FF2B5EF4-FFF2-40B4-BE49-F238E27FC236}">
                <a16:creationId xmlns:a16="http://schemas.microsoft.com/office/drawing/2014/main" id="{E8E71C73-7BAD-4838-88C1-42E045A9D179}"/>
              </a:ext>
            </a:extLst>
          </p:cNvPr>
          <p:cNvSpPr/>
          <p:nvPr/>
        </p:nvSpPr>
        <p:spPr>
          <a:xfrm>
            <a:off x="7687216" y="1166301"/>
            <a:ext cx="614477" cy="5978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p:nvSpPr>
        <p:spPr>
          <a:xfrm>
            <a:off x="5692567" y="3025795"/>
            <a:ext cx="657528" cy="657528"/>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DF0731B2-198C-03B1-6C26-17F767EED75A}"/>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654498422"/>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1 large pictur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4869181" y="536171"/>
            <a:ext cx="4170911" cy="4052454"/>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35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404622" y="273843"/>
            <a:ext cx="4354830" cy="9944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04622" y="1369219"/>
            <a:ext cx="4354830" cy="3264408"/>
          </a:xfrm>
        </p:spPr>
        <p:txBody>
          <a:bodyPr>
            <a:normAutofit/>
          </a:bodyPr>
          <a:lstStyle>
            <a:lvl1pPr marL="0" indent="0">
              <a:lnSpc>
                <a:spcPct val="110000"/>
              </a:lnSpc>
              <a:buNone/>
              <a:defRPr sz="1800"/>
            </a:lvl1pPr>
            <a:lvl2pPr marL="171450">
              <a:lnSpc>
                <a:spcPct val="110000"/>
              </a:lnSpc>
              <a:defRPr sz="1500"/>
            </a:lvl2pPr>
            <a:lvl3pPr marL="342900">
              <a:lnSpc>
                <a:spcPct val="110000"/>
              </a:lnSpc>
              <a:defRPr sz="1350"/>
            </a:lvl3pPr>
            <a:lvl4pPr marL="514350">
              <a:lnSpc>
                <a:spcPct val="110000"/>
              </a:lnSpc>
              <a:defRPr sz="12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pic>
        <p:nvPicPr>
          <p:cNvPr id="8" name="Picture 7" descr="Logo  Description automatically generated">
            <a:extLst>
              <a:ext uri="{FF2B5EF4-FFF2-40B4-BE49-F238E27FC236}">
                <a16:creationId xmlns:a16="http://schemas.microsoft.com/office/drawing/2014/main" id="{6B19892D-C6FC-6DEA-BC94-7ACF19FFB8E9}"/>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4206565566"/>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p:nvSpPr>
        <p:spPr>
          <a:xfrm>
            <a:off x="2111947" y="111697"/>
            <a:ext cx="4920107" cy="492010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p:nvSpPr>
        <p:spPr>
          <a:xfrm rot="9222429" flipV="1">
            <a:off x="1870589" y="-21377"/>
            <a:ext cx="5112197" cy="511219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p:nvSpPr>
        <p:spPr>
          <a:xfrm>
            <a:off x="6124063" y="3931491"/>
            <a:ext cx="569552" cy="5541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2489454" y="1035558"/>
            <a:ext cx="4169664" cy="1885950"/>
          </a:xfrm>
        </p:spPr>
        <p:txBody>
          <a:bodyPr anchor="b"/>
          <a:lstStyle>
            <a:lvl1pPr algn="ctr">
              <a:defRPr sz="45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2489454" y="3058668"/>
            <a:ext cx="4169664" cy="1152144"/>
          </a:xfrm>
        </p:spPr>
        <p:txBody>
          <a:bodyPr/>
          <a:lstStyle>
            <a:lvl1pPr marL="0" indent="0" algn="ctr">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pic>
        <p:nvPicPr>
          <p:cNvPr id="4" name="Picture 3" descr="Logo  Description automatically generated">
            <a:extLst>
              <a:ext uri="{FF2B5EF4-FFF2-40B4-BE49-F238E27FC236}">
                <a16:creationId xmlns:a16="http://schemas.microsoft.com/office/drawing/2014/main" id="{C4E608A4-5FE4-007F-03B2-71BFE7A80D9F}"/>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426533653"/>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404622" y="273844"/>
            <a:ext cx="7886700" cy="9941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84682" y="1433322"/>
            <a:ext cx="7372350" cy="2894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Freeform: Shape 6">
            <a:extLst>
              <a:ext uri="{FF2B5EF4-FFF2-40B4-BE49-F238E27FC236}">
                <a16:creationId xmlns:a16="http://schemas.microsoft.com/office/drawing/2014/main" id="{23DA7759-3209-4FE2-96D1-4EEDD81E9EA0}"/>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92652" y="4288429"/>
            <a:ext cx="1328707" cy="855071"/>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descr="Logo  Description automatically generated">
            <a:extLst>
              <a:ext uri="{FF2B5EF4-FFF2-40B4-BE49-F238E27FC236}">
                <a16:creationId xmlns:a16="http://schemas.microsoft.com/office/drawing/2014/main" id="{9E5919BF-BCFB-D7D2-4275-4DB20EECC9E7}"/>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1791684901"/>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endParaRPr lang="en-ZA"/>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28650" y="1433322"/>
            <a:ext cx="7886700" cy="2894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Logo  Description automatically generated">
            <a:extLst>
              <a:ext uri="{FF2B5EF4-FFF2-40B4-BE49-F238E27FC236}">
                <a16:creationId xmlns:a16="http://schemas.microsoft.com/office/drawing/2014/main" id="{9FDA2D69-3D2E-7CC9-65E2-48E1AF036011}"/>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230242300"/>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9144000" cy="5143500"/>
          </a:xfrm>
        </p:spPr>
        <p:txBody>
          <a:bodyPr/>
          <a:lstStyle>
            <a:lvl1pPr>
              <a:buNone/>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2333625" y="277950"/>
            <a:ext cx="4442882" cy="444288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30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2681478" y="3284982"/>
            <a:ext cx="3778758" cy="534924"/>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fld id="{11B8FCD6-9605-4357-9B50-B142DFFA6613}" type="datetimeFigureOut">
              <a:rPr lang="en-ZA" smtClean="0"/>
              <a:t>2024/07/17</a:t>
            </a:fld>
            <a:endParaRPr lang="en-ZA"/>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endParaRPr lang="en-ZA"/>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38214496"/>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endParaRPr lang="en-ZA"/>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D6941D18-88EA-EE13-DA04-12834369CE40}"/>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521229255"/>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629842" y="1878806"/>
            <a:ext cx="3868340" cy="2763441"/>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629150" y="1878806"/>
            <a:ext cx="3887391" cy="2763441"/>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endParaRPr lang="en-ZA"/>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descr="Logo  Description automatically generated">
            <a:extLst>
              <a:ext uri="{FF2B5EF4-FFF2-40B4-BE49-F238E27FC236}">
                <a16:creationId xmlns:a16="http://schemas.microsoft.com/office/drawing/2014/main" id="{59CDC33D-E4B8-82EA-FCC7-0F88F8DA1A2D}"/>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1228495717"/>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629841" y="1260872"/>
            <a:ext cx="246888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629841" y="1878806"/>
            <a:ext cx="2468880" cy="2763441"/>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3339846" y="1260872"/>
            <a:ext cx="246888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3339846" y="1878806"/>
            <a:ext cx="2468880" cy="2763441"/>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endParaRPr lang="en-ZA"/>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6048756" y="1260872"/>
            <a:ext cx="246888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6048756" y="1878806"/>
            <a:ext cx="2468880" cy="2763441"/>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  Description automatically generated">
            <a:extLst>
              <a:ext uri="{FF2B5EF4-FFF2-40B4-BE49-F238E27FC236}">
                <a16:creationId xmlns:a16="http://schemas.microsoft.com/office/drawing/2014/main" id="{54132E07-6B69-FD48-AF4F-207926113140}"/>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501311382"/>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5925944" y="2045797"/>
            <a:ext cx="3218055" cy="3097703"/>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350"/>
            </a:lvl1pPr>
          </a:lstStyle>
          <a:p>
            <a:r>
              <a:rPr lang="en-US"/>
              <a:t>Click icon to add picture</a:t>
            </a:r>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4696207" y="0"/>
            <a:ext cx="2639483" cy="2255932"/>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350"/>
            </a:lvl1pPr>
          </a:lstStyle>
          <a:p>
            <a:r>
              <a:rPr lang="en-US"/>
              <a:t>Click icon to add picture</a:t>
            </a:r>
          </a:p>
        </p:txBody>
      </p:sp>
      <p:sp>
        <p:nvSpPr>
          <p:cNvPr id="10" name="Oval 9">
            <a:extLst>
              <a:ext uri="{FF2B5EF4-FFF2-40B4-BE49-F238E27FC236}">
                <a16:creationId xmlns:a16="http://schemas.microsoft.com/office/drawing/2014/main" id="{B7BFFB5A-A05C-4B0C-905C-5884361304B2}"/>
              </a:ext>
            </a:extLst>
          </p:cNvPr>
          <p:cNvSpPr/>
          <p:nvPr/>
        </p:nvSpPr>
        <p:spPr>
          <a:xfrm>
            <a:off x="7815427" y="1023549"/>
            <a:ext cx="710616" cy="69133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p:nvSpPr>
        <p:spPr>
          <a:xfrm rot="4759070" flipV="1">
            <a:off x="4525604" y="-504855"/>
            <a:ext cx="3015895" cy="3015895"/>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630936" y="274320"/>
            <a:ext cx="3840480" cy="994410"/>
          </a:xfrm>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endParaRPr lang="en-ZA"/>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30936" y="1371600"/>
            <a:ext cx="3819906" cy="3264408"/>
          </a:xfrm>
        </p:spPr>
        <p:txBody>
          <a:bodyPr/>
          <a:lstStyle>
            <a:lvl1pPr marL="0" indent="0">
              <a:buNone/>
              <a:defRPr sz="1800"/>
            </a:lvl1pPr>
            <a:lvl2pPr marL="171450">
              <a:defRPr/>
            </a:lvl2pPr>
            <a:lvl3pPr marL="342900">
              <a:defRPr/>
            </a:lvl3pPr>
            <a:lvl4pPr marL="514350">
              <a:defRPr/>
            </a:lvl4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6" name="Picture 5" descr="Logo  Description automatically generated">
            <a:extLst>
              <a:ext uri="{FF2B5EF4-FFF2-40B4-BE49-F238E27FC236}">
                <a16:creationId xmlns:a16="http://schemas.microsoft.com/office/drawing/2014/main" id="{64B18F1F-BB25-6E8B-718B-1E6EE792B4EA}"/>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661717141"/>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p:nvSpPr>
        <p:spPr>
          <a:xfrm>
            <a:off x="530545" y="635700"/>
            <a:ext cx="3464954" cy="34649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p:nvSpPr>
        <p:spPr>
          <a:xfrm flipH="1">
            <a:off x="397897" y="0"/>
            <a:ext cx="866357" cy="443257"/>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p:nvSpPr>
        <p:spPr>
          <a:xfrm flipH="1">
            <a:off x="2971134" y="-1"/>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p:nvSpPr>
        <p:spPr>
          <a:xfrm flipH="1">
            <a:off x="0" y="2202623"/>
            <a:ext cx="119806" cy="414747"/>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p:nvSpPr>
        <p:spPr>
          <a:xfrm flipH="1">
            <a:off x="0" y="4376737"/>
            <a:ext cx="1161135" cy="766763"/>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p:nvSpPr>
        <p:spPr>
          <a:xfrm flipH="1">
            <a:off x="2553792" y="4288429"/>
            <a:ext cx="1328707" cy="855071"/>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p:nvSpPr>
        <p:spPr>
          <a:xfrm flipH="1">
            <a:off x="3099729" y="4694067"/>
            <a:ext cx="1174455" cy="449434"/>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042416" y="925830"/>
            <a:ext cx="2427732" cy="305181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261872" y="4767263"/>
            <a:ext cx="1159002" cy="273844"/>
          </a:xfrm>
        </p:spPr>
        <p:txBody>
          <a:bodyPr/>
          <a:lstStyle>
            <a:lvl1pPr>
              <a:defRPr>
                <a:latin typeface="+mn-lt"/>
              </a:defRPr>
            </a:lvl1pPr>
          </a:lstStyle>
          <a:p>
            <a:fld id="{11B8FCD6-9605-4357-9B50-B142DFFA6613}" type="datetimeFigureOut">
              <a:rPr lang="en-ZA" smtClean="0"/>
              <a:t>2024/07/17</a:t>
            </a:fld>
            <a:endParaRPr lang="en-ZA"/>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4574286" y="4767263"/>
            <a:ext cx="3086100" cy="273844"/>
          </a:xfrm>
        </p:spPr>
        <p:txBody>
          <a:bodyPr/>
          <a:lstStyle>
            <a:lvl1pPr algn="l">
              <a:defRPr>
                <a:latin typeface="+mn-lt"/>
              </a:defRPr>
            </a:lvl1pPr>
          </a:lstStyle>
          <a:p>
            <a:endParaRPr lang="en-ZA"/>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7879842" y="4767263"/>
            <a:ext cx="637794" cy="273844"/>
          </a:xfrm>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4999482" y="1913382"/>
            <a:ext cx="3531870" cy="1316736"/>
          </a:xfrm>
        </p:spPr>
        <p:txBody>
          <a:bodyPr/>
          <a:lstStyle>
            <a:lvl1pPr marL="0" indent="0">
              <a:buNone/>
              <a:defRPr sz="1800"/>
            </a:lvl1pPr>
            <a:lvl2pPr marL="171450">
              <a:defRPr sz="1350"/>
            </a:lvl2pPr>
            <a:lvl3pPr marL="342900">
              <a:defRPr sz="1350"/>
            </a:lvl3pPr>
          </a:lstStyle>
          <a:p>
            <a:pPr lvl="0"/>
            <a:r>
              <a:rPr lang="en-US"/>
              <a:t>Click to edit Master text styles</a:t>
            </a:r>
          </a:p>
          <a:p>
            <a:pPr lvl="1"/>
            <a:r>
              <a:rPr lang="en-US"/>
              <a:t>Second level</a:t>
            </a:r>
          </a:p>
          <a:p>
            <a:pPr lvl="2"/>
            <a:r>
              <a:rPr lang="en-US"/>
              <a:t>Third level</a:t>
            </a:r>
          </a:p>
        </p:txBody>
      </p:sp>
      <p:pic>
        <p:nvPicPr>
          <p:cNvPr id="6" name="Picture 5" descr="Logo  Description automatically generated">
            <a:extLst>
              <a:ext uri="{FF2B5EF4-FFF2-40B4-BE49-F238E27FC236}">
                <a16:creationId xmlns:a16="http://schemas.microsoft.com/office/drawing/2014/main" id="{6DFFC9EE-3430-9BF8-F5F9-E9A9D9E0D1D2}"/>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531698469"/>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endParaRPr lang="en-ZA"/>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2F5302F5-B6A7-DA9A-672B-BC62F4D0EAAC}"/>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396767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endParaRPr lang="en-ZA"/>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pic>
        <p:nvPicPr>
          <p:cNvPr id="8" name="Picture 7" descr="Logo  Description automatically generated">
            <a:extLst>
              <a:ext uri="{FF2B5EF4-FFF2-40B4-BE49-F238E27FC236}">
                <a16:creationId xmlns:a16="http://schemas.microsoft.com/office/drawing/2014/main" id="{78AB3098-5EC9-C275-0EDB-E83545E15CF8}"/>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931889347"/>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endParaRPr lang="en-ZA"/>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E4FA05E5-0669-BBF8-8E37-FF3157065FE2}"/>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845272462"/>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endParaRPr lang="en-ZA"/>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B14C3C37-633F-54AF-8613-783EB1E431AC}"/>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628049550"/>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dk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Font typeface="Lato"/>
              <a:buNone/>
              <a:defRPr sz="4800" b="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sz="4800" b="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sz="4800" b="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sz="4800" b="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sz="4800" b="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sz="4800" b="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sz="4800" b="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sz="4800" b="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sz="4800" b="0">
                <a:solidFill>
                  <a:schemeClr val="lt1"/>
                </a:solidFill>
                <a:latin typeface="Lato"/>
                <a:ea typeface="Lato"/>
                <a:cs typeface="Lato"/>
                <a:sym typeface="Lato"/>
              </a:defRPr>
            </a:lvl9pPr>
          </a:lstStyle>
          <a:p>
            <a:endParaRPr/>
          </a:p>
        </p:txBody>
      </p:sp>
      <p:sp>
        <p:nvSpPr>
          <p:cNvPr id="37" name="Google Shape;37;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8940402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ubtitle">
  <p:cSld name="Subtitle">
    <p:bg>
      <p:bgPr>
        <a:solidFill>
          <a:srgbClr val="FF5C5C"/>
        </a:solidFill>
        <a:effectLst/>
      </p:bgPr>
    </p:bg>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SzPts val="4800"/>
              <a:buFont typeface="Century Gothic"/>
              <a:buNone/>
              <a:defRPr sz="4800" b="1">
                <a:latin typeface="Century Gothic"/>
                <a:ea typeface="Century Gothic"/>
                <a:cs typeface="Century Gothic"/>
                <a:sym typeface="Century Gothic"/>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7" name="Google Shape;57;p13"/>
          <p:cNvSpPr txBox="1">
            <a:spLocks noGrp="1"/>
          </p:cNvSpPr>
          <p:nvPr>
            <p:ph type="subTitle" idx="1"/>
          </p:nvPr>
        </p:nvSpPr>
        <p:spPr>
          <a:xfrm>
            <a:off x="685800" y="3830653"/>
            <a:ext cx="7772400" cy="784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FFFFFF"/>
              </a:buClr>
              <a:buSzPts val="1800"/>
              <a:buFont typeface="Century Gothic"/>
              <a:buNone/>
              <a:defRPr>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Tree>
    <p:extLst>
      <p:ext uri="{BB962C8B-B14F-4D97-AF65-F5344CB8AC3E}">
        <p14:creationId xmlns:p14="http://schemas.microsoft.com/office/powerpoint/2010/main" val="2316600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p:cSld name="Title">
    <p:bg>
      <p:bgPr>
        <a:solidFill>
          <a:srgbClr val="FF5C5C"/>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685800" y="3287213"/>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Clr>
                <a:srgbClr val="FFFFFF"/>
              </a:buClr>
              <a:buSzPts val="5600"/>
              <a:buFont typeface="Century Gothic"/>
              <a:buNone/>
              <a:defRPr sz="5600" b="1">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6000"/>
              <a:buNone/>
              <a:defRPr sz="6000">
                <a:solidFill>
                  <a:srgbClr val="FFFFFF"/>
                </a:solidFill>
              </a:defRPr>
            </a:lvl2pPr>
            <a:lvl3pPr lvl="2" rtl="0">
              <a:spcBef>
                <a:spcPts val="0"/>
              </a:spcBef>
              <a:spcAft>
                <a:spcPts val="0"/>
              </a:spcAft>
              <a:buClr>
                <a:srgbClr val="FFFFFF"/>
              </a:buClr>
              <a:buSzPts val="6000"/>
              <a:buNone/>
              <a:defRPr sz="6000">
                <a:solidFill>
                  <a:srgbClr val="FFFFFF"/>
                </a:solidFill>
              </a:defRPr>
            </a:lvl3pPr>
            <a:lvl4pPr lvl="3" rtl="0">
              <a:spcBef>
                <a:spcPts val="0"/>
              </a:spcBef>
              <a:spcAft>
                <a:spcPts val="0"/>
              </a:spcAft>
              <a:buClr>
                <a:srgbClr val="FFFFFF"/>
              </a:buClr>
              <a:buSzPts val="6000"/>
              <a:buNone/>
              <a:defRPr sz="6000">
                <a:solidFill>
                  <a:srgbClr val="FFFFFF"/>
                </a:solidFill>
              </a:defRPr>
            </a:lvl4pPr>
            <a:lvl5pPr lvl="4" rtl="0">
              <a:spcBef>
                <a:spcPts val="0"/>
              </a:spcBef>
              <a:spcAft>
                <a:spcPts val="0"/>
              </a:spcAft>
              <a:buClr>
                <a:srgbClr val="FFFFFF"/>
              </a:buClr>
              <a:buSzPts val="6000"/>
              <a:buNone/>
              <a:defRPr sz="6000">
                <a:solidFill>
                  <a:srgbClr val="FFFFFF"/>
                </a:solidFill>
              </a:defRPr>
            </a:lvl5pPr>
            <a:lvl6pPr lvl="5" rtl="0">
              <a:spcBef>
                <a:spcPts val="0"/>
              </a:spcBef>
              <a:spcAft>
                <a:spcPts val="0"/>
              </a:spcAft>
              <a:buClr>
                <a:srgbClr val="FFFFFF"/>
              </a:buClr>
              <a:buSzPts val="6000"/>
              <a:buNone/>
              <a:defRPr sz="6000">
                <a:solidFill>
                  <a:srgbClr val="FFFFFF"/>
                </a:solidFill>
              </a:defRPr>
            </a:lvl6pPr>
            <a:lvl7pPr lvl="6" rtl="0">
              <a:spcBef>
                <a:spcPts val="0"/>
              </a:spcBef>
              <a:spcAft>
                <a:spcPts val="0"/>
              </a:spcAft>
              <a:buClr>
                <a:srgbClr val="FFFFFF"/>
              </a:buClr>
              <a:buSzPts val="6000"/>
              <a:buNone/>
              <a:defRPr sz="6000">
                <a:solidFill>
                  <a:srgbClr val="FFFFFF"/>
                </a:solidFill>
              </a:defRPr>
            </a:lvl7pPr>
            <a:lvl8pPr lvl="7" rtl="0">
              <a:spcBef>
                <a:spcPts val="0"/>
              </a:spcBef>
              <a:spcAft>
                <a:spcPts val="0"/>
              </a:spcAft>
              <a:buClr>
                <a:srgbClr val="FFFFFF"/>
              </a:buClr>
              <a:buSzPts val="6000"/>
              <a:buNone/>
              <a:defRPr sz="6000">
                <a:solidFill>
                  <a:srgbClr val="FFFFFF"/>
                </a:solidFill>
              </a:defRPr>
            </a:lvl8pPr>
            <a:lvl9pPr lvl="8" rtl="0">
              <a:spcBef>
                <a:spcPts val="0"/>
              </a:spcBef>
              <a:spcAft>
                <a:spcPts val="0"/>
              </a:spcAft>
              <a:buClr>
                <a:srgbClr val="FFFFFF"/>
              </a:buClr>
              <a:buSzPts val="6000"/>
              <a:buNone/>
              <a:defRPr sz="6000">
                <a:solidFill>
                  <a:srgbClr val="FFFFFF"/>
                </a:solidFill>
              </a:defRPr>
            </a:lvl9pPr>
          </a:lstStyle>
          <a:p>
            <a:endParaRPr/>
          </a:p>
        </p:txBody>
      </p:sp>
    </p:spTree>
    <p:extLst>
      <p:ext uri="{BB962C8B-B14F-4D97-AF65-F5344CB8AC3E}">
        <p14:creationId xmlns:p14="http://schemas.microsoft.com/office/powerpoint/2010/main" val="26316666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p:nvSpPr>
        <p:spPr>
          <a:xfrm>
            <a:off x="3000375" y="815553"/>
            <a:ext cx="6143625" cy="4327948"/>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p:nvCxnSpPr>
        <p:spPr>
          <a:xfrm>
            <a:off x="304681" y="137950"/>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p:nvSpPr>
        <p:spPr>
          <a:xfrm>
            <a:off x="3969261" y="1"/>
            <a:ext cx="1709807" cy="950839"/>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p:nvSpPr>
        <p:spPr>
          <a:xfrm>
            <a:off x="7656521" y="1"/>
            <a:ext cx="851300"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p:nvSpPr>
        <p:spPr>
          <a:xfrm>
            <a:off x="1176783" y="386174"/>
            <a:ext cx="1795013" cy="17463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p:nvSpPr>
        <p:spPr>
          <a:xfrm flipH="1">
            <a:off x="1" y="2212305"/>
            <a:ext cx="889838" cy="1328738"/>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p:nvSpPr>
        <p:spPr>
          <a:xfrm rot="16200000">
            <a:off x="1154763" y="3152571"/>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3819906" y="2057400"/>
            <a:ext cx="4944618" cy="1789938"/>
          </a:xfrm>
        </p:spPr>
        <p:txBody>
          <a:bodyPr anchor="b"/>
          <a:lstStyle>
            <a:lvl1pPr algn="r">
              <a:defRPr sz="45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3819906" y="3915918"/>
            <a:ext cx="4944618" cy="747522"/>
          </a:xfrm>
        </p:spPr>
        <p:txBody>
          <a:bodyPr/>
          <a:lstStyle>
            <a:lvl1pPr marL="0" indent="0" algn="r">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1267837640"/>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p:nvSpPr>
        <p:spPr>
          <a:xfrm>
            <a:off x="366892" y="839273"/>
            <a:ext cx="3464954" cy="34649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p:nvSpPr>
        <p:spPr>
          <a:xfrm rot="19809111">
            <a:off x="6512791" y="705862"/>
            <a:ext cx="2240924" cy="2240924"/>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p:nvSpPr>
        <p:spPr>
          <a:xfrm>
            <a:off x="682536" y="3585744"/>
            <a:ext cx="409575" cy="4095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877824" y="1049274"/>
            <a:ext cx="2427732" cy="305181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341114" y="1145286"/>
            <a:ext cx="3833622" cy="2948940"/>
          </a:xfrm>
        </p:spPr>
        <p:txBody>
          <a:bodyPr anchor="ctr"/>
          <a:lstStyle>
            <a:lvl1pPr marL="0" indent="0">
              <a:buNone/>
              <a:defRPr/>
            </a:lvl1pPr>
            <a:lvl2pPr marL="171450">
              <a:defRPr/>
            </a:lvl2pPr>
            <a:lvl3pPr marL="3429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pic>
        <p:nvPicPr>
          <p:cNvPr id="7" name="Picture 6" descr="Logo  Description automatically generated">
            <a:extLst>
              <a:ext uri="{FF2B5EF4-FFF2-40B4-BE49-F238E27FC236}">
                <a16:creationId xmlns:a16="http://schemas.microsoft.com/office/drawing/2014/main" id="{50D7D42C-B56E-2002-0498-CE88D769DFE6}"/>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340686785"/>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5400359" y="862657"/>
            <a:ext cx="1655285" cy="1653134"/>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350"/>
            </a:lvl1pPr>
          </a:lstStyle>
          <a:p>
            <a:r>
              <a:rPr lang="en-US"/>
              <a:t>Click icon to add picture</a:t>
            </a:r>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333475" y="1934763"/>
            <a:ext cx="2322605" cy="2322605"/>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35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404622" y="273843"/>
            <a:ext cx="4354830" cy="9944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04622" y="1369219"/>
            <a:ext cx="4354830" cy="3264408"/>
          </a:xfrm>
        </p:spPr>
        <p:txBody>
          <a:bodyPr>
            <a:normAutofit/>
          </a:bodyPr>
          <a:lstStyle>
            <a:lvl1pPr marL="0" indent="0">
              <a:lnSpc>
                <a:spcPct val="110000"/>
              </a:lnSpc>
              <a:buNone/>
              <a:defRPr sz="1800"/>
            </a:lvl1pPr>
            <a:lvl2pPr marL="171450">
              <a:lnSpc>
                <a:spcPct val="110000"/>
              </a:lnSpc>
              <a:defRPr sz="1500"/>
            </a:lvl2pPr>
            <a:lvl3pPr marL="342900">
              <a:lnSpc>
                <a:spcPct val="110000"/>
              </a:lnSpc>
              <a:defRPr sz="1350"/>
            </a:lvl3pPr>
            <a:lvl4pPr marL="514350">
              <a:lnSpc>
                <a:spcPct val="110000"/>
              </a:lnSpc>
              <a:defRPr sz="12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10" name="Oval 9">
            <a:extLst>
              <a:ext uri="{FF2B5EF4-FFF2-40B4-BE49-F238E27FC236}">
                <a16:creationId xmlns:a16="http://schemas.microsoft.com/office/drawing/2014/main" id="{E8E71C73-7BAD-4838-88C1-42E045A9D179}"/>
              </a:ext>
            </a:extLst>
          </p:cNvPr>
          <p:cNvSpPr/>
          <p:nvPr/>
        </p:nvSpPr>
        <p:spPr>
          <a:xfrm>
            <a:off x="7687216" y="1166301"/>
            <a:ext cx="614477" cy="5978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p:nvSpPr>
        <p:spPr>
          <a:xfrm>
            <a:off x="5692567" y="3025795"/>
            <a:ext cx="657528" cy="657528"/>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DF0731B2-198C-03B1-6C26-17F767EED75A}"/>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183286039"/>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ontent 1 large pictur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4869181" y="536171"/>
            <a:ext cx="4170911" cy="4052454"/>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35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404622" y="273843"/>
            <a:ext cx="4354830" cy="9944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04622" y="1369219"/>
            <a:ext cx="4354830" cy="3264408"/>
          </a:xfrm>
        </p:spPr>
        <p:txBody>
          <a:bodyPr>
            <a:normAutofit/>
          </a:bodyPr>
          <a:lstStyle>
            <a:lvl1pPr marL="0" indent="0">
              <a:lnSpc>
                <a:spcPct val="110000"/>
              </a:lnSpc>
              <a:buNone/>
              <a:defRPr sz="1800"/>
            </a:lvl1pPr>
            <a:lvl2pPr marL="171450">
              <a:lnSpc>
                <a:spcPct val="110000"/>
              </a:lnSpc>
              <a:defRPr sz="1500"/>
            </a:lvl2pPr>
            <a:lvl3pPr marL="342900">
              <a:lnSpc>
                <a:spcPct val="110000"/>
              </a:lnSpc>
              <a:defRPr sz="1350"/>
            </a:lvl3pPr>
            <a:lvl4pPr marL="514350">
              <a:lnSpc>
                <a:spcPct val="110000"/>
              </a:lnSpc>
              <a:defRPr sz="12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pic>
        <p:nvPicPr>
          <p:cNvPr id="8" name="Picture 7" descr="Logo  Description automatically generated">
            <a:extLst>
              <a:ext uri="{FF2B5EF4-FFF2-40B4-BE49-F238E27FC236}">
                <a16:creationId xmlns:a16="http://schemas.microsoft.com/office/drawing/2014/main" id="{6B19892D-C6FC-6DEA-BC94-7ACF19FFB8E9}"/>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4092181059"/>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p:nvSpPr>
        <p:spPr>
          <a:xfrm>
            <a:off x="2111947" y="111697"/>
            <a:ext cx="4920107" cy="492010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p:nvSpPr>
        <p:spPr>
          <a:xfrm rot="9222429" flipV="1">
            <a:off x="1870589" y="-21377"/>
            <a:ext cx="5112197" cy="511219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p:nvSpPr>
        <p:spPr>
          <a:xfrm>
            <a:off x="6124063" y="3931491"/>
            <a:ext cx="569552" cy="5541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2489454" y="1035558"/>
            <a:ext cx="4169664" cy="1885950"/>
          </a:xfrm>
        </p:spPr>
        <p:txBody>
          <a:bodyPr anchor="b"/>
          <a:lstStyle>
            <a:lvl1pPr algn="ctr">
              <a:defRPr sz="45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2489454" y="3058668"/>
            <a:ext cx="4169664" cy="1152144"/>
          </a:xfrm>
        </p:spPr>
        <p:txBody>
          <a:bodyPr/>
          <a:lstStyle>
            <a:lvl1pPr marL="0" indent="0" algn="ctr">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pic>
        <p:nvPicPr>
          <p:cNvPr id="4" name="Picture 3" descr="Logo  Description automatically generated">
            <a:extLst>
              <a:ext uri="{FF2B5EF4-FFF2-40B4-BE49-F238E27FC236}">
                <a16:creationId xmlns:a16="http://schemas.microsoft.com/office/drawing/2014/main" id="{C4E608A4-5FE4-007F-03B2-71BFE7A80D9F}"/>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592190932"/>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404622" y="273844"/>
            <a:ext cx="7886700" cy="9941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84682" y="1433322"/>
            <a:ext cx="7372350" cy="2894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endParaRPr lang="en-ZA"/>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Freeform: Shape 6">
            <a:extLst>
              <a:ext uri="{FF2B5EF4-FFF2-40B4-BE49-F238E27FC236}">
                <a16:creationId xmlns:a16="http://schemas.microsoft.com/office/drawing/2014/main" id="{23DA7759-3209-4FE2-96D1-4EEDD81E9EA0}"/>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92652" y="4288429"/>
            <a:ext cx="1328707" cy="855071"/>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descr="Logo  Description automatically generated">
            <a:extLst>
              <a:ext uri="{FF2B5EF4-FFF2-40B4-BE49-F238E27FC236}">
                <a16:creationId xmlns:a16="http://schemas.microsoft.com/office/drawing/2014/main" id="{9E5919BF-BCFB-D7D2-4275-4DB20EECC9E7}"/>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98769401"/>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endParaRPr lang="en-ZA"/>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28650" y="1433322"/>
            <a:ext cx="7886700" cy="2894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Logo  Description automatically generated">
            <a:extLst>
              <a:ext uri="{FF2B5EF4-FFF2-40B4-BE49-F238E27FC236}">
                <a16:creationId xmlns:a16="http://schemas.microsoft.com/office/drawing/2014/main" id="{9FDA2D69-3D2E-7CC9-65E2-48E1AF036011}"/>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33905109"/>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9144000" cy="5143500"/>
          </a:xfrm>
        </p:spPr>
        <p:txBody>
          <a:bodyPr/>
          <a:lstStyle>
            <a:lvl1pPr>
              <a:buNone/>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2333625" y="277950"/>
            <a:ext cx="4442882" cy="444288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30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2681478" y="3284982"/>
            <a:ext cx="3778758" cy="534924"/>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fld id="{11B8FCD6-9605-4357-9B50-B142DFFA6613}" type="datetimeFigureOut">
              <a:rPr lang="en-ZA" smtClean="0"/>
              <a:t>2024/07/17</a:t>
            </a:fld>
            <a:endParaRPr lang="en-ZA"/>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endParaRPr lang="en-ZA"/>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86388075"/>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endParaRPr lang="en-ZA"/>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D6941D18-88EA-EE13-DA04-12834369CE40}"/>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659573124"/>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629842" y="1878806"/>
            <a:ext cx="3868340" cy="2763441"/>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629150" y="1878806"/>
            <a:ext cx="3887391" cy="2763441"/>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endParaRPr lang="en-ZA"/>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descr="Logo  Description automatically generated">
            <a:extLst>
              <a:ext uri="{FF2B5EF4-FFF2-40B4-BE49-F238E27FC236}">
                <a16:creationId xmlns:a16="http://schemas.microsoft.com/office/drawing/2014/main" id="{59CDC33D-E4B8-82EA-FCC7-0F88F8DA1A2D}"/>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4268697583"/>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629841" y="1260872"/>
            <a:ext cx="246888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629841" y="1878806"/>
            <a:ext cx="2468880" cy="2763441"/>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3339846" y="1260872"/>
            <a:ext cx="246888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3339846" y="1878806"/>
            <a:ext cx="2468880" cy="2763441"/>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endParaRPr lang="en-ZA"/>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6048756" y="1260872"/>
            <a:ext cx="246888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6048756" y="1878806"/>
            <a:ext cx="2468880" cy="2763441"/>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  Description automatically generated">
            <a:extLst>
              <a:ext uri="{FF2B5EF4-FFF2-40B4-BE49-F238E27FC236}">
                <a16:creationId xmlns:a16="http://schemas.microsoft.com/office/drawing/2014/main" id="{54132E07-6B69-FD48-AF4F-207926113140}"/>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300814977"/>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5925944" y="2045797"/>
            <a:ext cx="3218055" cy="3097703"/>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350"/>
            </a:lvl1pPr>
          </a:lstStyle>
          <a:p>
            <a:r>
              <a:rPr lang="en-US"/>
              <a:t>Click icon to add picture</a:t>
            </a:r>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4696207" y="0"/>
            <a:ext cx="2639483" cy="2255932"/>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350"/>
            </a:lvl1pPr>
          </a:lstStyle>
          <a:p>
            <a:r>
              <a:rPr lang="en-US"/>
              <a:t>Click icon to add picture</a:t>
            </a:r>
          </a:p>
        </p:txBody>
      </p:sp>
      <p:sp>
        <p:nvSpPr>
          <p:cNvPr id="10" name="Oval 9">
            <a:extLst>
              <a:ext uri="{FF2B5EF4-FFF2-40B4-BE49-F238E27FC236}">
                <a16:creationId xmlns:a16="http://schemas.microsoft.com/office/drawing/2014/main" id="{B7BFFB5A-A05C-4B0C-905C-5884361304B2}"/>
              </a:ext>
            </a:extLst>
          </p:cNvPr>
          <p:cNvSpPr/>
          <p:nvPr/>
        </p:nvSpPr>
        <p:spPr>
          <a:xfrm>
            <a:off x="7815427" y="1023549"/>
            <a:ext cx="710616" cy="69133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p:nvSpPr>
        <p:spPr>
          <a:xfrm rot="4759070" flipV="1">
            <a:off x="4525604" y="-504855"/>
            <a:ext cx="3015895" cy="3015895"/>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630936" y="274320"/>
            <a:ext cx="3840480" cy="994410"/>
          </a:xfrm>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endParaRPr lang="en-ZA"/>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30936" y="1371600"/>
            <a:ext cx="3819906" cy="3264408"/>
          </a:xfrm>
        </p:spPr>
        <p:txBody>
          <a:bodyPr/>
          <a:lstStyle>
            <a:lvl1pPr marL="0" indent="0">
              <a:buNone/>
              <a:defRPr sz="1800"/>
            </a:lvl1pPr>
            <a:lvl2pPr marL="171450">
              <a:defRPr/>
            </a:lvl2pPr>
            <a:lvl3pPr marL="342900">
              <a:defRPr/>
            </a:lvl3pPr>
            <a:lvl4pPr marL="514350">
              <a:defRPr/>
            </a:lvl4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6" name="Picture 5" descr="Logo  Description automatically generated">
            <a:extLst>
              <a:ext uri="{FF2B5EF4-FFF2-40B4-BE49-F238E27FC236}">
                <a16:creationId xmlns:a16="http://schemas.microsoft.com/office/drawing/2014/main" id="{64B18F1F-BB25-6E8B-718B-1E6EE792B4EA}"/>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3982675202"/>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p:nvSpPr>
        <p:spPr>
          <a:xfrm>
            <a:off x="530545" y="635700"/>
            <a:ext cx="3464954" cy="34649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p:nvSpPr>
        <p:spPr>
          <a:xfrm flipH="1">
            <a:off x="397897" y="0"/>
            <a:ext cx="866357" cy="443257"/>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p:nvSpPr>
        <p:spPr>
          <a:xfrm flipH="1">
            <a:off x="2971134" y="-1"/>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p:nvSpPr>
        <p:spPr>
          <a:xfrm flipH="1">
            <a:off x="0" y="2202623"/>
            <a:ext cx="119806" cy="414747"/>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p:nvSpPr>
        <p:spPr>
          <a:xfrm flipH="1">
            <a:off x="0" y="4376737"/>
            <a:ext cx="1161135" cy="766763"/>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p:nvSpPr>
        <p:spPr>
          <a:xfrm flipH="1">
            <a:off x="2553792" y="4288429"/>
            <a:ext cx="1328707" cy="855071"/>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p:nvSpPr>
        <p:spPr>
          <a:xfrm flipH="1">
            <a:off x="3099729" y="4694067"/>
            <a:ext cx="1174455" cy="449434"/>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042416" y="925830"/>
            <a:ext cx="2427732" cy="305181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261872" y="4767263"/>
            <a:ext cx="1159002" cy="273844"/>
          </a:xfrm>
        </p:spPr>
        <p:txBody>
          <a:bodyPr/>
          <a:lstStyle>
            <a:lvl1pPr>
              <a:defRPr>
                <a:latin typeface="+mn-lt"/>
              </a:defRPr>
            </a:lvl1pPr>
          </a:lstStyle>
          <a:p>
            <a:fld id="{11B8FCD6-9605-4357-9B50-B142DFFA6613}" type="datetimeFigureOut">
              <a:rPr lang="en-ZA" smtClean="0"/>
              <a:t>2024/07/17</a:t>
            </a:fld>
            <a:endParaRPr lang="en-ZA"/>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4574286" y="4767263"/>
            <a:ext cx="3086100" cy="273844"/>
          </a:xfrm>
        </p:spPr>
        <p:txBody>
          <a:bodyPr/>
          <a:lstStyle>
            <a:lvl1pPr algn="l">
              <a:defRPr>
                <a:latin typeface="+mn-lt"/>
              </a:defRPr>
            </a:lvl1pPr>
          </a:lstStyle>
          <a:p>
            <a:endParaRPr lang="en-ZA"/>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7879842" y="4767263"/>
            <a:ext cx="637794" cy="273844"/>
          </a:xfrm>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4999482" y="1913382"/>
            <a:ext cx="3531870" cy="1316736"/>
          </a:xfrm>
        </p:spPr>
        <p:txBody>
          <a:bodyPr/>
          <a:lstStyle>
            <a:lvl1pPr marL="0" indent="0">
              <a:buNone/>
              <a:defRPr sz="1800"/>
            </a:lvl1pPr>
            <a:lvl2pPr marL="171450">
              <a:defRPr sz="1350"/>
            </a:lvl2pPr>
            <a:lvl3pPr marL="342900">
              <a:defRPr sz="1350"/>
            </a:lvl3pPr>
          </a:lstStyle>
          <a:p>
            <a:pPr lvl="0"/>
            <a:r>
              <a:rPr lang="en-US"/>
              <a:t>Click to edit Master text styles</a:t>
            </a:r>
          </a:p>
          <a:p>
            <a:pPr lvl="1"/>
            <a:r>
              <a:rPr lang="en-US"/>
              <a:t>Second level</a:t>
            </a:r>
          </a:p>
          <a:p>
            <a:pPr lvl="2"/>
            <a:r>
              <a:rPr lang="en-US"/>
              <a:t>Third level</a:t>
            </a:r>
          </a:p>
        </p:txBody>
      </p:sp>
      <p:pic>
        <p:nvPicPr>
          <p:cNvPr id="6" name="Picture 5" descr="Logo  Description automatically generated">
            <a:extLst>
              <a:ext uri="{FF2B5EF4-FFF2-40B4-BE49-F238E27FC236}">
                <a16:creationId xmlns:a16="http://schemas.microsoft.com/office/drawing/2014/main" id="{6DFFC9EE-3430-9BF8-F5F9-E9A9D9E0D1D2}"/>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42095823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endParaRPr lang="en-ZA"/>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2F5302F5-B6A7-DA9A-672B-BC62F4D0EAAC}"/>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116549828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endParaRPr lang="en-ZA"/>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pic>
        <p:nvPicPr>
          <p:cNvPr id="8" name="Picture 7" descr="Logo  Description automatically generated">
            <a:extLst>
              <a:ext uri="{FF2B5EF4-FFF2-40B4-BE49-F238E27FC236}">
                <a16:creationId xmlns:a16="http://schemas.microsoft.com/office/drawing/2014/main" id="{78AB3098-5EC9-C275-0EDB-E83545E15CF8}"/>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2643663829"/>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endParaRPr lang="en-ZA"/>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E4FA05E5-0669-BBF8-8E37-FF3157065FE2}"/>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597556358"/>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fld id="{11B8FCD6-9605-4357-9B50-B142DFFA6613}" type="datetimeFigureOut">
              <a:rPr lang="en-ZA" smtClean="0"/>
              <a:t>2024/07/17</a:t>
            </a:fld>
            <a:endParaRPr lang="en-ZA"/>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endParaRPr lang="en-ZA"/>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291700" y="3630896"/>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B14C3C37-633F-54AF-8613-783EB1E431AC}"/>
              </a:ext>
            </a:extLst>
          </p:cNvPr>
          <p:cNvPicPr>
            <a:picLocks noChangeAspect="1"/>
          </p:cNvPicPr>
          <p:nvPr/>
        </p:nvPicPr>
        <p:blipFill>
          <a:blip r:embed="rId2"/>
          <a:stretch>
            <a:fillRect/>
          </a:stretch>
        </p:blipFill>
        <p:spPr>
          <a:xfrm>
            <a:off x="7578009" y="243870"/>
            <a:ext cx="1227584" cy="571502"/>
          </a:xfrm>
          <a:prstGeom prst="rect">
            <a:avLst/>
          </a:prstGeom>
        </p:spPr>
      </p:pic>
    </p:spTree>
    <p:extLst>
      <p:ext uri="{BB962C8B-B14F-4D97-AF65-F5344CB8AC3E}">
        <p14:creationId xmlns:p14="http://schemas.microsoft.com/office/powerpoint/2010/main" val="990968342"/>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dk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Font typeface="Lato"/>
              <a:buNone/>
              <a:defRPr sz="4800" b="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sz="4800" b="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sz="4800" b="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sz="4800" b="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sz="4800" b="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sz="4800" b="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sz="4800" b="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sz="4800" b="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sz="4800" b="0">
                <a:solidFill>
                  <a:schemeClr val="lt1"/>
                </a:solidFill>
                <a:latin typeface="Lato"/>
                <a:ea typeface="Lato"/>
                <a:cs typeface="Lato"/>
                <a:sym typeface="Lato"/>
              </a:defRPr>
            </a:lvl9pPr>
          </a:lstStyle>
          <a:p>
            <a:endParaRPr/>
          </a:p>
        </p:txBody>
      </p:sp>
      <p:sp>
        <p:nvSpPr>
          <p:cNvPr id="37" name="Google Shape;37;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938811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ubtitle">
  <p:cSld name="Subtitle">
    <p:bg>
      <p:bgPr>
        <a:solidFill>
          <a:srgbClr val="FF5C5C"/>
        </a:solidFill>
        <a:effectLst/>
      </p:bgPr>
    </p:bg>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SzPts val="4800"/>
              <a:buFont typeface="Century Gothic"/>
              <a:buNone/>
              <a:defRPr sz="4800" b="1">
                <a:latin typeface="Century Gothic"/>
                <a:ea typeface="Century Gothic"/>
                <a:cs typeface="Century Gothic"/>
                <a:sym typeface="Century Gothic"/>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7" name="Google Shape;57;p13"/>
          <p:cNvSpPr txBox="1">
            <a:spLocks noGrp="1"/>
          </p:cNvSpPr>
          <p:nvPr>
            <p:ph type="subTitle" idx="1"/>
          </p:nvPr>
        </p:nvSpPr>
        <p:spPr>
          <a:xfrm>
            <a:off x="685800" y="3830653"/>
            <a:ext cx="7772400" cy="784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FFFFFF"/>
              </a:buClr>
              <a:buSzPts val="1800"/>
              <a:buFont typeface="Century Gothic"/>
              <a:buNone/>
              <a:defRPr>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Tree>
    <p:extLst>
      <p:ext uri="{BB962C8B-B14F-4D97-AF65-F5344CB8AC3E}">
        <p14:creationId xmlns:p14="http://schemas.microsoft.com/office/powerpoint/2010/main" val="69027552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p:cSld name="Title">
    <p:bg>
      <p:bgPr>
        <a:solidFill>
          <a:srgbClr val="FF5C5C"/>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685800" y="3287213"/>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Clr>
                <a:srgbClr val="FFFFFF"/>
              </a:buClr>
              <a:buSzPts val="5600"/>
              <a:buFont typeface="Century Gothic"/>
              <a:buNone/>
              <a:defRPr sz="5600" b="1">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6000"/>
              <a:buNone/>
              <a:defRPr sz="6000">
                <a:solidFill>
                  <a:srgbClr val="FFFFFF"/>
                </a:solidFill>
              </a:defRPr>
            </a:lvl2pPr>
            <a:lvl3pPr lvl="2" rtl="0">
              <a:spcBef>
                <a:spcPts val="0"/>
              </a:spcBef>
              <a:spcAft>
                <a:spcPts val="0"/>
              </a:spcAft>
              <a:buClr>
                <a:srgbClr val="FFFFFF"/>
              </a:buClr>
              <a:buSzPts val="6000"/>
              <a:buNone/>
              <a:defRPr sz="6000">
                <a:solidFill>
                  <a:srgbClr val="FFFFFF"/>
                </a:solidFill>
              </a:defRPr>
            </a:lvl3pPr>
            <a:lvl4pPr lvl="3" rtl="0">
              <a:spcBef>
                <a:spcPts val="0"/>
              </a:spcBef>
              <a:spcAft>
                <a:spcPts val="0"/>
              </a:spcAft>
              <a:buClr>
                <a:srgbClr val="FFFFFF"/>
              </a:buClr>
              <a:buSzPts val="6000"/>
              <a:buNone/>
              <a:defRPr sz="6000">
                <a:solidFill>
                  <a:srgbClr val="FFFFFF"/>
                </a:solidFill>
              </a:defRPr>
            </a:lvl4pPr>
            <a:lvl5pPr lvl="4" rtl="0">
              <a:spcBef>
                <a:spcPts val="0"/>
              </a:spcBef>
              <a:spcAft>
                <a:spcPts val="0"/>
              </a:spcAft>
              <a:buClr>
                <a:srgbClr val="FFFFFF"/>
              </a:buClr>
              <a:buSzPts val="6000"/>
              <a:buNone/>
              <a:defRPr sz="6000">
                <a:solidFill>
                  <a:srgbClr val="FFFFFF"/>
                </a:solidFill>
              </a:defRPr>
            </a:lvl5pPr>
            <a:lvl6pPr lvl="5" rtl="0">
              <a:spcBef>
                <a:spcPts val="0"/>
              </a:spcBef>
              <a:spcAft>
                <a:spcPts val="0"/>
              </a:spcAft>
              <a:buClr>
                <a:srgbClr val="FFFFFF"/>
              </a:buClr>
              <a:buSzPts val="6000"/>
              <a:buNone/>
              <a:defRPr sz="6000">
                <a:solidFill>
                  <a:srgbClr val="FFFFFF"/>
                </a:solidFill>
              </a:defRPr>
            </a:lvl6pPr>
            <a:lvl7pPr lvl="6" rtl="0">
              <a:spcBef>
                <a:spcPts val="0"/>
              </a:spcBef>
              <a:spcAft>
                <a:spcPts val="0"/>
              </a:spcAft>
              <a:buClr>
                <a:srgbClr val="FFFFFF"/>
              </a:buClr>
              <a:buSzPts val="6000"/>
              <a:buNone/>
              <a:defRPr sz="6000">
                <a:solidFill>
                  <a:srgbClr val="FFFFFF"/>
                </a:solidFill>
              </a:defRPr>
            </a:lvl7pPr>
            <a:lvl8pPr lvl="7" rtl="0">
              <a:spcBef>
                <a:spcPts val="0"/>
              </a:spcBef>
              <a:spcAft>
                <a:spcPts val="0"/>
              </a:spcAft>
              <a:buClr>
                <a:srgbClr val="FFFFFF"/>
              </a:buClr>
              <a:buSzPts val="6000"/>
              <a:buNone/>
              <a:defRPr sz="6000">
                <a:solidFill>
                  <a:srgbClr val="FFFFFF"/>
                </a:solidFill>
              </a:defRPr>
            </a:lvl8pPr>
            <a:lvl9pPr lvl="8" rtl="0">
              <a:spcBef>
                <a:spcPts val="0"/>
              </a:spcBef>
              <a:spcAft>
                <a:spcPts val="0"/>
              </a:spcAft>
              <a:buClr>
                <a:srgbClr val="FFFFFF"/>
              </a:buClr>
              <a:buSzPts val="6000"/>
              <a:buNone/>
              <a:defRPr sz="6000">
                <a:solidFill>
                  <a:srgbClr val="FFFFFF"/>
                </a:solidFill>
              </a:defRPr>
            </a:lvl9pPr>
          </a:lstStyle>
          <a:p>
            <a:endParaRPr/>
          </a:p>
        </p:txBody>
      </p:sp>
    </p:spTree>
    <p:extLst>
      <p:ext uri="{BB962C8B-B14F-4D97-AF65-F5344CB8AC3E}">
        <p14:creationId xmlns:p14="http://schemas.microsoft.com/office/powerpoint/2010/main" val="24424735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1B8FCD6-9605-4357-9B50-B142DFFA6613}" type="datetimeFigureOut">
              <a:rPr lang="en-ZA" smtClean="0"/>
              <a:t>2024/07/17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4AEAAB9-853B-4CA1-9C34-73278A4DFA0F}" type="slidenum">
              <a:rPr lang="en-ZA" smtClean="0"/>
              <a:t>‹#›</a:t>
            </a:fld>
            <a:endParaRPr lang="en-ZA"/>
          </a:p>
        </p:txBody>
      </p:sp>
    </p:spTree>
    <p:extLst>
      <p:ext uri="{BB962C8B-B14F-4D97-AF65-F5344CB8AC3E}">
        <p14:creationId xmlns:p14="http://schemas.microsoft.com/office/powerpoint/2010/main" val="1071311969"/>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B8FCD6-9605-4357-9B50-B142DFFA6613}" type="datetimeFigureOut">
              <a:rPr lang="en-ZA" smtClean="0"/>
              <a:t>2024/07/17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21507183"/>
      </p:ext>
    </p:extLst>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B8FCD6-9605-4357-9B50-B142DFFA6613}" type="datetimeFigureOut">
              <a:rPr lang="en-ZA" smtClean="0"/>
              <a:t>2024/07/17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4AEAAB9-853B-4CA1-9C34-73278A4DFA0F}" type="slidenum">
              <a:rPr lang="en-ZA" smtClean="0"/>
              <a:t>‹#›</a:t>
            </a:fld>
            <a:endParaRPr lang="en-ZA"/>
          </a:p>
        </p:txBody>
      </p:sp>
    </p:spTree>
    <p:extLst>
      <p:ext uri="{BB962C8B-B14F-4D97-AF65-F5344CB8AC3E}">
        <p14:creationId xmlns:p14="http://schemas.microsoft.com/office/powerpoint/2010/main" val="253982094"/>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1B8FCD6-9605-4357-9B50-B142DFFA6613}" type="datetimeFigureOut">
              <a:rPr lang="en-ZA" smtClean="0"/>
              <a:t>2024/07/17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4335639"/>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1B8FCD6-9605-4357-9B50-B142DFFA6613}" type="datetimeFigureOut">
              <a:rPr lang="en-ZA" smtClean="0"/>
              <a:t>2024/07/17</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057736"/>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1B8FCD6-9605-4357-9B50-B142DFFA6613}" type="datetimeFigureOut">
              <a:rPr lang="en-ZA" smtClean="0"/>
              <a:t>2024/07/17</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50966997"/>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8FCD6-9605-4357-9B50-B142DFFA6613}" type="datetimeFigureOut">
              <a:rPr lang="en-ZA" smtClean="0"/>
              <a:t>2024/07/17</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602246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1B8FCD6-9605-4357-9B50-B142DFFA6613}" type="datetimeFigureOut">
              <a:rPr lang="en-ZA" smtClean="0"/>
              <a:t>2024/07/17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42748078"/>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1B8FCD6-9605-4357-9B50-B142DFFA6613}" type="datetimeFigureOut">
              <a:rPr lang="en-ZA" smtClean="0"/>
              <a:t>2024/07/17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32268101"/>
      </p:ext>
    </p:extLst>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B8FCD6-9605-4357-9B50-B142DFFA6613}" type="datetimeFigureOut">
              <a:rPr lang="en-ZA" smtClean="0"/>
              <a:t>2024/07/17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99951595"/>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B8FCD6-9605-4357-9B50-B142DFFA6613}" type="datetimeFigureOut">
              <a:rPr lang="en-ZA" smtClean="0"/>
              <a:t>2024/07/17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88600695"/>
      </p:ext>
    </p:extLst>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ubtitle">
  <p:cSld name="Subtitle">
    <p:bg>
      <p:bgPr>
        <a:solidFill>
          <a:srgbClr val="FF5C5C"/>
        </a:solidFill>
        <a:effectLst/>
      </p:bgPr>
    </p:bg>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SzPts val="4800"/>
              <a:buFont typeface="Century Gothic"/>
              <a:buNone/>
              <a:defRPr sz="4800" b="1">
                <a:latin typeface="Century Gothic"/>
                <a:ea typeface="Century Gothic"/>
                <a:cs typeface="Century Gothic"/>
                <a:sym typeface="Century Gothic"/>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7" name="Google Shape;57;p13"/>
          <p:cNvSpPr txBox="1">
            <a:spLocks noGrp="1"/>
          </p:cNvSpPr>
          <p:nvPr>
            <p:ph type="subTitle" idx="1"/>
          </p:nvPr>
        </p:nvSpPr>
        <p:spPr>
          <a:xfrm>
            <a:off x="685800" y="3830653"/>
            <a:ext cx="7772400" cy="784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FFFFFF"/>
              </a:buClr>
              <a:buSzPts val="1800"/>
              <a:buFont typeface="Century Gothic"/>
              <a:buNone/>
              <a:defRPr>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Tree>
    <p:extLst>
      <p:ext uri="{BB962C8B-B14F-4D97-AF65-F5344CB8AC3E}">
        <p14:creationId xmlns:p14="http://schemas.microsoft.com/office/powerpoint/2010/main" val="22668348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p:cSld name="Title">
    <p:bg>
      <p:bgPr>
        <a:solidFill>
          <a:srgbClr val="FF5C5C"/>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685800" y="3287213"/>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Clr>
                <a:srgbClr val="FFFFFF"/>
              </a:buClr>
              <a:buSzPts val="5600"/>
              <a:buFont typeface="Century Gothic"/>
              <a:buNone/>
              <a:defRPr sz="5600" b="1">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6000"/>
              <a:buNone/>
              <a:defRPr sz="6000">
                <a:solidFill>
                  <a:srgbClr val="FFFFFF"/>
                </a:solidFill>
              </a:defRPr>
            </a:lvl2pPr>
            <a:lvl3pPr lvl="2" rtl="0">
              <a:spcBef>
                <a:spcPts val="0"/>
              </a:spcBef>
              <a:spcAft>
                <a:spcPts val="0"/>
              </a:spcAft>
              <a:buClr>
                <a:srgbClr val="FFFFFF"/>
              </a:buClr>
              <a:buSzPts val="6000"/>
              <a:buNone/>
              <a:defRPr sz="6000">
                <a:solidFill>
                  <a:srgbClr val="FFFFFF"/>
                </a:solidFill>
              </a:defRPr>
            </a:lvl3pPr>
            <a:lvl4pPr lvl="3" rtl="0">
              <a:spcBef>
                <a:spcPts val="0"/>
              </a:spcBef>
              <a:spcAft>
                <a:spcPts val="0"/>
              </a:spcAft>
              <a:buClr>
                <a:srgbClr val="FFFFFF"/>
              </a:buClr>
              <a:buSzPts val="6000"/>
              <a:buNone/>
              <a:defRPr sz="6000">
                <a:solidFill>
                  <a:srgbClr val="FFFFFF"/>
                </a:solidFill>
              </a:defRPr>
            </a:lvl4pPr>
            <a:lvl5pPr lvl="4" rtl="0">
              <a:spcBef>
                <a:spcPts val="0"/>
              </a:spcBef>
              <a:spcAft>
                <a:spcPts val="0"/>
              </a:spcAft>
              <a:buClr>
                <a:srgbClr val="FFFFFF"/>
              </a:buClr>
              <a:buSzPts val="6000"/>
              <a:buNone/>
              <a:defRPr sz="6000">
                <a:solidFill>
                  <a:srgbClr val="FFFFFF"/>
                </a:solidFill>
              </a:defRPr>
            </a:lvl5pPr>
            <a:lvl6pPr lvl="5" rtl="0">
              <a:spcBef>
                <a:spcPts val="0"/>
              </a:spcBef>
              <a:spcAft>
                <a:spcPts val="0"/>
              </a:spcAft>
              <a:buClr>
                <a:srgbClr val="FFFFFF"/>
              </a:buClr>
              <a:buSzPts val="6000"/>
              <a:buNone/>
              <a:defRPr sz="6000">
                <a:solidFill>
                  <a:srgbClr val="FFFFFF"/>
                </a:solidFill>
              </a:defRPr>
            </a:lvl6pPr>
            <a:lvl7pPr lvl="6" rtl="0">
              <a:spcBef>
                <a:spcPts val="0"/>
              </a:spcBef>
              <a:spcAft>
                <a:spcPts val="0"/>
              </a:spcAft>
              <a:buClr>
                <a:srgbClr val="FFFFFF"/>
              </a:buClr>
              <a:buSzPts val="6000"/>
              <a:buNone/>
              <a:defRPr sz="6000">
                <a:solidFill>
                  <a:srgbClr val="FFFFFF"/>
                </a:solidFill>
              </a:defRPr>
            </a:lvl7pPr>
            <a:lvl8pPr lvl="7" rtl="0">
              <a:spcBef>
                <a:spcPts val="0"/>
              </a:spcBef>
              <a:spcAft>
                <a:spcPts val="0"/>
              </a:spcAft>
              <a:buClr>
                <a:srgbClr val="FFFFFF"/>
              </a:buClr>
              <a:buSzPts val="6000"/>
              <a:buNone/>
              <a:defRPr sz="6000">
                <a:solidFill>
                  <a:srgbClr val="FFFFFF"/>
                </a:solidFill>
              </a:defRPr>
            </a:lvl8pPr>
            <a:lvl9pPr lvl="8" rtl="0">
              <a:spcBef>
                <a:spcPts val="0"/>
              </a:spcBef>
              <a:spcAft>
                <a:spcPts val="0"/>
              </a:spcAft>
              <a:buClr>
                <a:srgbClr val="FFFFFF"/>
              </a:buClr>
              <a:buSzPts val="6000"/>
              <a:buNone/>
              <a:defRPr sz="6000">
                <a:solidFill>
                  <a:srgbClr val="FFFFFF"/>
                </a:solidFill>
              </a:defRPr>
            </a:lvl9pPr>
          </a:lstStyle>
          <a:p>
            <a:endParaRPr/>
          </a:p>
        </p:txBody>
      </p:sp>
    </p:spTree>
    <p:extLst>
      <p:ext uri="{BB962C8B-B14F-4D97-AF65-F5344CB8AC3E}">
        <p14:creationId xmlns:p14="http://schemas.microsoft.com/office/powerpoint/2010/main" val="358915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theme" Target="../theme/theme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cap="none" spc="0" baseline="0">
                <a:solidFill>
                  <a:schemeClr val="tx1">
                    <a:tint val="75000"/>
                  </a:schemeClr>
                </a:solidFill>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cap="none" spc="0" baseline="0">
                <a:solidFill>
                  <a:schemeClr val="tx1">
                    <a:tint val="75000"/>
                  </a:schemeClr>
                </a:solidFill>
                <a:latin typeface="+mn-lt"/>
              </a:defRPr>
            </a:lvl1pPr>
          </a:lstStyle>
          <a:p>
            <a:endParaRPr lang="en-ZA"/>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cap="none" spc="0" baseline="0">
                <a:solidFill>
                  <a:schemeClr val="tx1">
                    <a:tint val="75000"/>
                  </a:schemeClr>
                </a:solidFill>
                <a:latin typeface="+mn-lt"/>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7246208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Lst>
  <mc:AlternateContent xmlns:mc="http://schemas.openxmlformats.org/markup-compatibility/2006" xmlns:p14="http://schemas.microsoft.com/office/powerpoint/2010/main">
    <mc:Choice Requires="p14">
      <p:transition p14:dur="0">
        <p:fade thruBlk="1"/>
      </p:transition>
    </mc:Choice>
    <mc:Fallback xmlns="">
      <p:transition>
        <p:fade thruBlk="1"/>
      </p:transition>
    </mc:Fallback>
  </mc:AlternateConten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cap="none" spc="0" baseline="0">
                <a:solidFill>
                  <a:schemeClr val="tx1">
                    <a:tint val="75000"/>
                  </a:schemeClr>
                </a:solidFill>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cap="none" spc="0" baseline="0">
                <a:solidFill>
                  <a:schemeClr val="tx1">
                    <a:tint val="75000"/>
                  </a:schemeClr>
                </a:solidFill>
                <a:latin typeface="+mn-lt"/>
              </a:defRPr>
            </a:lvl1pPr>
          </a:lstStyle>
          <a:p>
            <a:endParaRPr lang="en-ZA"/>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cap="none" spc="0" baseline="0">
                <a:solidFill>
                  <a:schemeClr val="tx1">
                    <a:tint val="75000"/>
                  </a:schemeClr>
                </a:solidFill>
                <a:latin typeface="+mn-lt"/>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08404819"/>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Lst>
  <mc:AlternateContent xmlns:mc="http://schemas.openxmlformats.org/markup-compatibility/2006" xmlns:p14="http://schemas.microsoft.com/office/powerpoint/2010/main">
    <mc:Choice Requires="p14">
      <p:transition p14:dur="0">
        <p:fade thruBlk="1"/>
      </p:transition>
    </mc:Choice>
    <mc:Fallback xmlns="">
      <p:transition>
        <p:fade thruBlk="1"/>
      </p:transition>
    </mc:Fallback>
  </mc:AlternateConten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cap="none" spc="0" baseline="0">
                <a:solidFill>
                  <a:schemeClr val="tx1">
                    <a:tint val="75000"/>
                  </a:schemeClr>
                </a:solidFill>
                <a:latin typeface="+mn-lt"/>
              </a:defRPr>
            </a:lvl1pPr>
          </a:lstStyle>
          <a:p>
            <a:fld id="{11B8FCD6-9605-4357-9B50-B142DFFA6613}" type="datetimeFigureOut">
              <a:rPr lang="en-ZA" smtClean="0"/>
              <a:t>2024/07/17</a:t>
            </a:fld>
            <a:endParaRPr lang="en-ZA"/>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cap="none" spc="0" baseline="0">
                <a:solidFill>
                  <a:schemeClr val="tx1">
                    <a:tint val="75000"/>
                  </a:schemeClr>
                </a:solidFill>
                <a:latin typeface="+mn-lt"/>
              </a:defRPr>
            </a:lvl1pPr>
          </a:lstStyle>
          <a:p>
            <a:endParaRPr lang="en-ZA"/>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cap="none" spc="0" baseline="0">
                <a:solidFill>
                  <a:schemeClr val="tx1">
                    <a:tint val="75000"/>
                  </a:schemeClr>
                </a:solidFill>
                <a:latin typeface="+mn-lt"/>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3152210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Lst>
  <mc:AlternateContent xmlns:mc="http://schemas.openxmlformats.org/markup-compatibility/2006" xmlns:p14="http://schemas.microsoft.com/office/powerpoint/2010/main">
    <mc:Choice Requires="p14">
      <p:transition p14:dur="0">
        <p:fade thruBlk="1"/>
      </p:transition>
    </mc:Choice>
    <mc:Fallback xmlns="">
      <p:transition>
        <p:fade thruBlk="1"/>
      </p:transition>
    </mc:Fallback>
  </mc:AlternateConten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1B8FCD6-9605-4357-9B50-B142DFFA6613}" type="datetimeFigureOut">
              <a:rPr lang="en-ZA" smtClean="0"/>
              <a:t>2024/07/17</a:t>
            </a:fld>
            <a:endParaRPr lang="en-ZA"/>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80308806"/>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Lst>
  <mc:AlternateContent xmlns:mc="http://schemas.openxmlformats.org/markup-compatibility/2006" xmlns:p14="http://schemas.microsoft.com/office/powerpoint/2010/main">
    <mc:Choice Requires="p14">
      <p:transition p14:dur="0">
        <p:fade thruBlk="1"/>
      </p:transition>
    </mc:Choice>
    <mc:Fallback xmlns="">
      <p:transition>
        <p:fade thruBlk="1"/>
      </p:transition>
    </mc:Fallback>
  </mc:AlternateConten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7.xml"/><Relationship Id="rId5" Type="http://schemas.openxmlformats.org/officeDocument/2006/relationships/hyperlink" Target="https://creativecommons.org/licenses/by-nc-sa/3.0/" TargetMode="External"/><Relationship Id="rId4" Type="http://schemas.openxmlformats.org/officeDocument/2006/relationships/hyperlink" Target="https://ocw.tudelft.nl/course-lectures/1-1-2-circular-economy/"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2.xml"/><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6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7.xml"/></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__0Spwj8DkM" TargetMode="External"/><Relationship Id="rId2" Type="http://schemas.openxmlformats.org/officeDocument/2006/relationships/notesSlide" Target="../notesSlides/notesSlide7.xml"/><Relationship Id="rId1" Type="http://schemas.openxmlformats.org/officeDocument/2006/relationships/slideLayout" Target="../slideLayouts/slideLayout67.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7.xml"/><Relationship Id="rId5" Type="http://schemas.openxmlformats.org/officeDocument/2006/relationships/image" Target="../media/image19.png"/><Relationship Id="rId4" Type="http://schemas.openxmlformats.org/officeDocument/2006/relationships/image" Target="../media/image18.sv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67.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6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6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3.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5"/>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Google Shape;66;p15"/>
          <p:cNvSpPr txBox="1">
            <a:spLocks noGrp="1"/>
          </p:cNvSpPr>
          <p:nvPr>
            <p:ph type="title" idx="4294967295"/>
          </p:nvPr>
        </p:nvSpPr>
        <p:spPr>
          <a:xfrm>
            <a:off x="4646037" y="554983"/>
            <a:ext cx="4001197" cy="2253109"/>
          </a:xfrm>
          <a:prstGeom prst="rect">
            <a:avLst/>
          </a:prstGeom>
        </p:spPr>
        <p:txBody>
          <a:bodyPr spcFirstLastPara="1" vert="horz" lIns="91440" tIns="45720" rIns="91440" bIns="45720" rtlCol="0" anchor="b" anchorCtr="0">
            <a:normAutofit/>
          </a:bodyPr>
          <a:lstStyle/>
          <a:p>
            <a:pPr marL="0" lvl="0" indent="0" algn="ctr" defTabSz="914400">
              <a:spcAft>
                <a:spcPts val="0"/>
              </a:spcAft>
            </a:pPr>
            <a:r>
              <a:rPr lang="en-US" sz="6000" dirty="0"/>
              <a:t>The circular </a:t>
            </a:r>
          </a:p>
          <a:p>
            <a:pPr marL="0" lvl="0" indent="0" algn="ctr" defTabSz="914400">
              <a:spcAft>
                <a:spcPts val="0"/>
              </a:spcAft>
            </a:pPr>
            <a:r>
              <a:rPr lang="en-US" sz="6000" dirty="0"/>
              <a:t>economy 2 </a:t>
            </a:r>
          </a:p>
        </p:txBody>
      </p:sp>
      <p:sp>
        <p:nvSpPr>
          <p:cNvPr id="126" name="Freeform: Shape 125">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7896" y="0"/>
            <a:ext cx="866357" cy="443257"/>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7" name="Freeform: Shape 126">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61789" y="0"/>
            <a:ext cx="1303050"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187183"/>
            <a:ext cx="119805" cy="414747"/>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9" name="Freeform: Shape 128">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376736"/>
            <a:ext cx="1161135" cy="766764"/>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73320" y="4288429"/>
            <a:ext cx="1328707" cy="855071"/>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67" name="Google Shape;67;p15"/>
          <p:cNvPicPr preferRelativeResize="0"/>
          <p:nvPr/>
        </p:nvPicPr>
        <p:blipFill rotWithShape="1">
          <a:blip r:embed="rId3">
            <a:extLst>
              <a:ext uri="{837473B0-CC2E-450A-ABE3-18F120FF3D39}">
                <a1611:picAttrSrcUrl xmlns:a1611="http://schemas.microsoft.com/office/drawing/2016/11/main" r:id="rId4"/>
              </a:ext>
            </a:extLst>
          </a:blip>
          <a:srcRect l="41040" r="2" b="2"/>
          <a:stretch/>
        </p:blipFill>
        <p:spPr>
          <a:xfrm>
            <a:off x="473880" y="449040"/>
            <a:ext cx="3883686" cy="3883686"/>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p:spPr>
      </p:pic>
      <p:sp>
        <p:nvSpPr>
          <p:cNvPr id="68" name="Google Shape;68;p15"/>
          <p:cNvSpPr txBox="1">
            <a:spLocks noGrp="1"/>
          </p:cNvSpPr>
          <p:nvPr>
            <p:ph type="sldNum" sz="quarter" idx="12"/>
          </p:nvPr>
        </p:nvSpPr>
        <p:spPr>
          <a:xfrm>
            <a:off x="397896" y="4767262"/>
            <a:ext cx="791242" cy="273844"/>
          </a:xfrm>
          <a:prstGeom prst="rect">
            <a:avLst/>
          </a:prstGeom>
        </p:spPr>
        <p:txBody>
          <a:bodyPr spcFirstLastPara="1" vert="horz" lIns="91440" tIns="45720" rIns="91440" bIns="45720" rtlCol="0" anchor="ctr" anchorCtr="0">
            <a:normAutofit/>
          </a:bodyPr>
          <a:lstStyle/>
          <a:p>
            <a:pPr algn="l">
              <a:lnSpc>
                <a:spcPct val="90000"/>
              </a:lnSpc>
              <a:spcAft>
                <a:spcPts val="600"/>
              </a:spcAft>
              <a:defRPr/>
            </a:pPr>
            <a:fld id="{00000000-1234-1234-1234-123412341234}" type="slidenum">
              <a:rPr lang="en-US" sz="700" smtClean="0">
                <a:solidFill>
                  <a:prstClr val="black">
                    <a:tint val="75000"/>
                  </a:prstClr>
                </a:solidFill>
                <a:latin typeface="Calibri" panose="020F0502020204030204"/>
              </a:rPr>
              <a:pPr algn="l">
                <a:lnSpc>
                  <a:spcPct val="90000"/>
                </a:lnSpc>
                <a:spcAft>
                  <a:spcPts val="600"/>
                </a:spcAft>
                <a:defRPr/>
              </a:pPr>
              <a:t>1</a:t>
            </a:fld>
            <a:endParaRPr lang="en-US" sz="700">
              <a:solidFill>
                <a:prstClr val="black">
                  <a:tint val="75000"/>
                </a:prstClr>
              </a:solidFill>
              <a:latin typeface="Calibri" panose="020F0502020204030204"/>
            </a:endParaRPr>
          </a:p>
        </p:txBody>
      </p:sp>
      <p:sp>
        <p:nvSpPr>
          <p:cNvPr id="131" name="Freeform: Shape 130">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390384" y="4694067"/>
            <a:ext cx="1174455" cy="449433"/>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0B94ABBF-2047-79FB-2024-E2B5E33A2925}"/>
              </a:ext>
            </a:extLst>
          </p:cNvPr>
          <p:cNvSpPr txBox="1"/>
          <p:nvPr/>
        </p:nvSpPr>
        <p:spPr>
          <a:xfrm>
            <a:off x="6703908" y="4943445"/>
            <a:ext cx="2440092" cy="200055"/>
          </a:xfrm>
          <a:prstGeom prst="rect">
            <a:avLst/>
          </a:prstGeom>
          <a:solidFill>
            <a:srgbClr val="000000"/>
          </a:solidFill>
        </p:spPr>
        <p:txBody>
          <a:bodyPr wrap="none" rtlCol="0">
            <a:spAutoFit/>
          </a:bodyPr>
          <a:lstStyle/>
          <a:p>
            <a:pPr algn="r">
              <a:spcAft>
                <a:spcPts val="600"/>
              </a:spcAft>
            </a:pPr>
            <a:r>
              <a:rPr lang="en-ZA" sz="700">
                <a:solidFill>
                  <a:srgbClr val="FFFFFF"/>
                </a:solidFill>
                <a:hlinkClick r:id="rId4" tooltip="https://ocw.tudelft.nl/course-lectures/1-1-2-circular-economy/">
                  <a:extLst>
                    <a:ext uri="{A12FA001-AC4F-418D-AE19-62706E023703}">
                      <ahyp:hlinkClr xmlns:ahyp="http://schemas.microsoft.com/office/drawing/2018/hyperlinkcolor" val="tx"/>
                    </a:ext>
                  </a:extLst>
                </a:hlinkClick>
              </a:rPr>
              <a:t>This Photo</a:t>
            </a:r>
            <a:r>
              <a:rPr lang="en-ZA" sz="700">
                <a:solidFill>
                  <a:srgbClr val="FFFFFF"/>
                </a:solidFill>
              </a:rPr>
              <a:t> by Unknown Author is licensed under </a:t>
            </a:r>
            <a:r>
              <a:rPr lang="en-ZA" sz="700">
                <a:solidFill>
                  <a:srgbClr val="FFFFFF"/>
                </a:solidFill>
                <a:hlinkClick r:id="rId5" tooltip="https://creativecommons.org/licenses/by-nc-sa/3.0/">
                  <a:extLst>
                    <a:ext uri="{A12FA001-AC4F-418D-AE19-62706E023703}">
                      <ahyp:hlinkClr xmlns:ahyp="http://schemas.microsoft.com/office/drawing/2018/hyperlinkcolor" val="tx"/>
                    </a:ext>
                  </a:extLst>
                </a:hlinkClick>
              </a:rPr>
              <a:t>CC BY-SA-NC</a:t>
            </a:r>
            <a:endParaRPr lang="en-ZA" sz="700">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p14:dur="10">
        <p:fade thruBlk="1"/>
      </p:transition>
    </mc:Choice>
    <mc:Fallback xmlns="">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66"/>
                                        </p:tgtEl>
                                        <p:attrNameLst>
                                          <p:attrName>style.visibility</p:attrName>
                                        </p:attrNameLst>
                                      </p:cBhvr>
                                      <p:to>
                                        <p:strVal val="visible"/>
                                      </p:to>
                                    </p:set>
                                    <p:animEffect transition="in" filter="fade">
                                      <p:cBhvr>
                                        <p:cTn id="7" dur="7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6"/>
        <p:cNvGrpSpPr/>
        <p:nvPr/>
      </p:nvGrpSpPr>
      <p:grpSpPr>
        <a:xfrm>
          <a:off x="0" y="0"/>
          <a:ext cx="0" cy="0"/>
          <a:chOff x="0" y="0"/>
          <a:chExt cx="0" cy="0"/>
        </a:xfrm>
      </p:grpSpPr>
      <p:sp useBgFill="1">
        <p:nvSpPr>
          <p:cNvPr id="140" name="Rectangle 139">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Google Shape;128;p22"/>
          <p:cNvSpPr txBox="1">
            <a:spLocks noGrp="1"/>
          </p:cNvSpPr>
          <p:nvPr>
            <p:ph type="ctrTitle"/>
          </p:nvPr>
        </p:nvSpPr>
        <p:spPr>
          <a:xfrm>
            <a:off x="656111" y="599027"/>
            <a:ext cx="3915889" cy="2304011"/>
          </a:xfrm>
          <a:prstGeom prst="rect">
            <a:avLst/>
          </a:prstGeom>
        </p:spPr>
        <p:txBody>
          <a:bodyPr spcFirstLastPara="1" vert="horz" lIns="91440" tIns="45720" rIns="91440" bIns="45720" rtlCol="0" anchor="b" anchorCtr="0">
            <a:normAutofit/>
          </a:bodyPr>
          <a:lstStyle/>
          <a:p>
            <a:pPr marL="0" lvl="0" indent="0" algn="ctr" defTabSz="914400">
              <a:spcBef>
                <a:spcPct val="0"/>
              </a:spcBef>
              <a:spcAft>
                <a:spcPts val="0"/>
              </a:spcAft>
            </a:pPr>
            <a:r>
              <a:rPr lang="en-US" sz="5100" kern="1200">
                <a:solidFill>
                  <a:schemeClr val="tx1"/>
                </a:solidFill>
                <a:latin typeface="+mj-lt"/>
                <a:ea typeface="+mj-ea"/>
                <a:cs typeface="+mj-cs"/>
              </a:rPr>
              <a:t>Let’s learn some vocabulary</a:t>
            </a:r>
          </a:p>
        </p:txBody>
      </p:sp>
      <p:sp>
        <p:nvSpPr>
          <p:cNvPr id="142" name="Freeform: Shape 141">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3044" y="0"/>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5502" y="0"/>
            <a:ext cx="866356" cy="443257"/>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32" name="Graphic 131" descr="Books">
            <a:extLst>
              <a:ext uri="{FF2B5EF4-FFF2-40B4-BE49-F238E27FC236}">
                <a16:creationId xmlns:a16="http://schemas.microsoft.com/office/drawing/2014/main" id="{E5B0DE37-2D57-C522-20AB-A3EF22421B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19784" y="907183"/>
            <a:ext cx="3041923" cy="3041923"/>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146" name="Freeform: Shape 145">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4194" y="2187183"/>
            <a:ext cx="119806" cy="414747"/>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8" name="Freeform: Shape 147">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1330" y="4288429"/>
            <a:ext cx="1328706" cy="855071"/>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5633" y="4694067"/>
            <a:ext cx="1174455" cy="449433"/>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2" name="Freeform: Shape 151">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2865" y="4376737"/>
            <a:ext cx="1161135" cy="766763"/>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127" name="Google Shape;127;p22"/>
          <p:cNvPicPr preferRelativeResize="0"/>
          <p:nvPr/>
        </p:nvPicPr>
        <p:blipFill>
          <a:blip r:embed="rId5">
            <a:alphaModFix/>
          </a:blip>
          <a:stretch>
            <a:fillRect/>
          </a:stretch>
        </p:blipFill>
        <p:spPr>
          <a:xfrm>
            <a:off x="8025763" y="135838"/>
            <a:ext cx="886968" cy="88696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2"/>
        <p:cNvGrpSpPr/>
        <p:nvPr/>
      </p:nvGrpSpPr>
      <p:grpSpPr>
        <a:xfrm>
          <a:off x="0" y="0"/>
          <a:ext cx="0" cy="0"/>
          <a:chOff x="0" y="0"/>
          <a:chExt cx="0" cy="0"/>
        </a:xfrm>
      </p:grpSpPr>
      <p:sp useBgFill="1">
        <p:nvSpPr>
          <p:cNvPr id="143" name="Rectangle 142">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4" name="Google Shape;134;p23"/>
          <p:cNvSpPr txBox="1"/>
          <p:nvPr/>
        </p:nvSpPr>
        <p:spPr>
          <a:xfrm>
            <a:off x="628650" y="273843"/>
            <a:ext cx="4040626" cy="994173"/>
          </a:xfrm>
          <a:prstGeom prst="rect">
            <a:avLst/>
          </a:prstGeom>
        </p:spPr>
        <p:txBody>
          <a:bodyPr spcFirstLastPara="1" vert="horz" lIns="91440" tIns="45720" rIns="91440" bIns="45720" rtlCol="0" anchor="ctr" anchorCtr="0">
            <a:normAutofit/>
          </a:bodyPr>
          <a:lstStyle/>
          <a:p>
            <a:pPr marL="0" lvl="0" indent="0">
              <a:lnSpc>
                <a:spcPct val="90000"/>
              </a:lnSpc>
              <a:spcBef>
                <a:spcPct val="0"/>
              </a:spcBef>
              <a:spcAft>
                <a:spcPts val="600"/>
              </a:spcAft>
            </a:pPr>
            <a:r>
              <a:rPr lang="en-US" sz="2400" b="1">
                <a:ea typeface="+mj-ea"/>
                <a:cs typeface="+mj-cs"/>
                <a:sym typeface="Raleway"/>
              </a:rPr>
              <a:t>Work out the meanings of the underlined words. [part 1/2]</a:t>
            </a:r>
          </a:p>
        </p:txBody>
      </p:sp>
      <p:pic>
        <p:nvPicPr>
          <p:cNvPr id="139" name="Picture 138">
            <a:extLst>
              <a:ext uri="{FF2B5EF4-FFF2-40B4-BE49-F238E27FC236}">
                <a16:creationId xmlns:a16="http://schemas.microsoft.com/office/drawing/2014/main" id="{1C818721-3A04-9FBD-43FE-B83BF9E8D5CB}"/>
              </a:ext>
            </a:extLst>
          </p:cNvPr>
          <p:cNvPicPr>
            <a:picLocks noChangeAspect="1"/>
          </p:cNvPicPr>
          <p:nvPr/>
        </p:nvPicPr>
        <p:blipFill rotWithShape="1">
          <a:blip r:embed="rId3"/>
          <a:srcRect l="17512" r="15640" b="-2"/>
          <a:stretch/>
        </p:blipFill>
        <p:spPr>
          <a:xfrm>
            <a:off x="4965970" y="971562"/>
            <a:ext cx="4178030" cy="4171938"/>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45"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2588" y="1242110"/>
            <a:ext cx="409575" cy="4095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7"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054" y="440637"/>
            <a:ext cx="2240924" cy="2240924"/>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33" name="Google Shape;133;p23"/>
          <p:cNvSpPr txBox="1">
            <a:spLocks noGrp="1"/>
          </p:cNvSpPr>
          <p:nvPr>
            <p:ph type="sldNum" sz="quarter" idx="12"/>
          </p:nvPr>
        </p:nvSpPr>
        <p:spPr>
          <a:xfrm>
            <a:off x="6457950" y="4767262"/>
            <a:ext cx="2057400" cy="273844"/>
          </a:xfrm>
          <a:prstGeom prst="rect">
            <a:avLst/>
          </a:prstGeom>
        </p:spPr>
        <p:txBody>
          <a:bodyPr spcFirstLastPara="1" vert="horz" lIns="91440" tIns="45720" rIns="91440" bIns="45720" rtlCol="0" anchor="ctr" anchorCtr="0">
            <a:normAutofit/>
          </a:bodyPr>
          <a:lstStyle/>
          <a:p>
            <a:pPr>
              <a:lnSpc>
                <a:spcPct val="90000"/>
              </a:lnSpc>
              <a:spcAft>
                <a:spcPts val="600"/>
              </a:spcAft>
              <a:defRPr/>
            </a:pPr>
            <a:fld id="{00000000-1234-1234-1234-123412341234}" type="slidenum">
              <a:rPr lang="en-US" sz="700">
                <a:solidFill>
                  <a:srgbClr val="FFFFFF"/>
                </a:solidFill>
                <a:latin typeface="Calibri" panose="020F0502020204030204"/>
              </a:rPr>
              <a:pPr>
                <a:lnSpc>
                  <a:spcPct val="90000"/>
                </a:lnSpc>
                <a:spcAft>
                  <a:spcPts val="600"/>
                </a:spcAft>
                <a:defRPr/>
              </a:pPr>
              <a:t>3</a:t>
            </a:fld>
            <a:endParaRPr lang="en-US" sz="700">
              <a:solidFill>
                <a:srgbClr val="FFFFFF"/>
              </a:solidFill>
              <a:latin typeface="Calibri" panose="020F0502020204030204"/>
            </a:endParaRPr>
          </a:p>
        </p:txBody>
      </p:sp>
      <p:sp>
        <p:nvSpPr>
          <p:cNvPr id="136" name="Google Shape;136;p23"/>
          <p:cNvSpPr/>
          <p:nvPr/>
        </p:nvSpPr>
        <p:spPr>
          <a:xfrm>
            <a:off x="5687850" y="2105747"/>
            <a:ext cx="3067331" cy="2032902"/>
          </a:xfrm>
          <a:prstGeom prst="roundRect">
            <a:avLst>
              <a:gd name="adj" fmla="val 16667"/>
            </a:avLst>
          </a:prstGeom>
          <a:solidFill>
            <a:srgbClr val="F59A23"/>
          </a:solidFill>
          <a:ln w="9525" cap="flat" cmpd="sng">
            <a:solidFill>
              <a:srgbClr val="F59A23"/>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50000"/>
              </a:lnSpc>
              <a:spcBef>
                <a:spcPts val="0"/>
              </a:spcBef>
              <a:spcAft>
                <a:spcPts val="600"/>
              </a:spcAft>
              <a:buNone/>
            </a:pPr>
            <a:r>
              <a:rPr lang="en" b="1">
                <a:solidFill>
                  <a:srgbClr val="FFFFFF"/>
                </a:solidFill>
                <a:highlight>
                  <a:srgbClr val="008080"/>
                </a:highlight>
                <a:latin typeface="Raleway"/>
                <a:ea typeface="Raleway"/>
                <a:cs typeface="Raleway"/>
                <a:sym typeface="Raleway"/>
              </a:rPr>
              <a:t>PRONUNCIATION TIP</a:t>
            </a:r>
            <a:endParaRPr lang="en-ZA" b="1">
              <a:solidFill>
                <a:srgbClr val="FFFFFF"/>
              </a:solidFill>
              <a:highlight>
                <a:srgbClr val="008080"/>
              </a:highlight>
              <a:latin typeface="Raleway"/>
              <a:ea typeface="Raleway"/>
              <a:cs typeface="Raleway"/>
              <a:sym typeface="Raleway"/>
            </a:endParaRPr>
          </a:p>
          <a:p>
            <a:pPr marL="0" lvl="0" indent="0" algn="l" rtl="0">
              <a:lnSpc>
                <a:spcPct val="150000"/>
              </a:lnSpc>
              <a:spcBef>
                <a:spcPts val="0"/>
              </a:spcBef>
              <a:spcAft>
                <a:spcPts val="600"/>
              </a:spcAft>
              <a:buClr>
                <a:srgbClr val="000000"/>
              </a:buClr>
              <a:buSzPts val="1100"/>
              <a:buFont typeface="Arial"/>
              <a:buNone/>
            </a:pPr>
            <a:r>
              <a:rPr lang="en">
                <a:solidFill>
                  <a:srgbClr val="FFFFFF"/>
                </a:solidFill>
                <a:highlight>
                  <a:srgbClr val="008080"/>
                </a:highlight>
                <a:latin typeface="Raleway Light"/>
                <a:ea typeface="Raleway Light"/>
                <a:cs typeface="Raleway Light"/>
                <a:sym typeface="Raleway Light"/>
              </a:rPr>
              <a:t>infinite	/ˈɪn.fɪ.nət/</a:t>
            </a:r>
            <a:endParaRPr lang="en-ZA">
              <a:solidFill>
                <a:srgbClr val="FFFFFF"/>
              </a:solidFill>
              <a:highlight>
                <a:srgbClr val="008080"/>
              </a:highlight>
              <a:latin typeface="Raleway Light"/>
              <a:ea typeface="Raleway Light"/>
              <a:cs typeface="Raleway Light"/>
              <a:sym typeface="Raleway Light"/>
            </a:endParaRPr>
          </a:p>
          <a:p>
            <a:pPr marL="0" lvl="0" indent="0" algn="l" rtl="0">
              <a:lnSpc>
                <a:spcPct val="150000"/>
              </a:lnSpc>
              <a:spcBef>
                <a:spcPts val="0"/>
              </a:spcBef>
              <a:spcAft>
                <a:spcPts val="600"/>
              </a:spcAft>
              <a:buClr>
                <a:srgbClr val="000000"/>
              </a:buClr>
              <a:buSzPts val="1100"/>
              <a:buFont typeface="Arial"/>
              <a:buNone/>
            </a:pPr>
            <a:endParaRPr lang="en-ZA" sz="1600">
              <a:solidFill>
                <a:schemeClr val="accent1"/>
              </a:solidFill>
              <a:highlight>
                <a:srgbClr val="008080"/>
              </a:highlight>
              <a:latin typeface="Raleway Light"/>
              <a:ea typeface="Raleway Light"/>
              <a:cs typeface="Raleway Light"/>
              <a:sym typeface="Raleway Light"/>
            </a:endParaRPr>
          </a:p>
          <a:p>
            <a:pPr marL="0" lvl="0" indent="0" algn="l" rtl="0">
              <a:lnSpc>
                <a:spcPct val="150000"/>
              </a:lnSpc>
              <a:spcBef>
                <a:spcPts val="0"/>
              </a:spcBef>
              <a:spcAft>
                <a:spcPts val="600"/>
              </a:spcAft>
              <a:buClr>
                <a:srgbClr val="000000"/>
              </a:buClr>
              <a:buSzPts val="1100"/>
              <a:buFont typeface="Arial"/>
              <a:buNone/>
            </a:pPr>
            <a:r>
              <a:rPr lang="en">
                <a:solidFill>
                  <a:srgbClr val="FFFFFF"/>
                </a:solidFill>
                <a:highlight>
                  <a:srgbClr val="008080"/>
                </a:highlight>
                <a:latin typeface="Raleway Light"/>
                <a:ea typeface="Raleway Light"/>
                <a:cs typeface="Raleway Light"/>
                <a:sym typeface="Raleway Light"/>
              </a:rPr>
              <a:t>finite	/ˈfaɪ.naɪt/</a:t>
            </a:r>
            <a:endParaRPr lang="en-ZA">
              <a:solidFill>
                <a:srgbClr val="FFFFFF"/>
              </a:solidFill>
              <a:highlight>
                <a:srgbClr val="008080"/>
              </a:highlight>
              <a:latin typeface="Raleway Light"/>
              <a:ea typeface="Raleway Light"/>
              <a:cs typeface="Raleway Light"/>
              <a:sym typeface="Raleway Light"/>
            </a:endParaRPr>
          </a:p>
          <a:p>
            <a:pPr marL="0" lvl="0" indent="0" algn="ctr" rtl="0">
              <a:lnSpc>
                <a:spcPct val="106000"/>
              </a:lnSpc>
              <a:spcBef>
                <a:spcPts val="0"/>
              </a:spcBef>
              <a:spcAft>
                <a:spcPts val="600"/>
              </a:spcAft>
              <a:buClr>
                <a:srgbClr val="000000"/>
              </a:buClr>
              <a:buSzPts val="1100"/>
              <a:buFont typeface="Arial"/>
              <a:buNone/>
            </a:pPr>
            <a:endParaRPr lang="en-ZA">
              <a:solidFill>
                <a:srgbClr val="FFFFFF"/>
              </a:solidFill>
              <a:latin typeface="Raleway Light"/>
              <a:ea typeface="Raleway Light"/>
              <a:cs typeface="Raleway Light"/>
              <a:sym typeface="Raleway Light"/>
            </a:endParaRPr>
          </a:p>
          <a:p>
            <a:pPr marL="0" lvl="0" indent="0" algn="l" rtl="0">
              <a:spcBef>
                <a:spcPts val="0"/>
              </a:spcBef>
              <a:spcAft>
                <a:spcPts val="600"/>
              </a:spcAft>
              <a:buNone/>
            </a:pPr>
            <a:endParaRPr lang="en-ZA">
              <a:solidFill>
                <a:srgbClr val="FFFFFF"/>
              </a:solidFill>
              <a:latin typeface="Raleway Light"/>
              <a:ea typeface="Raleway Light"/>
              <a:cs typeface="Raleway Light"/>
              <a:sym typeface="Raleway Light"/>
            </a:endParaRPr>
          </a:p>
        </p:txBody>
      </p:sp>
      <p:graphicFrame>
        <p:nvGraphicFramePr>
          <p:cNvPr id="138" name="Google Shape;135;p23">
            <a:extLst>
              <a:ext uri="{FF2B5EF4-FFF2-40B4-BE49-F238E27FC236}">
                <a16:creationId xmlns:a16="http://schemas.microsoft.com/office/drawing/2014/main" id="{6DF7951C-912B-E017-C6C5-DF30ED51915B}"/>
              </a:ext>
            </a:extLst>
          </p:cNvPr>
          <p:cNvGraphicFramePr/>
          <p:nvPr>
            <p:extLst>
              <p:ext uri="{D42A27DB-BD31-4B8C-83A1-F6EECF244321}">
                <p14:modId xmlns:p14="http://schemas.microsoft.com/office/powerpoint/2010/main" val="1037927450"/>
              </p:ext>
            </p:extLst>
          </p:nvPr>
        </p:nvGraphicFramePr>
        <p:xfrm>
          <a:off x="558107" y="1241382"/>
          <a:ext cx="4040626" cy="32635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0"/>
        <p:cNvGrpSpPr/>
        <p:nvPr/>
      </p:nvGrpSpPr>
      <p:grpSpPr>
        <a:xfrm>
          <a:off x="0" y="0"/>
          <a:ext cx="0" cy="0"/>
          <a:chOff x="0" y="0"/>
          <a:chExt cx="0" cy="0"/>
        </a:xfrm>
      </p:grpSpPr>
      <p:sp useBgFill="1">
        <p:nvSpPr>
          <p:cNvPr id="148" name="Rectangle 14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Freeform: Shape 14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0"/>
            <a:ext cx="851299"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2" name="Google Shape;142;p24"/>
          <p:cNvSpPr txBox="1"/>
          <p:nvPr/>
        </p:nvSpPr>
        <p:spPr>
          <a:xfrm>
            <a:off x="628650" y="273843"/>
            <a:ext cx="7886700" cy="994173"/>
          </a:xfrm>
          <a:prstGeom prst="rect">
            <a:avLst/>
          </a:prstGeom>
        </p:spPr>
        <p:txBody>
          <a:bodyPr spcFirstLastPara="1" vert="horz" lIns="91440" tIns="45720" rIns="91440" bIns="45720" rtlCol="0" anchor="ctr" anchorCtr="0">
            <a:normAutofit/>
          </a:bodyPr>
          <a:lstStyle/>
          <a:p>
            <a:pPr marL="0" lvl="0" indent="0">
              <a:lnSpc>
                <a:spcPct val="90000"/>
              </a:lnSpc>
              <a:spcBef>
                <a:spcPct val="0"/>
              </a:spcBef>
              <a:spcAft>
                <a:spcPts val="600"/>
              </a:spcAft>
            </a:pPr>
            <a:r>
              <a:rPr lang="en-US" sz="2800" b="1" kern="1200">
                <a:solidFill>
                  <a:schemeClr val="tx1"/>
                </a:solidFill>
                <a:latin typeface="+mj-lt"/>
                <a:ea typeface="+mj-ea"/>
                <a:cs typeface="+mj-cs"/>
                <a:sym typeface="Raleway"/>
              </a:rPr>
              <a:t>Work out the meanings of the underlined words. [part 2/2]</a:t>
            </a:r>
          </a:p>
        </p:txBody>
      </p:sp>
      <p:sp>
        <p:nvSpPr>
          <p:cNvPr id="152" name="Arc 15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416783" y="1637417"/>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3" name="Google Shape;143;p24"/>
          <p:cNvSpPr txBox="1"/>
          <p:nvPr/>
        </p:nvSpPr>
        <p:spPr>
          <a:xfrm>
            <a:off x="628650" y="1369218"/>
            <a:ext cx="7886700" cy="3263504"/>
          </a:xfrm>
          <a:prstGeom prst="rect">
            <a:avLst/>
          </a:prstGeom>
        </p:spPr>
        <p:txBody>
          <a:bodyPr spcFirstLastPara="1" vert="horz" lIns="91440" tIns="45720" rIns="91440" bIns="45720" rtlCol="0" anchorCtr="0">
            <a:normAutofit/>
          </a:bodyPr>
          <a:lstStyle/>
          <a:p>
            <a:pPr marL="457200" lvl="0" indent="-228600">
              <a:lnSpc>
                <a:spcPct val="90000"/>
              </a:lnSpc>
              <a:spcBef>
                <a:spcPts val="0"/>
              </a:spcBef>
              <a:spcAft>
                <a:spcPts val="0"/>
              </a:spcAft>
              <a:buSzPts val="1700"/>
              <a:buFont typeface="Arial" panose="020B0604020202020204" pitchFamily="34" charset="0"/>
              <a:buChar char="•"/>
            </a:pPr>
            <a:r>
              <a:rPr lang="en-US">
                <a:sym typeface="Raleway Light"/>
              </a:rPr>
              <a:t>The government is offering a cash </a:t>
            </a:r>
            <a:r>
              <a:rPr lang="en-US" u="sng">
                <a:sym typeface="Raleway Light"/>
              </a:rPr>
              <a:t>incentive</a:t>
            </a:r>
            <a:r>
              <a:rPr lang="en-US">
                <a:sym typeface="Raleway Light"/>
              </a:rPr>
              <a:t> for people to use renewable energy in their homes.</a:t>
            </a:r>
          </a:p>
          <a:p>
            <a:pPr marL="457200" lvl="0" indent="-228600">
              <a:lnSpc>
                <a:spcPct val="90000"/>
              </a:lnSpc>
              <a:spcBef>
                <a:spcPts val="1000"/>
              </a:spcBef>
              <a:spcAft>
                <a:spcPts val="0"/>
              </a:spcAft>
              <a:buSzPts val="1700"/>
              <a:buFont typeface="Arial" panose="020B0604020202020204" pitchFamily="34" charset="0"/>
              <a:buChar char="•"/>
            </a:pPr>
            <a:r>
              <a:rPr lang="en-US">
                <a:sym typeface="Raleway Light"/>
              </a:rPr>
              <a:t>In fast fashion, billions of </a:t>
            </a:r>
            <a:r>
              <a:rPr lang="en-US" u="sng">
                <a:sym typeface="Raleway Light"/>
              </a:rPr>
              <a:t>garments</a:t>
            </a:r>
            <a:r>
              <a:rPr lang="en-US">
                <a:sym typeface="Raleway Light"/>
              </a:rPr>
              <a:t> are made cheaply and then thrown away every year.</a:t>
            </a:r>
          </a:p>
          <a:p>
            <a:pPr marL="457200" lvl="0" indent="-228600">
              <a:lnSpc>
                <a:spcPct val="90000"/>
              </a:lnSpc>
              <a:spcBef>
                <a:spcPts val="1000"/>
              </a:spcBef>
              <a:spcAft>
                <a:spcPts val="0"/>
              </a:spcAft>
              <a:buSzPts val="1700"/>
              <a:buFont typeface="Arial" panose="020B0604020202020204" pitchFamily="34" charset="0"/>
              <a:buChar char="•"/>
            </a:pPr>
            <a:r>
              <a:rPr lang="en-US">
                <a:sym typeface="Raleway Light"/>
              </a:rPr>
              <a:t>As </a:t>
            </a:r>
            <a:r>
              <a:rPr lang="en-US" u="sng">
                <a:sym typeface="Raleway Light"/>
              </a:rPr>
              <a:t>supply chain</a:t>
            </a:r>
            <a:r>
              <a:rPr lang="en-US">
                <a:sym typeface="Raleway Light"/>
              </a:rPr>
              <a:t> issues are getting worse, businesses are afraid that they might not get enough stock for Christmas.</a:t>
            </a:r>
          </a:p>
          <a:p>
            <a:pPr marL="457200" lvl="0" indent="-228600">
              <a:lnSpc>
                <a:spcPct val="90000"/>
              </a:lnSpc>
              <a:spcBef>
                <a:spcPts val="1000"/>
              </a:spcBef>
              <a:spcAft>
                <a:spcPts val="0"/>
              </a:spcAft>
              <a:buSzPts val="1700"/>
              <a:buFont typeface="Arial" panose="020B0604020202020204" pitchFamily="34" charset="0"/>
              <a:buChar char="•"/>
            </a:pPr>
            <a:r>
              <a:rPr lang="en-US">
                <a:sym typeface="Raleway Light"/>
              </a:rPr>
              <a:t>To improve </a:t>
            </a:r>
            <a:r>
              <a:rPr lang="en-US" u="sng">
                <a:sym typeface="Raleway Light"/>
              </a:rPr>
              <a:t>logistics</a:t>
            </a:r>
            <a:r>
              <a:rPr lang="en-US">
                <a:sym typeface="Raleway Light"/>
              </a:rPr>
              <a:t>, we have bought a new software program that tells our shipping department each time an order is processed.</a:t>
            </a:r>
          </a:p>
          <a:p>
            <a:pPr marL="0" lvl="0" indent="-228600">
              <a:lnSpc>
                <a:spcPct val="90000"/>
              </a:lnSpc>
              <a:spcBef>
                <a:spcPts val="1000"/>
              </a:spcBef>
              <a:spcAft>
                <a:spcPts val="1000"/>
              </a:spcAft>
              <a:buFont typeface="Arial" panose="020B0604020202020204" pitchFamily="34" charset="0"/>
              <a:buChar char="•"/>
            </a:pPr>
            <a:endParaRPr lang="en-US">
              <a:sym typeface="Raleway Light"/>
            </a:endParaRPr>
          </a:p>
        </p:txBody>
      </p:sp>
      <p:sp>
        <p:nvSpPr>
          <p:cNvPr id="141" name="Google Shape;141;p24"/>
          <p:cNvSpPr txBox="1">
            <a:spLocks noGrp="1"/>
          </p:cNvSpPr>
          <p:nvPr>
            <p:ph type="sldNum" sz="quarter" idx="12"/>
          </p:nvPr>
        </p:nvSpPr>
        <p:spPr>
          <a:xfrm>
            <a:off x="6457950" y="4767262"/>
            <a:ext cx="2057400" cy="273844"/>
          </a:xfrm>
          <a:prstGeom prst="rect">
            <a:avLst/>
          </a:prstGeom>
        </p:spPr>
        <p:txBody>
          <a:bodyPr spcFirstLastPara="1" vert="horz" lIns="91440" tIns="45720" rIns="91440" bIns="45720" rtlCol="0" anchor="ctr" anchorCtr="0">
            <a:normAutofit/>
          </a:bodyPr>
          <a:lstStyle/>
          <a:p>
            <a:pPr lvl="0" indent="0">
              <a:lnSpc>
                <a:spcPct val="90000"/>
              </a:lnSpc>
              <a:spcBef>
                <a:spcPts val="0"/>
              </a:spcBef>
              <a:spcAft>
                <a:spcPts val="600"/>
              </a:spcAft>
              <a:buNone/>
            </a:pPr>
            <a:fld id="{00000000-1234-1234-1234-123412341234}" type="slidenum">
              <a:rPr lang="en-US" sz="700"/>
              <a:pPr lvl="0" indent="0">
                <a:lnSpc>
                  <a:spcPct val="90000"/>
                </a:lnSpc>
                <a:spcBef>
                  <a:spcPts val="0"/>
                </a:spcBef>
                <a:spcAft>
                  <a:spcPts val="600"/>
                </a:spcAft>
                <a:buNone/>
              </a:pPr>
              <a:t>4</a:t>
            </a:fld>
            <a:endParaRPr lang="en-US" sz="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47"/>
        <p:cNvGrpSpPr/>
        <p:nvPr/>
      </p:nvGrpSpPr>
      <p:grpSpPr>
        <a:xfrm>
          <a:off x="0" y="0"/>
          <a:ext cx="0" cy="0"/>
          <a:chOff x="0" y="0"/>
          <a:chExt cx="0" cy="0"/>
        </a:xfrm>
      </p:grpSpPr>
      <p:sp>
        <p:nvSpPr>
          <p:cNvPr id="148" name="Google Shape;148;p25"/>
          <p:cNvSpPr txBox="1">
            <a:spLocks noGrp="1"/>
          </p:cNvSpPr>
          <p:nvPr>
            <p:ph type="sldNum" sz="quarter" idx="12"/>
          </p:nvPr>
        </p:nvSpPr>
        <p:spPr>
          <a:prstGeom prst="rect">
            <a:avLst/>
          </a:prstGeom>
        </p:spPr>
        <p:txBody>
          <a:bodyPr spcFirstLastPara="1" wrap="square" lIns="91425" tIns="91425" rIns="91425" bIns="91425" anchor="ctr" anchorCtr="0">
            <a:normAutofit fontScale="77500" lnSpcReduction="20000"/>
          </a:bodyPr>
          <a:lstStyle/>
          <a:p>
            <a:pPr marL="0" lvl="0" indent="0" algn="r" rtl="0">
              <a:spcBef>
                <a:spcPts val="0"/>
              </a:spcBef>
              <a:spcAft>
                <a:spcPts val="0"/>
              </a:spcAft>
              <a:buNone/>
            </a:pPr>
            <a:fld id="{00000000-1234-1234-1234-123412341234}" type="slidenum">
              <a:rPr lang="en"/>
              <a:t>5</a:t>
            </a:fld>
            <a:endParaRPr/>
          </a:p>
        </p:txBody>
      </p:sp>
      <p:sp>
        <p:nvSpPr>
          <p:cNvPr id="149" name="Google Shape;149;p25"/>
          <p:cNvSpPr txBox="1"/>
          <p:nvPr/>
        </p:nvSpPr>
        <p:spPr>
          <a:xfrm>
            <a:off x="393200" y="310900"/>
            <a:ext cx="5502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latin typeface="Raleway"/>
                <a:ea typeface="Raleway"/>
                <a:cs typeface="Raleway"/>
                <a:sym typeface="Raleway"/>
              </a:rPr>
              <a:t>Let’s check the answers. [part 1/2]</a:t>
            </a:r>
            <a:endParaRPr sz="1800" b="1">
              <a:latin typeface="Raleway"/>
              <a:ea typeface="Raleway"/>
              <a:cs typeface="Raleway"/>
              <a:sym typeface="Raleway"/>
            </a:endParaRPr>
          </a:p>
        </p:txBody>
      </p:sp>
      <p:sp>
        <p:nvSpPr>
          <p:cNvPr id="150" name="Google Shape;150;p25"/>
          <p:cNvSpPr txBox="1"/>
          <p:nvPr/>
        </p:nvSpPr>
        <p:spPr>
          <a:xfrm>
            <a:off x="393200" y="861025"/>
            <a:ext cx="6945648" cy="4064159"/>
          </a:xfrm>
          <a:prstGeom prst="rect">
            <a:avLst/>
          </a:prstGeom>
          <a:noFill/>
          <a:ln>
            <a:noFill/>
          </a:ln>
        </p:spPr>
        <p:txBody>
          <a:bodyPr spcFirstLastPara="1" wrap="square" lIns="91425" tIns="91425" rIns="91425" bIns="91425" anchor="t" anchorCtr="0">
            <a:spAutoFit/>
          </a:bodyPr>
          <a:lstStyle/>
          <a:p>
            <a:pPr marL="419100" lvl="0" indent="-285750" algn="l" rtl="0">
              <a:lnSpc>
                <a:spcPct val="115000"/>
              </a:lnSpc>
              <a:spcBef>
                <a:spcPts val="0"/>
              </a:spcBef>
              <a:spcAft>
                <a:spcPts val="0"/>
              </a:spcAft>
              <a:buSzPts val="1500"/>
              <a:buFont typeface="Arial" panose="020B0604020202020204" pitchFamily="34" charset="0"/>
              <a:buChar char="•"/>
            </a:pPr>
            <a:r>
              <a:rPr lang="en" sz="1400">
                <a:latin typeface="Raleway Light"/>
                <a:ea typeface="Raleway Light"/>
                <a:cs typeface="Raleway Light"/>
                <a:sym typeface="Raleway Light"/>
              </a:rPr>
              <a:t>Is it better to buy or </a:t>
            </a:r>
            <a:r>
              <a:rPr lang="en" sz="1400" u="sng">
                <a:latin typeface="Raleway Light"/>
                <a:ea typeface="Raleway Light"/>
                <a:cs typeface="Raleway Light"/>
                <a:sym typeface="Raleway Light"/>
              </a:rPr>
              <a:t>lease</a:t>
            </a:r>
            <a:r>
              <a:rPr lang="en" sz="1400">
                <a:latin typeface="Raleway Light"/>
                <a:ea typeface="Raleway Light"/>
                <a:cs typeface="Raleway Light"/>
                <a:sym typeface="Raleway Light"/>
              </a:rPr>
              <a:t> a car?</a:t>
            </a:r>
            <a:endParaRPr sz="1400">
              <a:latin typeface="Raleway Light"/>
              <a:ea typeface="Raleway Light"/>
              <a:cs typeface="Raleway Light"/>
              <a:sym typeface="Raleway Light"/>
            </a:endParaRPr>
          </a:p>
          <a:p>
            <a:pPr marL="742950" lvl="0" indent="-285750" algn="l" rtl="0">
              <a:lnSpc>
                <a:spcPct val="115000"/>
              </a:lnSpc>
              <a:spcBef>
                <a:spcPts val="1000"/>
              </a:spcBef>
              <a:spcAft>
                <a:spcPts val="0"/>
              </a:spcAft>
              <a:buFont typeface="Arial" panose="020B0604020202020204" pitchFamily="34" charset="0"/>
              <a:buChar char="•"/>
            </a:pPr>
            <a:r>
              <a:rPr lang="en" sz="1400">
                <a:highlight>
                  <a:srgbClr val="FFCD00"/>
                </a:highlight>
                <a:latin typeface="Raleway Light"/>
                <a:ea typeface="Raleway Light"/>
                <a:cs typeface="Raleway Light"/>
                <a:sym typeface="Raleway Light"/>
              </a:rPr>
              <a:t>make a legal agreement to pay money to use land, a building, a vehicle or a piece of equipment for an agreed period of time</a:t>
            </a:r>
            <a:endParaRPr sz="1400">
              <a:highlight>
                <a:srgbClr val="FFCD00"/>
              </a:highlight>
              <a:latin typeface="Raleway Light"/>
              <a:ea typeface="Raleway Light"/>
              <a:cs typeface="Raleway Light"/>
              <a:sym typeface="Raleway Light"/>
            </a:endParaRPr>
          </a:p>
          <a:p>
            <a:pPr marL="419100" lvl="0" indent="-285750" algn="l" rtl="0">
              <a:lnSpc>
                <a:spcPct val="115000"/>
              </a:lnSpc>
              <a:spcBef>
                <a:spcPts val="1000"/>
              </a:spcBef>
              <a:spcAft>
                <a:spcPts val="0"/>
              </a:spcAft>
              <a:buSzPts val="1500"/>
              <a:buFont typeface="Arial" panose="020B0604020202020204" pitchFamily="34" charset="0"/>
              <a:buChar char="•"/>
            </a:pPr>
            <a:r>
              <a:rPr lang="en" sz="1400">
                <a:latin typeface="Raleway Light"/>
                <a:ea typeface="Raleway Light"/>
                <a:cs typeface="Raleway Light"/>
                <a:sym typeface="Raleway Light"/>
              </a:rPr>
              <a:t>Unfortunately, our planet does not have </a:t>
            </a:r>
            <a:r>
              <a:rPr lang="en" sz="1400" u="sng">
                <a:latin typeface="Raleway Light"/>
                <a:ea typeface="Raleway Light"/>
                <a:cs typeface="Raleway Light"/>
                <a:sym typeface="Raleway Light"/>
              </a:rPr>
              <a:t>infinite</a:t>
            </a:r>
            <a:r>
              <a:rPr lang="en" sz="1400">
                <a:latin typeface="Raleway Light"/>
                <a:ea typeface="Raleway Light"/>
                <a:cs typeface="Raleway Light"/>
                <a:sym typeface="Raleway Light"/>
              </a:rPr>
              <a:t> resources for us to use. Eventually, we will run out!</a:t>
            </a:r>
            <a:endParaRPr sz="1400">
              <a:latin typeface="Raleway Light"/>
              <a:ea typeface="Raleway Light"/>
              <a:cs typeface="Raleway Light"/>
              <a:sym typeface="Raleway Light"/>
            </a:endParaRPr>
          </a:p>
          <a:p>
            <a:pPr marL="742950" lvl="0" indent="-285750" algn="l" rtl="0">
              <a:lnSpc>
                <a:spcPct val="115000"/>
              </a:lnSpc>
              <a:spcBef>
                <a:spcPts val="1000"/>
              </a:spcBef>
              <a:spcAft>
                <a:spcPts val="0"/>
              </a:spcAft>
              <a:buFont typeface="Arial" panose="020B0604020202020204" pitchFamily="34" charset="0"/>
              <a:buChar char="•"/>
            </a:pPr>
            <a:r>
              <a:rPr lang="en" sz="1400">
                <a:highlight>
                  <a:srgbClr val="FFCD00"/>
                </a:highlight>
                <a:latin typeface="Raleway Light"/>
                <a:ea typeface="Raleway Light"/>
                <a:cs typeface="Raleway Light"/>
                <a:sym typeface="Raleway Light"/>
              </a:rPr>
              <a:t>without limits</a:t>
            </a:r>
            <a:endParaRPr sz="1400">
              <a:highlight>
                <a:srgbClr val="FFCD00"/>
              </a:highlight>
              <a:latin typeface="Raleway Light"/>
              <a:ea typeface="Raleway Light"/>
              <a:cs typeface="Raleway Light"/>
              <a:sym typeface="Raleway Light"/>
            </a:endParaRPr>
          </a:p>
          <a:p>
            <a:pPr marL="419100" lvl="0" indent="-285750" algn="l" rtl="0">
              <a:lnSpc>
                <a:spcPct val="115000"/>
              </a:lnSpc>
              <a:spcBef>
                <a:spcPts val="1000"/>
              </a:spcBef>
              <a:spcAft>
                <a:spcPts val="0"/>
              </a:spcAft>
              <a:buSzPts val="1500"/>
              <a:buFont typeface="Arial" panose="020B0604020202020204" pitchFamily="34" charset="0"/>
              <a:buChar char="•"/>
            </a:pPr>
            <a:r>
              <a:rPr lang="en" sz="1400">
                <a:latin typeface="Raleway Light"/>
                <a:ea typeface="Raleway Light"/>
                <a:cs typeface="Raleway Light"/>
                <a:sym typeface="Raleway Light"/>
              </a:rPr>
              <a:t>Every computer has a </a:t>
            </a:r>
            <a:r>
              <a:rPr lang="en" sz="1400" u="sng">
                <a:latin typeface="Raleway Light"/>
                <a:ea typeface="Raleway Light"/>
                <a:cs typeface="Raleway Light"/>
                <a:sym typeface="Raleway Light"/>
              </a:rPr>
              <a:t>finite</a:t>
            </a:r>
            <a:r>
              <a:rPr lang="en" sz="1400">
                <a:latin typeface="Raleway Light"/>
                <a:ea typeface="Raleway Light"/>
                <a:cs typeface="Raleway Light"/>
                <a:sym typeface="Raleway Light"/>
              </a:rPr>
              <a:t> amount of memory.</a:t>
            </a:r>
            <a:endParaRPr sz="1400">
              <a:latin typeface="Raleway Light"/>
              <a:ea typeface="Raleway Light"/>
              <a:cs typeface="Raleway Light"/>
              <a:sym typeface="Raleway Light"/>
            </a:endParaRPr>
          </a:p>
          <a:p>
            <a:pPr marL="742950" lvl="0" indent="-285750" algn="l" rtl="0">
              <a:lnSpc>
                <a:spcPct val="115000"/>
              </a:lnSpc>
              <a:spcBef>
                <a:spcPts val="1000"/>
              </a:spcBef>
              <a:spcAft>
                <a:spcPts val="0"/>
              </a:spcAft>
              <a:buFont typeface="Arial" panose="020B0604020202020204" pitchFamily="34" charset="0"/>
              <a:buChar char="•"/>
            </a:pPr>
            <a:r>
              <a:rPr lang="en" sz="1400">
                <a:highlight>
                  <a:srgbClr val="FFCD00"/>
                </a:highlight>
                <a:latin typeface="Raleway Light"/>
                <a:ea typeface="Raleway Light"/>
                <a:cs typeface="Raleway Light"/>
                <a:sym typeface="Raleway Light"/>
              </a:rPr>
              <a:t>having a limit or end</a:t>
            </a:r>
            <a:endParaRPr sz="1400">
              <a:highlight>
                <a:srgbClr val="FFCD00"/>
              </a:highlight>
              <a:latin typeface="Raleway Light"/>
              <a:ea typeface="Raleway Light"/>
              <a:cs typeface="Raleway Light"/>
              <a:sym typeface="Raleway Light"/>
            </a:endParaRPr>
          </a:p>
          <a:p>
            <a:pPr marL="419100" lvl="0" indent="-285750" algn="l" rtl="0">
              <a:lnSpc>
                <a:spcPct val="115000"/>
              </a:lnSpc>
              <a:spcBef>
                <a:spcPts val="1000"/>
              </a:spcBef>
              <a:spcAft>
                <a:spcPts val="0"/>
              </a:spcAft>
              <a:buSzPts val="1500"/>
              <a:buFont typeface="Arial" panose="020B0604020202020204" pitchFamily="34" charset="0"/>
              <a:buChar char="•"/>
            </a:pPr>
            <a:r>
              <a:rPr lang="en" sz="1400">
                <a:latin typeface="Raleway Light"/>
                <a:ea typeface="Raleway Light"/>
                <a:cs typeface="Raleway Light"/>
                <a:sym typeface="Raleway Light"/>
              </a:rPr>
              <a:t>Do you have any proof of </a:t>
            </a:r>
            <a:r>
              <a:rPr lang="en" sz="1400" u="sng">
                <a:latin typeface="Raleway Light"/>
                <a:ea typeface="Raleway Light"/>
                <a:cs typeface="Raleway Light"/>
                <a:sym typeface="Raleway Light"/>
              </a:rPr>
              <a:t>ownership</a:t>
            </a:r>
            <a:r>
              <a:rPr lang="en" sz="1400">
                <a:latin typeface="Raleway Light"/>
                <a:ea typeface="Raleway Light"/>
                <a:cs typeface="Raleway Light"/>
                <a:sym typeface="Raleway Light"/>
              </a:rPr>
              <a:t> of this car?</a:t>
            </a:r>
            <a:endParaRPr sz="1400">
              <a:latin typeface="Raleway Light"/>
              <a:ea typeface="Raleway Light"/>
              <a:cs typeface="Raleway Light"/>
              <a:sym typeface="Raleway Light"/>
            </a:endParaRPr>
          </a:p>
          <a:p>
            <a:pPr marL="742950" lvl="0" indent="-285750" algn="l" rtl="0">
              <a:lnSpc>
                <a:spcPct val="115000"/>
              </a:lnSpc>
              <a:spcBef>
                <a:spcPts val="1000"/>
              </a:spcBef>
              <a:spcAft>
                <a:spcPts val="0"/>
              </a:spcAft>
              <a:buFont typeface="Arial" panose="020B0604020202020204" pitchFamily="34" charset="0"/>
              <a:buChar char="•"/>
            </a:pPr>
            <a:r>
              <a:rPr lang="en" sz="1400">
                <a:highlight>
                  <a:srgbClr val="FFCD00"/>
                </a:highlight>
                <a:latin typeface="Raleway Light"/>
                <a:ea typeface="Raleway Light"/>
                <a:cs typeface="Raleway Light"/>
                <a:sym typeface="Raleway Light"/>
              </a:rPr>
              <a:t>the fact that you own something</a:t>
            </a:r>
            <a:endParaRPr sz="1400">
              <a:highlight>
                <a:srgbClr val="FFCD00"/>
              </a:highlight>
              <a:latin typeface="Raleway Light"/>
              <a:ea typeface="Raleway Light"/>
              <a:cs typeface="Raleway Light"/>
              <a:sym typeface="Raleway Light"/>
            </a:endParaRPr>
          </a:p>
          <a:p>
            <a:pPr marL="457200" lvl="0" indent="0" algn="l" rtl="0">
              <a:lnSpc>
                <a:spcPct val="115000"/>
              </a:lnSpc>
              <a:spcBef>
                <a:spcPts val="1000"/>
              </a:spcBef>
              <a:spcAft>
                <a:spcPts val="1000"/>
              </a:spcAft>
              <a:buNone/>
            </a:pPr>
            <a:endParaRPr sz="1400">
              <a:latin typeface="Raleway Light"/>
              <a:ea typeface="Raleway Light"/>
              <a:cs typeface="Raleway Light"/>
              <a:sym typeface="Raleway Light"/>
            </a:endParaRPr>
          </a:p>
        </p:txBody>
      </p:sp>
      <p:sp>
        <p:nvSpPr>
          <p:cNvPr id="151" name="Google Shape;151;p25"/>
          <p:cNvSpPr/>
          <p:nvPr/>
        </p:nvSpPr>
        <p:spPr>
          <a:xfrm>
            <a:off x="5948199" y="3000263"/>
            <a:ext cx="2746483" cy="1942262"/>
          </a:xfrm>
          <a:prstGeom prst="roundRect">
            <a:avLst>
              <a:gd name="adj" fmla="val 16667"/>
            </a:avLst>
          </a:prstGeom>
          <a:solidFill>
            <a:srgbClr val="F59A23"/>
          </a:solidFill>
          <a:ln w="9525" cap="flat" cmpd="sng">
            <a:solidFill>
              <a:srgbClr val="F59A23"/>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b="1">
                <a:solidFill>
                  <a:srgbClr val="FFFFFF"/>
                </a:solidFill>
                <a:latin typeface="Raleway"/>
                <a:ea typeface="Raleway"/>
                <a:cs typeface="Raleway"/>
                <a:sym typeface="Raleway"/>
              </a:rPr>
              <a:t>PRONUNCIATION TIP</a:t>
            </a:r>
            <a:endParaRPr b="1">
              <a:solidFill>
                <a:srgbClr val="FFFFFF"/>
              </a:solidFill>
              <a:latin typeface="Raleway"/>
              <a:ea typeface="Raleway"/>
              <a:cs typeface="Raleway"/>
              <a:sym typeface="Raleway"/>
            </a:endParaRPr>
          </a:p>
          <a:p>
            <a:pPr marL="0" lvl="0" indent="0" algn="l" rtl="0">
              <a:lnSpc>
                <a:spcPct val="150000"/>
              </a:lnSpc>
              <a:spcBef>
                <a:spcPts val="0"/>
              </a:spcBef>
              <a:spcAft>
                <a:spcPts val="0"/>
              </a:spcAft>
              <a:buClr>
                <a:srgbClr val="000000"/>
              </a:buClr>
              <a:buSzPts val="1100"/>
              <a:buFont typeface="Arial"/>
              <a:buNone/>
            </a:pPr>
            <a:r>
              <a:rPr lang="en">
                <a:solidFill>
                  <a:srgbClr val="FFFFFF"/>
                </a:solidFill>
                <a:latin typeface="Raleway Light"/>
                <a:ea typeface="Raleway Light"/>
                <a:cs typeface="Raleway Light"/>
                <a:sym typeface="Raleway Light"/>
              </a:rPr>
              <a:t>infinite	/ˈɪn.fɪ.nət/</a:t>
            </a:r>
            <a:endParaRPr>
              <a:solidFill>
                <a:srgbClr val="FFFFFF"/>
              </a:solidFill>
              <a:latin typeface="Raleway Light"/>
              <a:ea typeface="Raleway Light"/>
              <a:cs typeface="Raleway Light"/>
              <a:sym typeface="Raleway Light"/>
            </a:endParaRPr>
          </a:p>
          <a:p>
            <a:pPr marL="0" lvl="0" indent="0" algn="l" rtl="0">
              <a:lnSpc>
                <a:spcPct val="150000"/>
              </a:lnSpc>
              <a:spcBef>
                <a:spcPts val="0"/>
              </a:spcBef>
              <a:spcAft>
                <a:spcPts val="0"/>
              </a:spcAft>
              <a:buClr>
                <a:srgbClr val="000000"/>
              </a:buClr>
              <a:buSzPts val="1100"/>
              <a:buFont typeface="Arial"/>
              <a:buNone/>
            </a:pPr>
            <a:r>
              <a:rPr lang="en">
                <a:solidFill>
                  <a:srgbClr val="FFFFFF"/>
                </a:solidFill>
                <a:latin typeface="Raleway Light"/>
                <a:ea typeface="Raleway Light"/>
                <a:cs typeface="Raleway Light"/>
                <a:sym typeface="Raleway Light"/>
              </a:rPr>
              <a:t>finite	/ˈfaɪ.naɪt/</a:t>
            </a:r>
            <a:endParaRPr>
              <a:solidFill>
                <a:srgbClr val="FFFFFF"/>
              </a:solidFill>
              <a:latin typeface="Raleway Light"/>
              <a:ea typeface="Raleway Light"/>
              <a:cs typeface="Raleway Light"/>
              <a:sym typeface="Raleway Light"/>
            </a:endParaRPr>
          </a:p>
          <a:p>
            <a:pPr marL="0" lvl="0" indent="0" algn="ctr" rtl="0">
              <a:lnSpc>
                <a:spcPct val="106000"/>
              </a:lnSpc>
              <a:spcBef>
                <a:spcPts val="0"/>
              </a:spcBef>
              <a:spcAft>
                <a:spcPts val="0"/>
              </a:spcAft>
              <a:buClr>
                <a:srgbClr val="000000"/>
              </a:buClr>
              <a:buSzPts val="1100"/>
              <a:buFont typeface="Arial"/>
              <a:buNone/>
            </a:pPr>
            <a:endParaRPr>
              <a:solidFill>
                <a:srgbClr val="FFFFFF"/>
              </a:solidFill>
              <a:latin typeface="Raleway Light"/>
              <a:ea typeface="Raleway Light"/>
              <a:cs typeface="Raleway Light"/>
              <a:sym typeface="Raleway Light"/>
            </a:endParaRPr>
          </a:p>
          <a:p>
            <a:pPr marL="0" lvl="0" indent="0" algn="l" rtl="0">
              <a:spcBef>
                <a:spcPts val="0"/>
              </a:spcBef>
              <a:spcAft>
                <a:spcPts val="0"/>
              </a:spcAft>
              <a:buNone/>
            </a:pPr>
            <a:endParaRPr>
              <a:solidFill>
                <a:srgbClr val="FFFFFF"/>
              </a:solidFill>
              <a:latin typeface="Raleway Light"/>
              <a:ea typeface="Raleway Light"/>
              <a:cs typeface="Raleway Light"/>
              <a:sym typeface="Raleway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
                                            <p:txEl>
                                              <p:pRg st="0" end="0"/>
                                            </p:txEl>
                                          </p:spTgt>
                                        </p:tgtEl>
                                        <p:attrNameLst>
                                          <p:attrName>style.visibility</p:attrName>
                                        </p:attrNameLst>
                                      </p:cBhvr>
                                      <p:to>
                                        <p:strVal val="visible"/>
                                      </p:to>
                                    </p:set>
                                    <p:animEffect transition="in" filter="fade">
                                      <p:cBhvr>
                                        <p:cTn id="7" dur="1"/>
                                        <p:tgtEl>
                                          <p:spTgt spid="1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0">
                                            <p:txEl>
                                              <p:pRg st="1" end="1"/>
                                            </p:txEl>
                                          </p:spTgt>
                                        </p:tgtEl>
                                        <p:attrNameLst>
                                          <p:attrName>style.visibility</p:attrName>
                                        </p:attrNameLst>
                                      </p:cBhvr>
                                      <p:to>
                                        <p:strVal val="visible"/>
                                      </p:to>
                                    </p:set>
                                    <p:animEffect transition="in" filter="fade">
                                      <p:cBhvr>
                                        <p:cTn id="12" dur="1"/>
                                        <p:tgtEl>
                                          <p:spTgt spid="1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0">
                                            <p:txEl>
                                              <p:pRg st="2" end="2"/>
                                            </p:txEl>
                                          </p:spTgt>
                                        </p:tgtEl>
                                        <p:attrNameLst>
                                          <p:attrName>style.visibility</p:attrName>
                                        </p:attrNameLst>
                                      </p:cBhvr>
                                      <p:to>
                                        <p:strVal val="visible"/>
                                      </p:to>
                                    </p:set>
                                    <p:animEffect transition="in" filter="fade">
                                      <p:cBhvr>
                                        <p:cTn id="17" dur="1"/>
                                        <p:tgtEl>
                                          <p:spTgt spid="1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0">
                                            <p:txEl>
                                              <p:pRg st="3" end="3"/>
                                            </p:txEl>
                                          </p:spTgt>
                                        </p:tgtEl>
                                        <p:attrNameLst>
                                          <p:attrName>style.visibility</p:attrName>
                                        </p:attrNameLst>
                                      </p:cBhvr>
                                      <p:to>
                                        <p:strVal val="visible"/>
                                      </p:to>
                                    </p:set>
                                    <p:animEffect transition="in" filter="fade">
                                      <p:cBhvr>
                                        <p:cTn id="22" dur="1"/>
                                        <p:tgtEl>
                                          <p:spTgt spid="1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0">
                                            <p:txEl>
                                              <p:pRg st="4" end="4"/>
                                            </p:txEl>
                                          </p:spTgt>
                                        </p:tgtEl>
                                        <p:attrNameLst>
                                          <p:attrName>style.visibility</p:attrName>
                                        </p:attrNameLst>
                                      </p:cBhvr>
                                      <p:to>
                                        <p:strVal val="visible"/>
                                      </p:to>
                                    </p:set>
                                    <p:animEffect transition="in" filter="fade">
                                      <p:cBhvr>
                                        <p:cTn id="27" dur="1"/>
                                        <p:tgtEl>
                                          <p:spTgt spid="15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0">
                                            <p:txEl>
                                              <p:pRg st="5" end="5"/>
                                            </p:txEl>
                                          </p:spTgt>
                                        </p:tgtEl>
                                        <p:attrNameLst>
                                          <p:attrName>style.visibility</p:attrName>
                                        </p:attrNameLst>
                                      </p:cBhvr>
                                      <p:to>
                                        <p:strVal val="visible"/>
                                      </p:to>
                                    </p:set>
                                    <p:animEffect transition="in" filter="fade">
                                      <p:cBhvr>
                                        <p:cTn id="32" dur="1"/>
                                        <p:tgtEl>
                                          <p:spTgt spid="15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0">
                                            <p:txEl>
                                              <p:pRg st="6" end="6"/>
                                            </p:txEl>
                                          </p:spTgt>
                                        </p:tgtEl>
                                        <p:attrNameLst>
                                          <p:attrName>style.visibility</p:attrName>
                                        </p:attrNameLst>
                                      </p:cBhvr>
                                      <p:to>
                                        <p:strVal val="visible"/>
                                      </p:to>
                                    </p:set>
                                    <p:animEffect transition="in" filter="fade">
                                      <p:cBhvr>
                                        <p:cTn id="37" dur="1"/>
                                        <p:tgtEl>
                                          <p:spTgt spid="15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0">
                                            <p:txEl>
                                              <p:pRg st="7" end="7"/>
                                            </p:txEl>
                                          </p:spTgt>
                                        </p:tgtEl>
                                        <p:attrNameLst>
                                          <p:attrName>style.visibility</p:attrName>
                                        </p:attrNameLst>
                                      </p:cBhvr>
                                      <p:to>
                                        <p:strVal val="visible"/>
                                      </p:to>
                                    </p:set>
                                    <p:animEffect transition="in" filter="fade">
                                      <p:cBhvr>
                                        <p:cTn id="42" dur="1"/>
                                        <p:tgtEl>
                                          <p:spTgt spid="15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0">
                                            <p:txEl>
                                              <p:pRg st="8" end="8"/>
                                            </p:txEl>
                                          </p:spTgt>
                                        </p:tgtEl>
                                        <p:attrNameLst>
                                          <p:attrName>style.visibility</p:attrName>
                                        </p:attrNameLst>
                                      </p:cBhvr>
                                      <p:to>
                                        <p:strVal val="visible"/>
                                      </p:to>
                                    </p:set>
                                    <p:animEffect transition="in" filter="fade">
                                      <p:cBhvr>
                                        <p:cTn id="47" dur="1"/>
                                        <p:tgtEl>
                                          <p:spTgt spid="15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55"/>
        <p:cNvGrpSpPr/>
        <p:nvPr/>
      </p:nvGrpSpPr>
      <p:grpSpPr>
        <a:xfrm>
          <a:off x="0" y="0"/>
          <a:ext cx="0" cy="0"/>
          <a:chOff x="0" y="0"/>
          <a:chExt cx="0" cy="0"/>
        </a:xfrm>
      </p:grpSpPr>
      <p:sp>
        <p:nvSpPr>
          <p:cNvPr id="156" name="Google Shape;156;p26"/>
          <p:cNvSpPr txBox="1">
            <a:spLocks noGrp="1"/>
          </p:cNvSpPr>
          <p:nvPr>
            <p:ph type="sldNum" sz="quarter" idx="12"/>
          </p:nvPr>
        </p:nvSpPr>
        <p:spPr>
          <a:prstGeom prst="rect">
            <a:avLst/>
          </a:prstGeom>
        </p:spPr>
        <p:txBody>
          <a:bodyPr spcFirstLastPara="1" wrap="square" lIns="91425" tIns="91425" rIns="91425" bIns="91425" anchor="ctr" anchorCtr="0">
            <a:normAutofit fontScale="77500" lnSpcReduction="20000"/>
          </a:bodyPr>
          <a:lstStyle/>
          <a:p>
            <a:pPr marL="0" lvl="0" indent="0" algn="r" rtl="0">
              <a:spcBef>
                <a:spcPts val="0"/>
              </a:spcBef>
              <a:spcAft>
                <a:spcPts val="0"/>
              </a:spcAft>
              <a:buNone/>
            </a:pPr>
            <a:fld id="{00000000-1234-1234-1234-123412341234}" type="slidenum">
              <a:rPr lang="en" smtClean="0"/>
              <a:t>6</a:t>
            </a:fld>
            <a:endParaRPr lang="en"/>
          </a:p>
        </p:txBody>
      </p:sp>
      <p:sp>
        <p:nvSpPr>
          <p:cNvPr id="157" name="Google Shape;157;p26"/>
          <p:cNvSpPr txBox="1"/>
          <p:nvPr/>
        </p:nvSpPr>
        <p:spPr>
          <a:xfrm>
            <a:off x="393200" y="310900"/>
            <a:ext cx="5502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b="1">
                <a:latin typeface="Raleway"/>
                <a:ea typeface="Raleway"/>
                <a:cs typeface="Raleway"/>
                <a:sym typeface="Raleway"/>
              </a:rPr>
              <a:t>Let’s check the answers. [part 2/2]</a:t>
            </a:r>
          </a:p>
        </p:txBody>
      </p:sp>
      <p:sp>
        <p:nvSpPr>
          <p:cNvPr id="158" name="Google Shape;158;p26"/>
          <p:cNvSpPr txBox="1"/>
          <p:nvPr/>
        </p:nvSpPr>
        <p:spPr>
          <a:xfrm>
            <a:off x="140952" y="768441"/>
            <a:ext cx="8711385" cy="4064159"/>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SzPts val="1400"/>
              <a:buFont typeface="Arial" panose="020B0604020202020204" pitchFamily="34" charset="0"/>
              <a:buChar char="•"/>
            </a:pPr>
            <a:r>
              <a:rPr lang="en-GB" sz="1400">
                <a:latin typeface="Raleway Light"/>
                <a:ea typeface="Raleway Light"/>
                <a:cs typeface="Raleway Light"/>
                <a:sym typeface="Raleway Light"/>
              </a:rPr>
              <a:t>The government is offering a cash </a:t>
            </a:r>
            <a:r>
              <a:rPr lang="en-GB" sz="1400" u="sng">
                <a:latin typeface="Raleway Light"/>
                <a:ea typeface="Raleway Light"/>
                <a:cs typeface="Raleway Light"/>
                <a:sym typeface="Raleway Light"/>
              </a:rPr>
              <a:t>incentive</a:t>
            </a:r>
            <a:r>
              <a:rPr lang="en-GB" sz="1400">
                <a:latin typeface="Raleway Light"/>
                <a:ea typeface="Raleway Light"/>
                <a:cs typeface="Raleway Light"/>
                <a:sym typeface="Raleway Light"/>
              </a:rPr>
              <a:t> for people to use renewable energy in their homes.</a:t>
            </a:r>
          </a:p>
          <a:p>
            <a:pPr marL="742950" lvl="0" indent="-285750" algn="l" rtl="0">
              <a:lnSpc>
                <a:spcPct val="115000"/>
              </a:lnSpc>
              <a:spcBef>
                <a:spcPts val="1000"/>
              </a:spcBef>
              <a:spcAft>
                <a:spcPts val="0"/>
              </a:spcAft>
              <a:buFont typeface="Arial" panose="020B0604020202020204" pitchFamily="34" charset="0"/>
              <a:buChar char="•"/>
            </a:pPr>
            <a:r>
              <a:rPr lang="en-GB" sz="1400">
                <a:highlight>
                  <a:srgbClr val="FFCD00"/>
                </a:highlight>
                <a:latin typeface="Raleway Light"/>
                <a:ea typeface="Raleway Light"/>
                <a:cs typeface="Raleway Light"/>
                <a:sym typeface="Raleway Light"/>
              </a:rPr>
              <a:t>something that encourages someone to do something</a:t>
            </a:r>
          </a:p>
          <a:p>
            <a:pPr marL="457200" lvl="0" indent="-317500" algn="l" rtl="0">
              <a:lnSpc>
                <a:spcPct val="115000"/>
              </a:lnSpc>
              <a:spcBef>
                <a:spcPts val="1000"/>
              </a:spcBef>
              <a:spcAft>
                <a:spcPts val="0"/>
              </a:spcAft>
              <a:buSzPts val="1400"/>
              <a:buFont typeface="Arial" panose="020B0604020202020204" pitchFamily="34" charset="0"/>
              <a:buChar char="•"/>
            </a:pPr>
            <a:r>
              <a:rPr lang="en-GB" sz="1400">
                <a:latin typeface="Raleway Light"/>
                <a:ea typeface="Raleway Light"/>
                <a:cs typeface="Raleway Light"/>
                <a:sym typeface="Raleway Light"/>
              </a:rPr>
              <a:t>In fast fashion, billions of </a:t>
            </a:r>
            <a:r>
              <a:rPr lang="en-GB" sz="1400" u="sng">
                <a:latin typeface="Raleway Light"/>
                <a:ea typeface="Raleway Light"/>
                <a:cs typeface="Raleway Light"/>
                <a:sym typeface="Raleway Light"/>
              </a:rPr>
              <a:t>garments</a:t>
            </a:r>
            <a:r>
              <a:rPr lang="en-GB" sz="1400">
                <a:latin typeface="Raleway Light"/>
                <a:ea typeface="Raleway Light"/>
                <a:cs typeface="Raleway Light"/>
                <a:sym typeface="Raleway Light"/>
              </a:rPr>
              <a:t> are made cheaply and then thrown away every year.</a:t>
            </a:r>
          </a:p>
          <a:p>
            <a:pPr marL="742950" lvl="0" indent="-285750" algn="l" rtl="0">
              <a:lnSpc>
                <a:spcPct val="115000"/>
              </a:lnSpc>
              <a:spcBef>
                <a:spcPts val="1000"/>
              </a:spcBef>
              <a:spcAft>
                <a:spcPts val="0"/>
              </a:spcAft>
              <a:buFont typeface="Arial" panose="020B0604020202020204" pitchFamily="34" charset="0"/>
              <a:buChar char="•"/>
            </a:pPr>
            <a:r>
              <a:rPr lang="en-GB" sz="1400">
                <a:highlight>
                  <a:srgbClr val="FFCD00"/>
                </a:highlight>
                <a:latin typeface="Raleway Light"/>
                <a:ea typeface="Raleway Light"/>
                <a:cs typeface="Raleway Light"/>
                <a:sym typeface="Raleway Light"/>
              </a:rPr>
              <a:t>pieces of clothing</a:t>
            </a:r>
          </a:p>
          <a:p>
            <a:pPr marL="457200" lvl="0" indent="-317500" algn="l" rtl="0">
              <a:lnSpc>
                <a:spcPct val="115000"/>
              </a:lnSpc>
              <a:spcBef>
                <a:spcPts val="1000"/>
              </a:spcBef>
              <a:spcAft>
                <a:spcPts val="0"/>
              </a:spcAft>
              <a:buSzPts val="1400"/>
              <a:buFont typeface="Arial" panose="020B0604020202020204" pitchFamily="34" charset="0"/>
              <a:buChar char="•"/>
            </a:pPr>
            <a:r>
              <a:rPr lang="en-GB" sz="1400">
                <a:latin typeface="Raleway Light"/>
                <a:ea typeface="Raleway Light"/>
                <a:cs typeface="Raleway Light"/>
                <a:sym typeface="Raleway Light"/>
              </a:rPr>
              <a:t>As </a:t>
            </a:r>
            <a:r>
              <a:rPr lang="en-GB" sz="1400" u="sng">
                <a:latin typeface="Raleway Light"/>
                <a:ea typeface="Raleway Light"/>
                <a:cs typeface="Raleway Light"/>
                <a:sym typeface="Raleway Light"/>
              </a:rPr>
              <a:t>supply chain</a:t>
            </a:r>
            <a:r>
              <a:rPr lang="en-GB" sz="1400">
                <a:latin typeface="Raleway Light"/>
                <a:ea typeface="Raleway Light"/>
                <a:cs typeface="Raleway Light"/>
                <a:sym typeface="Raleway Light"/>
              </a:rPr>
              <a:t> issues are getting worse, businesses are afraid that they might not get enough stock for Christmas.</a:t>
            </a:r>
          </a:p>
          <a:p>
            <a:pPr marL="742950" lvl="0" indent="-285750" algn="l" rtl="0">
              <a:lnSpc>
                <a:spcPct val="115000"/>
              </a:lnSpc>
              <a:spcBef>
                <a:spcPts val="1000"/>
              </a:spcBef>
              <a:spcAft>
                <a:spcPts val="0"/>
              </a:spcAft>
              <a:buFont typeface="Arial" panose="020B0604020202020204" pitchFamily="34" charset="0"/>
              <a:buChar char="•"/>
            </a:pPr>
            <a:r>
              <a:rPr lang="en-GB" sz="1400">
                <a:highlight>
                  <a:srgbClr val="FFCD00"/>
                </a:highlight>
                <a:latin typeface="Raleway Light"/>
                <a:ea typeface="Raleway Light"/>
                <a:cs typeface="Raleway Light"/>
                <a:sym typeface="Raleway Light"/>
              </a:rPr>
              <a:t>the system involved in getting a product from the place where it is made to the customer</a:t>
            </a:r>
          </a:p>
          <a:p>
            <a:pPr marL="457200" lvl="0" indent="-317500" algn="l" rtl="0">
              <a:lnSpc>
                <a:spcPct val="115000"/>
              </a:lnSpc>
              <a:spcBef>
                <a:spcPts val="1000"/>
              </a:spcBef>
              <a:spcAft>
                <a:spcPts val="0"/>
              </a:spcAft>
              <a:buSzPts val="1400"/>
              <a:buFont typeface="Arial" panose="020B0604020202020204" pitchFamily="34" charset="0"/>
              <a:buChar char="•"/>
            </a:pPr>
            <a:r>
              <a:rPr lang="en-GB" sz="1400">
                <a:latin typeface="Raleway Light"/>
                <a:ea typeface="Raleway Light"/>
                <a:cs typeface="Raleway Light"/>
                <a:sym typeface="Raleway Light"/>
              </a:rPr>
              <a:t>To improve </a:t>
            </a:r>
            <a:r>
              <a:rPr lang="en-GB" sz="1400" u="sng">
                <a:latin typeface="Raleway Light"/>
                <a:ea typeface="Raleway Light"/>
                <a:cs typeface="Raleway Light"/>
                <a:sym typeface="Raleway Light"/>
              </a:rPr>
              <a:t>logistics</a:t>
            </a:r>
            <a:r>
              <a:rPr lang="en-GB" sz="1400">
                <a:latin typeface="Raleway Light"/>
                <a:ea typeface="Raleway Light"/>
                <a:cs typeface="Raleway Light"/>
                <a:sym typeface="Raleway Light"/>
              </a:rPr>
              <a:t>, we have bought a new software program that tells our shipping department each time an order is processed.</a:t>
            </a:r>
          </a:p>
          <a:p>
            <a:pPr marL="742950" lvl="0" indent="-285750" algn="l" rtl="0">
              <a:lnSpc>
                <a:spcPct val="115000"/>
              </a:lnSpc>
              <a:spcBef>
                <a:spcPts val="1000"/>
              </a:spcBef>
              <a:spcAft>
                <a:spcPts val="0"/>
              </a:spcAft>
              <a:buFont typeface="Arial" panose="020B0604020202020204" pitchFamily="34" charset="0"/>
              <a:buChar char="•"/>
            </a:pPr>
            <a:r>
              <a:rPr lang="en-GB" sz="1400">
                <a:highlight>
                  <a:srgbClr val="FFCD00"/>
                </a:highlight>
                <a:latin typeface="Raleway Light"/>
                <a:ea typeface="Raleway Light"/>
                <a:cs typeface="Raleway Light"/>
                <a:sym typeface="Raleway Light"/>
              </a:rPr>
              <a:t>the detailed planning and organization of any large complex operation</a:t>
            </a:r>
          </a:p>
          <a:p>
            <a:pPr marL="457200" lvl="0" indent="0" algn="l" rtl="0">
              <a:lnSpc>
                <a:spcPct val="115000"/>
              </a:lnSpc>
              <a:spcBef>
                <a:spcPts val="1000"/>
              </a:spcBef>
              <a:spcAft>
                <a:spcPts val="1000"/>
              </a:spcAft>
              <a:buNone/>
            </a:pPr>
            <a:endParaRPr lang="en-GB" sz="1400">
              <a:latin typeface="Raleway Light"/>
              <a:ea typeface="Raleway Light"/>
              <a:cs typeface="Raleway Light"/>
              <a:sym typeface="Raleway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animEffect transition="in" filter="fade">
                                      <p:cBhvr>
                                        <p:cTn id="7" dur="1"/>
                                        <p:tgtEl>
                                          <p:spTgt spid="1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8">
                                            <p:txEl>
                                              <p:pRg st="1" end="1"/>
                                            </p:txEl>
                                          </p:spTgt>
                                        </p:tgtEl>
                                        <p:attrNameLst>
                                          <p:attrName>style.visibility</p:attrName>
                                        </p:attrNameLst>
                                      </p:cBhvr>
                                      <p:to>
                                        <p:strVal val="visible"/>
                                      </p:to>
                                    </p:set>
                                    <p:animEffect transition="in" filter="fade">
                                      <p:cBhvr>
                                        <p:cTn id="12" dur="1"/>
                                        <p:tgtEl>
                                          <p:spTgt spid="1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8">
                                            <p:txEl>
                                              <p:pRg st="2" end="2"/>
                                            </p:txEl>
                                          </p:spTgt>
                                        </p:tgtEl>
                                        <p:attrNameLst>
                                          <p:attrName>style.visibility</p:attrName>
                                        </p:attrNameLst>
                                      </p:cBhvr>
                                      <p:to>
                                        <p:strVal val="visible"/>
                                      </p:to>
                                    </p:set>
                                    <p:animEffect transition="in" filter="fade">
                                      <p:cBhvr>
                                        <p:cTn id="17" dur="1"/>
                                        <p:tgtEl>
                                          <p:spTgt spid="1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8">
                                            <p:txEl>
                                              <p:pRg st="3" end="3"/>
                                            </p:txEl>
                                          </p:spTgt>
                                        </p:tgtEl>
                                        <p:attrNameLst>
                                          <p:attrName>style.visibility</p:attrName>
                                        </p:attrNameLst>
                                      </p:cBhvr>
                                      <p:to>
                                        <p:strVal val="visible"/>
                                      </p:to>
                                    </p:set>
                                    <p:animEffect transition="in" filter="fade">
                                      <p:cBhvr>
                                        <p:cTn id="22" dur="1"/>
                                        <p:tgtEl>
                                          <p:spTgt spid="1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8">
                                            <p:txEl>
                                              <p:pRg st="4" end="4"/>
                                            </p:txEl>
                                          </p:spTgt>
                                        </p:tgtEl>
                                        <p:attrNameLst>
                                          <p:attrName>style.visibility</p:attrName>
                                        </p:attrNameLst>
                                      </p:cBhvr>
                                      <p:to>
                                        <p:strVal val="visible"/>
                                      </p:to>
                                    </p:set>
                                    <p:animEffect transition="in" filter="fade">
                                      <p:cBhvr>
                                        <p:cTn id="27" dur="1"/>
                                        <p:tgtEl>
                                          <p:spTgt spid="15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8">
                                            <p:txEl>
                                              <p:pRg st="5" end="5"/>
                                            </p:txEl>
                                          </p:spTgt>
                                        </p:tgtEl>
                                        <p:attrNameLst>
                                          <p:attrName>style.visibility</p:attrName>
                                        </p:attrNameLst>
                                      </p:cBhvr>
                                      <p:to>
                                        <p:strVal val="visible"/>
                                      </p:to>
                                    </p:set>
                                    <p:animEffect transition="in" filter="fade">
                                      <p:cBhvr>
                                        <p:cTn id="32" dur="1"/>
                                        <p:tgtEl>
                                          <p:spTgt spid="15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8">
                                            <p:txEl>
                                              <p:pRg st="6" end="6"/>
                                            </p:txEl>
                                          </p:spTgt>
                                        </p:tgtEl>
                                        <p:attrNameLst>
                                          <p:attrName>style.visibility</p:attrName>
                                        </p:attrNameLst>
                                      </p:cBhvr>
                                      <p:to>
                                        <p:strVal val="visible"/>
                                      </p:to>
                                    </p:set>
                                    <p:animEffect transition="in" filter="fade">
                                      <p:cBhvr>
                                        <p:cTn id="37" dur="1"/>
                                        <p:tgtEl>
                                          <p:spTgt spid="15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8">
                                            <p:txEl>
                                              <p:pRg st="7" end="7"/>
                                            </p:txEl>
                                          </p:spTgt>
                                        </p:tgtEl>
                                        <p:attrNameLst>
                                          <p:attrName>style.visibility</p:attrName>
                                        </p:attrNameLst>
                                      </p:cBhvr>
                                      <p:to>
                                        <p:strVal val="visible"/>
                                      </p:to>
                                    </p:set>
                                    <p:animEffect transition="in" filter="fade">
                                      <p:cBhvr>
                                        <p:cTn id="42" dur="1"/>
                                        <p:tgtEl>
                                          <p:spTgt spid="15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8">
                                            <p:txEl>
                                              <p:pRg st="8" end="8"/>
                                            </p:txEl>
                                          </p:spTgt>
                                        </p:tgtEl>
                                        <p:attrNameLst>
                                          <p:attrName>style.visibility</p:attrName>
                                        </p:attrNameLst>
                                      </p:cBhvr>
                                      <p:to>
                                        <p:strVal val="visible"/>
                                      </p:to>
                                    </p:set>
                                    <p:animEffect transition="in" filter="fade">
                                      <p:cBhvr>
                                        <p:cTn id="47" dur="1"/>
                                        <p:tgtEl>
                                          <p:spTgt spid="15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2"/>
        <p:cNvGrpSpPr/>
        <p:nvPr/>
      </p:nvGrpSpPr>
      <p:grpSpPr>
        <a:xfrm>
          <a:off x="0" y="0"/>
          <a:ext cx="0" cy="0"/>
          <a:chOff x="0" y="0"/>
          <a:chExt cx="0" cy="0"/>
        </a:xfrm>
      </p:grpSpPr>
      <p:sp useBgFill="1">
        <p:nvSpPr>
          <p:cNvPr id="177" name="Rectangle 176">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4" name="Google Shape;164;p27"/>
          <p:cNvSpPr txBox="1"/>
          <p:nvPr/>
        </p:nvSpPr>
        <p:spPr>
          <a:xfrm>
            <a:off x="628650" y="273843"/>
            <a:ext cx="4045020" cy="994173"/>
          </a:xfrm>
          <a:prstGeom prst="rect">
            <a:avLst/>
          </a:prstGeom>
        </p:spPr>
        <p:txBody>
          <a:bodyPr spcFirstLastPara="1" vert="horz" lIns="91440" tIns="45720" rIns="91440" bIns="45720" rtlCol="0" anchor="ctr" anchorCtr="0">
            <a:normAutofit fontScale="92500"/>
          </a:bodyPr>
          <a:lstStyle/>
          <a:p>
            <a:pPr marL="0" lvl="0" indent="0">
              <a:lnSpc>
                <a:spcPct val="90000"/>
              </a:lnSpc>
              <a:spcBef>
                <a:spcPct val="0"/>
              </a:spcBef>
              <a:spcAft>
                <a:spcPts val="600"/>
              </a:spcAft>
            </a:pPr>
            <a:r>
              <a:rPr lang="en-US" sz="2800" b="1">
                <a:ea typeface="+mj-ea"/>
                <a:cs typeface="+mj-cs"/>
                <a:sym typeface="Raleway"/>
              </a:rPr>
              <a:t>Watch the video again and complete the sentences.</a:t>
            </a:r>
          </a:p>
        </p:txBody>
      </p:sp>
      <p:sp>
        <p:nvSpPr>
          <p:cNvPr id="179" name="Freeform: Shape 178">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48992" y="0"/>
            <a:ext cx="866357" cy="468771"/>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6" name="Google Shape;166;p27"/>
          <p:cNvSpPr txBox="1"/>
          <p:nvPr/>
        </p:nvSpPr>
        <p:spPr>
          <a:xfrm>
            <a:off x="628650" y="1369218"/>
            <a:ext cx="4045020" cy="3263504"/>
          </a:xfrm>
          <a:prstGeom prst="rect">
            <a:avLst/>
          </a:prstGeom>
        </p:spPr>
        <p:txBody>
          <a:bodyPr spcFirstLastPara="1" vert="horz" lIns="91440" tIns="45720" rIns="91440" bIns="45720" rtlCol="0" anchorCtr="0">
            <a:normAutofit/>
          </a:bodyPr>
          <a:lstStyle/>
          <a:p>
            <a:pPr marL="457200" lvl="0" indent="-228600">
              <a:lnSpc>
                <a:spcPct val="90000"/>
              </a:lnSpc>
              <a:spcBef>
                <a:spcPts val="0"/>
              </a:spcBef>
              <a:spcAft>
                <a:spcPts val="0"/>
              </a:spcAft>
              <a:buSzPts val="1500"/>
              <a:buFont typeface="Arial" panose="020B0604020202020204" pitchFamily="34" charset="0"/>
              <a:buChar char="•"/>
            </a:pPr>
            <a:r>
              <a:rPr lang="en-US" sz="1100">
                <a:sym typeface="Raleway Light"/>
              </a:rPr>
              <a:t>The linear economy is based on a ‘take, make and …………………’ model. </a:t>
            </a:r>
          </a:p>
          <a:p>
            <a:pPr marL="457200" lvl="0" indent="-228600">
              <a:lnSpc>
                <a:spcPct val="90000"/>
              </a:lnSpc>
              <a:spcBef>
                <a:spcPts val="1000"/>
              </a:spcBef>
              <a:spcAft>
                <a:spcPts val="0"/>
              </a:spcAft>
              <a:buSzPts val="1500"/>
              <a:buFont typeface="Arial" panose="020B0604020202020204" pitchFamily="34" charset="0"/>
              <a:buChar char="•"/>
            </a:pPr>
            <a:r>
              <a:rPr lang="en-US" sz="1100">
                <a:sym typeface="Raleway Light"/>
              </a:rPr>
              <a:t>In the linear economy, companies buy materials at the ………………… cost possible. </a:t>
            </a:r>
          </a:p>
          <a:p>
            <a:pPr marL="457200" lvl="0" indent="-228600">
              <a:lnSpc>
                <a:spcPct val="90000"/>
              </a:lnSpc>
              <a:spcBef>
                <a:spcPts val="1000"/>
              </a:spcBef>
              <a:spcAft>
                <a:spcPts val="0"/>
              </a:spcAft>
              <a:buSzPts val="1500"/>
              <a:buFont typeface="Arial" panose="020B0604020202020204" pitchFamily="34" charset="0"/>
              <a:buChar char="•"/>
            </a:pPr>
            <a:r>
              <a:rPr lang="en-US" sz="1100">
                <a:sym typeface="Raleway Light"/>
              </a:rPr>
              <a:t>The circular economy is based on a ‘make, use and …………………’ model. </a:t>
            </a:r>
          </a:p>
          <a:p>
            <a:pPr marL="457200" lvl="0" indent="-228600">
              <a:lnSpc>
                <a:spcPct val="90000"/>
              </a:lnSpc>
              <a:spcBef>
                <a:spcPts val="1000"/>
              </a:spcBef>
              <a:spcAft>
                <a:spcPts val="0"/>
              </a:spcAft>
              <a:buSzPts val="1500"/>
              <a:buFont typeface="Arial" panose="020B0604020202020204" pitchFamily="34" charset="0"/>
              <a:buChar char="•"/>
            </a:pPr>
            <a:r>
              <a:rPr lang="en-US" sz="1100">
                <a:sym typeface="Raleway Light"/>
              </a:rPr>
              <a:t>This radical model turns companies into ………………… rather than sellers of a physical product. </a:t>
            </a:r>
          </a:p>
          <a:p>
            <a:pPr marL="457200" lvl="0" indent="-228600">
              <a:lnSpc>
                <a:spcPct val="90000"/>
              </a:lnSpc>
              <a:spcBef>
                <a:spcPts val="1000"/>
              </a:spcBef>
              <a:spcAft>
                <a:spcPts val="0"/>
              </a:spcAft>
              <a:buSzPts val="1500"/>
              <a:buFont typeface="Arial" panose="020B0604020202020204" pitchFamily="34" charset="0"/>
              <a:buChar char="•"/>
            </a:pPr>
            <a:r>
              <a:rPr lang="en-US" sz="1100">
                <a:sym typeface="Raleway Light"/>
              </a:rPr>
              <a:t>H&amp;M collects old garments and ………………… them. </a:t>
            </a:r>
          </a:p>
          <a:p>
            <a:pPr marL="457200" lvl="0" indent="-228600">
              <a:lnSpc>
                <a:spcPct val="90000"/>
              </a:lnSpc>
              <a:spcBef>
                <a:spcPts val="1000"/>
              </a:spcBef>
              <a:spcAft>
                <a:spcPts val="0"/>
              </a:spcAft>
              <a:buSzPts val="1500"/>
              <a:buFont typeface="Arial" panose="020B0604020202020204" pitchFamily="34" charset="0"/>
              <a:buChar char="•"/>
            </a:pPr>
            <a:r>
              <a:rPr lang="en-US" sz="1100">
                <a:sym typeface="Raleway Light"/>
              </a:rPr>
              <a:t>The circular economy can produce environmental and ………………… benefits.</a:t>
            </a:r>
          </a:p>
          <a:p>
            <a:pPr marL="457200" lvl="0" indent="-228600">
              <a:lnSpc>
                <a:spcPct val="90000"/>
              </a:lnSpc>
              <a:spcBef>
                <a:spcPts val="1000"/>
              </a:spcBef>
              <a:spcAft>
                <a:spcPts val="1000"/>
              </a:spcAft>
              <a:buSzPts val="1500"/>
              <a:buFont typeface="Arial" panose="020B0604020202020204" pitchFamily="34" charset="0"/>
              <a:buChar char="•"/>
            </a:pPr>
            <a:r>
              <a:rPr lang="en-US" sz="1100">
                <a:sym typeface="Raleway Light"/>
              </a:rPr>
              <a:t>Companies would have to ………………… their products and supply chains in order to become more circular. </a:t>
            </a:r>
          </a:p>
        </p:txBody>
      </p:sp>
      <p:sp>
        <p:nvSpPr>
          <p:cNvPr id="181" name="Oval 180">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6138" y="2567969"/>
            <a:ext cx="473163" cy="473163"/>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Freeform: Shape 179">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5587670" y="3875011"/>
            <a:ext cx="1376794" cy="1518589"/>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pic>
        <p:nvPicPr>
          <p:cNvPr id="165" name="Google Shape;165;p27" descr="Imagine a world where you never throw anything away. CNBC's Elizabeth Schulze explains the circular economy.&#10;&#10;-----&#10;&#10;Subscribe to us on YouTube: http://cnb.cx/2wuoARM&#10;&#10;Subscribe to CNBC Life on YouTube: http://cnb.cx/2wAkfMv&#10;&#10;Like our Facebook page:&#10;https://www.facebook.com/cnbcinternational&#10;&#10;Follow us on Instagram:&#10;https://www.instagram.com/cnbcinternational/&#10;&#10;Follow us on Twitter:&#10;https://twitter.com/CNBCi" title="What is the circular economy? | CNBC Explains">
            <a:hlinkClick r:id="rId3"/>
          </p:cNvPr>
          <p:cNvPicPr preferRelativeResize="0"/>
          <p:nvPr/>
        </p:nvPicPr>
        <p:blipFill rotWithShape="1">
          <a:blip r:embed="rId4"/>
          <a:srcRect l="3728" r="21275" b="5"/>
          <a:stretch/>
        </p:blipFill>
        <p:spPr>
          <a:xfrm>
            <a:off x="5813981" y="806429"/>
            <a:ext cx="3096452" cy="3096452"/>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p:spPr>
      </p:pic>
      <p:sp>
        <p:nvSpPr>
          <p:cNvPr id="182" name="Freeform: Shape 181">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2201" y="0"/>
            <a:ext cx="1550211" cy="1216410"/>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84" name="Straight Connector 183">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04058" y="770929"/>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86" name="Freeform: Shape 185">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7145" y="4525346"/>
            <a:ext cx="1493298" cy="618154"/>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3" name="Google Shape;163;p27"/>
          <p:cNvSpPr txBox="1">
            <a:spLocks noGrp="1"/>
          </p:cNvSpPr>
          <p:nvPr>
            <p:ph type="sldNum" sz="quarter" idx="12"/>
          </p:nvPr>
        </p:nvSpPr>
        <p:spPr>
          <a:xfrm>
            <a:off x="6457950" y="4767262"/>
            <a:ext cx="2057400" cy="273844"/>
          </a:xfrm>
          <a:prstGeom prst="rect">
            <a:avLst/>
          </a:prstGeom>
        </p:spPr>
        <p:txBody>
          <a:bodyPr spcFirstLastPara="1" vert="horz" lIns="91440" tIns="45720" rIns="91440" bIns="45720" rtlCol="0" anchor="ctr" anchorCtr="0">
            <a:normAutofit/>
          </a:bodyPr>
          <a:lstStyle/>
          <a:p>
            <a:pPr>
              <a:lnSpc>
                <a:spcPct val="90000"/>
              </a:lnSpc>
              <a:spcAft>
                <a:spcPts val="600"/>
              </a:spcAft>
              <a:defRPr/>
            </a:pPr>
            <a:fld id="{00000000-1234-1234-1234-123412341234}" type="slidenum">
              <a:rPr lang="en-US" sz="700">
                <a:solidFill>
                  <a:prstClr val="black">
                    <a:tint val="75000"/>
                  </a:prstClr>
                </a:solidFill>
                <a:latin typeface="Calibri" panose="020F0502020204030204"/>
              </a:rPr>
              <a:pPr>
                <a:lnSpc>
                  <a:spcPct val="90000"/>
                </a:lnSpc>
                <a:spcAft>
                  <a:spcPts val="600"/>
                </a:spcAft>
                <a:defRPr/>
              </a:pPr>
              <a:t>7</a:t>
            </a:fld>
            <a:endParaRPr lang="en-US" sz="700">
              <a:solidFill>
                <a:prstClr val="black">
                  <a:tint val="75000"/>
                </a:prstClr>
              </a:solidFill>
              <a:latin typeface="Calibri" panose="020F0502020204030204"/>
            </a:endParaRPr>
          </a:p>
        </p:txBody>
      </p:sp>
      <p:sp>
        <p:nvSpPr>
          <p:cNvPr id="188" name="Freeform: Shape 187">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8772" y="4139397"/>
            <a:ext cx="1005228" cy="1004103"/>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Shape 170"/>
        <p:cNvGrpSpPr/>
        <p:nvPr/>
      </p:nvGrpSpPr>
      <p:grpSpPr>
        <a:xfrm>
          <a:off x="0" y="0"/>
          <a:ext cx="0" cy="0"/>
          <a:chOff x="0" y="0"/>
          <a:chExt cx="0" cy="0"/>
        </a:xfrm>
      </p:grpSpPr>
      <p:sp useBgFill="1">
        <p:nvSpPr>
          <p:cNvPr id="191" name="Rectangle 19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Google Shape;172;p28"/>
          <p:cNvSpPr txBox="1"/>
          <p:nvPr/>
        </p:nvSpPr>
        <p:spPr>
          <a:xfrm>
            <a:off x="630936" y="192024"/>
            <a:ext cx="7879842" cy="761238"/>
          </a:xfrm>
          <a:prstGeom prst="rect">
            <a:avLst/>
          </a:prstGeom>
        </p:spPr>
        <p:txBody>
          <a:bodyPr spcFirstLastPara="1" vert="horz" lIns="91440" tIns="45720" rIns="91440" bIns="45720" rtlCol="0" anchor="b" anchorCtr="0">
            <a:normAutofit/>
          </a:bodyPr>
          <a:lstStyle/>
          <a:p>
            <a:pPr marL="0" lvl="0" indent="0">
              <a:lnSpc>
                <a:spcPct val="90000"/>
              </a:lnSpc>
              <a:spcBef>
                <a:spcPct val="0"/>
              </a:spcBef>
              <a:spcAft>
                <a:spcPts val="600"/>
              </a:spcAft>
            </a:pPr>
            <a:r>
              <a:rPr lang="en-US" sz="4100" b="1" kern="1200">
                <a:solidFill>
                  <a:schemeClr val="tx1"/>
                </a:solidFill>
                <a:ea typeface="+mj-ea"/>
                <a:cs typeface="+mj-cs"/>
                <a:sym typeface="Raleway"/>
              </a:rPr>
              <a:t>Let’s check the answers.</a:t>
            </a:r>
          </a:p>
        </p:txBody>
      </p:sp>
      <p:sp>
        <p:nvSpPr>
          <p:cNvPr id="192" name="Rectangle 19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225876"/>
            <a:ext cx="7838694"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3" name="Rectangle 19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153632"/>
            <a:ext cx="1405092" cy="82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1" name="Google Shape;171;p28"/>
          <p:cNvSpPr txBox="1">
            <a:spLocks noGrp="1"/>
          </p:cNvSpPr>
          <p:nvPr>
            <p:ph type="sldNum" sz="quarter" idx="12"/>
          </p:nvPr>
        </p:nvSpPr>
        <p:spPr>
          <a:xfrm>
            <a:off x="6052531" y="4497432"/>
            <a:ext cx="1618386" cy="215410"/>
          </a:xfrm>
          <a:prstGeom prst="rect">
            <a:avLst/>
          </a:prstGeom>
        </p:spPr>
        <p:txBody>
          <a:bodyPr spcFirstLastPara="1" wrap="square" lIns="91425" tIns="91425" rIns="91425" bIns="91425" anchor="ctr" anchorCtr="0">
            <a:normAutofit fontScale="25000" lnSpcReduction="20000"/>
          </a:bodyPr>
          <a:lstStyle/>
          <a:p>
            <a:pPr defTabSz="713232">
              <a:lnSpc>
                <a:spcPct val="90000"/>
              </a:lnSpc>
              <a:spcAft>
                <a:spcPts val="600"/>
              </a:spcAft>
            </a:pPr>
            <a:fld id="{00000000-1234-1234-1234-123412341234}" type="slidenum">
              <a:rPr lang="en" sz="100" kern="1200">
                <a:solidFill>
                  <a:schemeClr val="tx1">
                    <a:tint val="75000"/>
                  </a:schemeClr>
                </a:solidFill>
                <a:latin typeface="+mn-lt"/>
                <a:ea typeface="+mn-ea"/>
                <a:cs typeface="+mn-cs"/>
              </a:rPr>
              <a:pPr defTabSz="713232">
                <a:lnSpc>
                  <a:spcPct val="90000"/>
                </a:lnSpc>
                <a:spcAft>
                  <a:spcPts val="600"/>
                </a:spcAft>
              </a:pPr>
              <a:t>8</a:t>
            </a:fld>
            <a:endParaRPr lang="en" sz="100"/>
          </a:p>
        </p:txBody>
      </p:sp>
      <p:sp>
        <p:nvSpPr>
          <p:cNvPr id="173" name="Google Shape;173;p28"/>
          <p:cNvSpPr txBox="1"/>
          <p:nvPr/>
        </p:nvSpPr>
        <p:spPr>
          <a:xfrm>
            <a:off x="1281896" y="1444699"/>
            <a:ext cx="6580208" cy="2890248"/>
          </a:xfrm>
          <a:prstGeom prst="rect">
            <a:avLst/>
          </a:prstGeom>
          <a:noFill/>
          <a:ln>
            <a:noFill/>
          </a:ln>
        </p:spPr>
        <p:txBody>
          <a:bodyPr spcFirstLastPara="1" wrap="square" lIns="91425" tIns="91425" rIns="91425" bIns="91425" anchor="t" anchorCtr="0">
            <a:spAutoFit/>
          </a:bodyPr>
          <a:lstStyle/>
          <a:p>
            <a:pPr marL="356616" indent="-257556" defTabSz="713232">
              <a:lnSpc>
                <a:spcPct val="115000"/>
              </a:lnSpc>
              <a:buSzPts val="1600"/>
              <a:buFont typeface="Raleway Light"/>
              <a:buAutoNum type="alphaUcPeriod"/>
            </a:pPr>
            <a:r>
              <a:rPr lang="en-GB" sz="1248" kern="1200">
                <a:solidFill>
                  <a:schemeClr val="tx1"/>
                </a:solidFill>
                <a:latin typeface="Raleway Light"/>
                <a:ea typeface="+mn-ea"/>
                <a:cs typeface="+mn-cs"/>
                <a:sym typeface="Raleway Light"/>
              </a:rPr>
              <a:t>The linear economy is based on a ‘take, make and  ……………………………  ’ model. </a:t>
            </a:r>
          </a:p>
          <a:p>
            <a:pPr marL="356616" indent="-257556" defTabSz="713232">
              <a:lnSpc>
                <a:spcPct val="115000"/>
              </a:lnSpc>
              <a:spcBef>
                <a:spcPts val="780"/>
              </a:spcBef>
              <a:buSzPts val="1600"/>
              <a:buFont typeface="Raleway Light"/>
              <a:buAutoNum type="alphaUcPeriod"/>
            </a:pPr>
            <a:r>
              <a:rPr lang="en-GB" sz="1248" kern="1200">
                <a:solidFill>
                  <a:schemeClr val="tx1"/>
                </a:solidFill>
                <a:latin typeface="Raleway Light"/>
                <a:ea typeface="+mn-ea"/>
                <a:cs typeface="+mn-cs"/>
                <a:sym typeface="Raleway Light"/>
              </a:rPr>
              <a:t>In the linear economy, companies buy materials at the  </a:t>
            </a:r>
            <a:r>
              <a:rPr lang="en-GB" sz="1248" kern="1200">
                <a:solidFill>
                  <a:schemeClr val="dk1"/>
                </a:solidFill>
                <a:latin typeface="Raleway Light"/>
                <a:ea typeface="+mn-ea"/>
                <a:cs typeface="+mn-cs"/>
                <a:sym typeface="Raleway Light"/>
              </a:rPr>
              <a:t>………………………..</a:t>
            </a:r>
            <a:r>
              <a:rPr lang="en-GB" sz="1248" kern="1200">
                <a:solidFill>
                  <a:schemeClr val="tx1"/>
                </a:solidFill>
                <a:latin typeface="Raleway Light"/>
                <a:ea typeface="+mn-ea"/>
                <a:cs typeface="+mn-cs"/>
                <a:sym typeface="Raleway Light"/>
              </a:rPr>
              <a:t>  cost possible. </a:t>
            </a:r>
          </a:p>
          <a:p>
            <a:pPr marL="356616" indent="-257556" defTabSz="713232">
              <a:lnSpc>
                <a:spcPct val="115000"/>
              </a:lnSpc>
              <a:spcBef>
                <a:spcPts val="780"/>
              </a:spcBef>
              <a:buSzPts val="1600"/>
              <a:buFont typeface="Raleway Light"/>
              <a:buAutoNum type="alphaUcPeriod"/>
            </a:pPr>
            <a:r>
              <a:rPr lang="en-GB" sz="1248" kern="1200">
                <a:solidFill>
                  <a:schemeClr val="tx1"/>
                </a:solidFill>
                <a:latin typeface="Raleway Light"/>
                <a:ea typeface="+mn-ea"/>
                <a:cs typeface="+mn-cs"/>
                <a:sym typeface="Raleway Light"/>
              </a:rPr>
              <a:t>The circular economy is based on a ‘make, use and  </a:t>
            </a:r>
            <a:r>
              <a:rPr lang="en-GB" sz="1248" kern="1200">
                <a:solidFill>
                  <a:schemeClr val="dk1"/>
                </a:solidFill>
                <a:latin typeface="Raleway Light"/>
                <a:ea typeface="+mn-ea"/>
                <a:cs typeface="+mn-cs"/>
                <a:sym typeface="Raleway Light"/>
              </a:rPr>
              <a:t>…………………………  </a:t>
            </a:r>
            <a:r>
              <a:rPr lang="en-GB" sz="1248" kern="1200">
                <a:solidFill>
                  <a:schemeClr val="tx1"/>
                </a:solidFill>
                <a:latin typeface="Raleway Light"/>
                <a:ea typeface="+mn-ea"/>
                <a:cs typeface="+mn-cs"/>
                <a:sym typeface="Raleway Light"/>
              </a:rPr>
              <a:t>’ model. </a:t>
            </a:r>
          </a:p>
          <a:p>
            <a:pPr marL="356616" indent="-257556" defTabSz="713232">
              <a:lnSpc>
                <a:spcPct val="115000"/>
              </a:lnSpc>
              <a:spcBef>
                <a:spcPts val="780"/>
              </a:spcBef>
              <a:buSzPts val="1600"/>
              <a:buFont typeface="Raleway Light"/>
              <a:buAutoNum type="alphaUcPeriod"/>
            </a:pPr>
            <a:r>
              <a:rPr lang="en-GB" sz="1248" kern="1200">
                <a:solidFill>
                  <a:schemeClr val="tx1"/>
                </a:solidFill>
                <a:latin typeface="Raleway Light"/>
                <a:ea typeface="+mn-ea"/>
                <a:cs typeface="+mn-cs"/>
                <a:sym typeface="Raleway Light"/>
              </a:rPr>
              <a:t>This radical model turns companies into  </a:t>
            </a:r>
            <a:r>
              <a:rPr lang="en-GB" sz="1248" kern="1200">
                <a:solidFill>
                  <a:schemeClr val="dk1"/>
                </a:solidFill>
                <a:latin typeface="Raleway Light"/>
                <a:ea typeface="+mn-ea"/>
                <a:cs typeface="+mn-cs"/>
                <a:sym typeface="Raleway Light"/>
              </a:rPr>
              <a:t>……………………..……………………………….</a:t>
            </a:r>
            <a:r>
              <a:rPr lang="en-GB" sz="1248" kern="1200">
                <a:solidFill>
                  <a:schemeClr val="tx1"/>
                </a:solidFill>
                <a:latin typeface="Raleway Light"/>
                <a:ea typeface="+mn-ea"/>
                <a:cs typeface="+mn-cs"/>
                <a:sym typeface="Raleway Light"/>
              </a:rPr>
              <a:t>  rather than sellers of a physical product. </a:t>
            </a:r>
          </a:p>
          <a:p>
            <a:pPr marL="356616" indent="-257556" defTabSz="713232">
              <a:lnSpc>
                <a:spcPct val="115000"/>
              </a:lnSpc>
              <a:spcBef>
                <a:spcPts val="780"/>
              </a:spcBef>
              <a:buSzPts val="1600"/>
              <a:buFont typeface="Raleway Light"/>
              <a:buAutoNum type="alphaUcPeriod"/>
            </a:pPr>
            <a:r>
              <a:rPr lang="en-GB" sz="1248" kern="1200">
                <a:solidFill>
                  <a:schemeClr val="tx1"/>
                </a:solidFill>
                <a:latin typeface="Raleway Light"/>
                <a:ea typeface="+mn-ea"/>
                <a:cs typeface="+mn-cs"/>
                <a:sym typeface="Raleway Light"/>
              </a:rPr>
              <a:t>H&amp;M collects old garments and  </a:t>
            </a:r>
            <a:r>
              <a:rPr lang="en-GB" sz="1248" kern="1200">
                <a:solidFill>
                  <a:schemeClr val="dk1"/>
                </a:solidFill>
                <a:latin typeface="Raleway Light"/>
                <a:ea typeface="+mn-ea"/>
                <a:cs typeface="+mn-cs"/>
                <a:sym typeface="Raleway Light"/>
              </a:rPr>
              <a:t>…………………………...  </a:t>
            </a:r>
            <a:r>
              <a:rPr lang="en-GB" sz="1248" kern="1200">
                <a:solidFill>
                  <a:schemeClr val="tx1"/>
                </a:solidFill>
                <a:latin typeface="Raleway Light"/>
                <a:ea typeface="+mn-ea"/>
                <a:cs typeface="+mn-cs"/>
                <a:sym typeface="Raleway Light"/>
              </a:rPr>
              <a:t>them. </a:t>
            </a:r>
          </a:p>
          <a:p>
            <a:pPr marL="356616" indent="-257556" defTabSz="713232">
              <a:lnSpc>
                <a:spcPct val="115000"/>
              </a:lnSpc>
              <a:spcBef>
                <a:spcPts val="780"/>
              </a:spcBef>
              <a:buSzPts val="1600"/>
              <a:buFont typeface="Raleway Light"/>
              <a:buAutoNum type="alphaUcPeriod"/>
            </a:pPr>
            <a:r>
              <a:rPr lang="en-GB" sz="1248" kern="1200">
                <a:solidFill>
                  <a:schemeClr val="tx1"/>
                </a:solidFill>
                <a:latin typeface="Raleway Light"/>
                <a:ea typeface="+mn-ea"/>
                <a:cs typeface="+mn-cs"/>
                <a:sym typeface="Raleway Light"/>
              </a:rPr>
              <a:t>The circular economy can produce environmental and  </a:t>
            </a:r>
            <a:r>
              <a:rPr lang="en-GB" sz="1248" kern="1200">
                <a:solidFill>
                  <a:schemeClr val="dk1"/>
                </a:solidFill>
                <a:latin typeface="Raleway Light"/>
                <a:ea typeface="+mn-ea"/>
                <a:cs typeface="+mn-cs"/>
                <a:sym typeface="Raleway Light"/>
              </a:rPr>
              <a:t>………………………………...</a:t>
            </a:r>
            <a:r>
              <a:rPr lang="en-GB" sz="1248" kern="1200">
                <a:solidFill>
                  <a:schemeClr val="tx1"/>
                </a:solidFill>
                <a:latin typeface="Raleway Light"/>
                <a:ea typeface="+mn-ea"/>
                <a:cs typeface="+mn-cs"/>
                <a:sym typeface="Raleway Light"/>
              </a:rPr>
              <a:t>  benefits.</a:t>
            </a:r>
          </a:p>
          <a:p>
            <a:pPr marL="356616" indent="-257556" defTabSz="713232">
              <a:lnSpc>
                <a:spcPct val="115000"/>
              </a:lnSpc>
              <a:spcBef>
                <a:spcPts val="780"/>
              </a:spcBef>
              <a:spcAft>
                <a:spcPts val="780"/>
              </a:spcAft>
              <a:buSzPts val="1600"/>
              <a:buFont typeface="Raleway Light"/>
              <a:buAutoNum type="alphaUcPeriod"/>
            </a:pPr>
            <a:r>
              <a:rPr lang="en-GB" sz="1248" kern="1200">
                <a:solidFill>
                  <a:schemeClr val="tx1"/>
                </a:solidFill>
                <a:latin typeface="Raleway Light"/>
                <a:ea typeface="+mn-ea"/>
                <a:cs typeface="+mn-cs"/>
                <a:sym typeface="Raleway Light"/>
              </a:rPr>
              <a:t>Companies would have to </a:t>
            </a:r>
            <a:r>
              <a:rPr lang="en-GB" sz="1248" kern="1200">
                <a:solidFill>
                  <a:schemeClr val="dk1"/>
                </a:solidFill>
                <a:latin typeface="Raleway Light"/>
                <a:ea typeface="+mn-ea"/>
                <a:cs typeface="+mn-cs"/>
                <a:sym typeface="Raleway Light"/>
              </a:rPr>
              <a:t>……………………………...</a:t>
            </a:r>
            <a:r>
              <a:rPr lang="en-GB" sz="1248" kern="1200">
                <a:solidFill>
                  <a:schemeClr val="tx1"/>
                </a:solidFill>
                <a:latin typeface="Raleway Light"/>
                <a:ea typeface="+mn-ea"/>
                <a:cs typeface="+mn-cs"/>
                <a:sym typeface="Raleway Light"/>
              </a:rPr>
              <a:t> their products and supply chains in order to become more circular. </a:t>
            </a:r>
            <a:endParaRPr lang="en-GB" sz="1500">
              <a:latin typeface="Raleway Light"/>
              <a:ea typeface="Raleway Light"/>
              <a:cs typeface="Raleway Light"/>
              <a:sym typeface="Raleway Light"/>
            </a:endParaRPr>
          </a:p>
        </p:txBody>
      </p:sp>
      <p:sp>
        <p:nvSpPr>
          <p:cNvPr id="174" name="Google Shape;174;p28"/>
          <p:cNvSpPr/>
          <p:nvPr/>
        </p:nvSpPr>
        <p:spPr>
          <a:xfrm>
            <a:off x="5383218" y="1444699"/>
            <a:ext cx="778751" cy="266742"/>
          </a:xfrm>
          <a:prstGeom prst="roundRect">
            <a:avLst>
              <a:gd name="adj" fmla="val 16667"/>
            </a:avLst>
          </a:prstGeom>
          <a:solidFill>
            <a:srgbClr val="FF5C5C"/>
          </a:solidFill>
          <a:ln>
            <a:noFill/>
          </a:ln>
        </p:spPr>
        <p:txBody>
          <a:bodyPr spcFirstLastPara="1" wrap="square" lIns="91425" tIns="91425" rIns="91425" bIns="91425" anchor="ctr" anchorCtr="0">
            <a:noAutofit/>
          </a:bodyPr>
          <a:lstStyle/>
          <a:p>
            <a:pPr algn="ctr" defTabSz="713232">
              <a:spcAft>
                <a:spcPts val="600"/>
              </a:spcAft>
            </a:pPr>
            <a:r>
              <a:rPr lang="en-ZA" sz="1248" kern="1200">
                <a:solidFill>
                  <a:srgbClr val="FFFFFF"/>
                </a:solidFill>
                <a:latin typeface="Raleway Light"/>
                <a:ea typeface="+mn-ea"/>
                <a:cs typeface="+mn-cs"/>
                <a:sym typeface="Raleway Light"/>
              </a:rPr>
              <a:t>dispose</a:t>
            </a:r>
            <a:endParaRPr lang="en-ZA" sz="1600">
              <a:solidFill>
                <a:srgbClr val="FFFFFF"/>
              </a:solidFill>
              <a:latin typeface="Raleway Light"/>
              <a:ea typeface="Raleway Light"/>
              <a:cs typeface="Raleway Light"/>
              <a:sym typeface="Raleway Light"/>
            </a:endParaRPr>
          </a:p>
        </p:txBody>
      </p:sp>
      <p:sp>
        <p:nvSpPr>
          <p:cNvPr id="175" name="Google Shape;175;p28"/>
          <p:cNvSpPr/>
          <p:nvPr/>
        </p:nvSpPr>
        <p:spPr>
          <a:xfrm>
            <a:off x="3597057" y="3641834"/>
            <a:ext cx="927756" cy="210129"/>
          </a:xfrm>
          <a:prstGeom prst="roundRect">
            <a:avLst>
              <a:gd name="adj" fmla="val 16667"/>
            </a:avLst>
          </a:prstGeom>
          <a:solidFill>
            <a:srgbClr val="FF5C5C"/>
          </a:solidFill>
          <a:ln>
            <a:noFill/>
          </a:ln>
        </p:spPr>
        <p:txBody>
          <a:bodyPr spcFirstLastPara="1" wrap="square" lIns="91425" tIns="91425" rIns="91425" bIns="91425" anchor="ctr" anchorCtr="0">
            <a:noAutofit/>
          </a:bodyPr>
          <a:lstStyle/>
          <a:p>
            <a:pPr algn="ctr" defTabSz="713232">
              <a:spcAft>
                <a:spcPts val="600"/>
              </a:spcAft>
            </a:pPr>
            <a:r>
              <a:rPr lang="en-ZA" sz="1248" kern="1200">
                <a:solidFill>
                  <a:srgbClr val="FFFFFF"/>
                </a:solidFill>
                <a:latin typeface="Raleway Light"/>
                <a:ea typeface="+mn-ea"/>
                <a:cs typeface="+mn-cs"/>
                <a:sym typeface="Raleway Light"/>
              </a:rPr>
              <a:t>redesign</a:t>
            </a:r>
            <a:endParaRPr lang="en-ZA" sz="1600">
              <a:solidFill>
                <a:srgbClr val="FFFFFF"/>
              </a:solidFill>
              <a:latin typeface="Raleway Light"/>
              <a:ea typeface="Raleway Light"/>
              <a:cs typeface="Raleway Light"/>
              <a:sym typeface="Raleway Light"/>
            </a:endParaRPr>
          </a:p>
        </p:txBody>
      </p:sp>
      <p:sp>
        <p:nvSpPr>
          <p:cNvPr id="176" name="Google Shape;176;p28"/>
          <p:cNvSpPr/>
          <p:nvPr/>
        </p:nvSpPr>
        <p:spPr>
          <a:xfrm>
            <a:off x="5695643" y="3228982"/>
            <a:ext cx="1067764" cy="307292"/>
          </a:xfrm>
          <a:prstGeom prst="roundRect">
            <a:avLst>
              <a:gd name="adj" fmla="val 16667"/>
            </a:avLst>
          </a:prstGeom>
          <a:solidFill>
            <a:srgbClr val="FF5C5C"/>
          </a:solidFill>
          <a:ln>
            <a:noFill/>
          </a:ln>
        </p:spPr>
        <p:txBody>
          <a:bodyPr spcFirstLastPara="1" wrap="square" lIns="91425" tIns="91425" rIns="91425" bIns="91425" anchor="ctr" anchorCtr="0">
            <a:noAutofit/>
          </a:bodyPr>
          <a:lstStyle/>
          <a:p>
            <a:pPr defTabSz="713232">
              <a:spcAft>
                <a:spcPts val="600"/>
              </a:spcAft>
            </a:pPr>
            <a:r>
              <a:rPr lang="en-ZA" sz="1248" kern="1200">
                <a:solidFill>
                  <a:srgbClr val="FFFFFF"/>
                </a:solidFill>
                <a:latin typeface="Raleway Light"/>
                <a:ea typeface="+mn-ea"/>
                <a:cs typeface="+mn-cs"/>
                <a:sym typeface="Raleway Light"/>
              </a:rPr>
              <a:t>economic</a:t>
            </a:r>
            <a:endParaRPr lang="en-ZA" sz="1600">
              <a:solidFill>
                <a:srgbClr val="FFFFFF"/>
              </a:solidFill>
              <a:latin typeface="Raleway Light"/>
              <a:ea typeface="Raleway Light"/>
              <a:cs typeface="Raleway Light"/>
              <a:sym typeface="Raleway Light"/>
            </a:endParaRPr>
          </a:p>
        </p:txBody>
      </p:sp>
      <p:sp>
        <p:nvSpPr>
          <p:cNvPr id="177" name="Google Shape;177;p28"/>
          <p:cNvSpPr/>
          <p:nvPr/>
        </p:nvSpPr>
        <p:spPr>
          <a:xfrm>
            <a:off x="4060935" y="2880075"/>
            <a:ext cx="832083" cy="348907"/>
          </a:xfrm>
          <a:prstGeom prst="roundRect">
            <a:avLst>
              <a:gd name="adj" fmla="val 16667"/>
            </a:avLst>
          </a:prstGeom>
          <a:solidFill>
            <a:srgbClr val="FF5C5C"/>
          </a:solidFill>
          <a:ln>
            <a:noFill/>
          </a:ln>
        </p:spPr>
        <p:txBody>
          <a:bodyPr spcFirstLastPara="1" wrap="square" lIns="91425" tIns="91425" rIns="91425" bIns="91425" anchor="ctr" anchorCtr="0">
            <a:noAutofit/>
          </a:bodyPr>
          <a:lstStyle/>
          <a:p>
            <a:pPr algn="ctr" defTabSz="713232">
              <a:spcAft>
                <a:spcPts val="600"/>
              </a:spcAft>
            </a:pPr>
            <a:r>
              <a:rPr lang="en-ZA" sz="1248" kern="1200">
                <a:solidFill>
                  <a:srgbClr val="FFFFFF"/>
                </a:solidFill>
                <a:latin typeface="Raleway Light"/>
                <a:ea typeface="+mn-ea"/>
                <a:cs typeface="+mn-cs"/>
                <a:sym typeface="Raleway Light"/>
              </a:rPr>
              <a:t>recycles</a:t>
            </a:r>
            <a:endParaRPr lang="en-ZA" sz="1600">
              <a:solidFill>
                <a:srgbClr val="FFFFFF"/>
              </a:solidFill>
              <a:latin typeface="Raleway Light"/>
              <a:ea typeface="Raleway Light"/>
              <a:cs typeface="Raleway Light"/>
              <a:sym typeface="Raleway Light"/>
            </a:endParaRPr>
          </a:p>
        </p:txBody>
      </p:sp>
      <p:sp>
        <p:nvSpPr>
          <p:cNvPr id="178" name="Google Shape;178;p28"/>
          <p:cNvSpPr/>
          <p:nvPr/>
        </p:nvSpPr>
        <p:spPr>
          <a:xfrm>
            <a:off x="4635047" y="2481224"/>
            <a:ext cx="1466883" cy="193744"/>
          </a:xfrm>
          <a:prstGeom prst="roundRect">
            <a:avLst>
              <a:gd name="adj" fmla="val 16667"/>
            </a:avLst>
          </a:prstGeom>
          <a:solidFill>
            <a:srgbClr val="FF5C5C"/>
          </a:solidFill>
          <a:ln>
            <a:noFill/>
          </a:ln>
        </p:spPr>
        <p:txBody>
          <a:bodyPr spcFirstLastPara="1" wrap="square" lIns="91425" tIns="91425" rIns="91425" bIns="91425" anchor="ctr" anchorCtr="0">
            <a:noAutofit/>
          </a:bodyPr>
          <a:lstStyle/>
          <a:p>
            <a:pPr algn="ctr" defTabSz="713232">
              <a:spcAft>
                <a:spcPts val="600"/>
              </a:spcAft>
            </a:pPr>
            <a:r>
              <a:rPr lang="en-ZA" sz="1248" kern="1200">
                <a:solidFill>
                  <a:srgbClr val="FFFFFF"/>
                </a:solidFill>
                <a:latin typeface="Raleway Light"/>
                <a:ea typeface="+mn-ea"/>
                <a:cs typeface="+mn-cs"/>
                <a:sym typeface="Raleway Light"/>
              </a:rPr>
              <a:t>service providers</a:t>
            </a:r>
            <a:endParaRPr lang="en-ZA" sz="1600">
              <a:solidFill>
                <a:srgbClr val="FFFFFF"/>
              </a:solidFill>
              <a:latin typeface="Raleway Light"/>
              <a:ea typeface="Raleway Light"/>
              <a:cs typeface="Raleway Light"/>
              <a:sym typeface="Raleway Light"/>
            </a:endParaRPr>
          </a:p>
        </p:txBody>
      </p:sp>
      <p:sp>
        <p:nvSpPr>
          <p:cNvPr id="179" name="Google Shape;179;p28"/>
          <p:cNvSpPr/>
          <p:nvPr/>
        </p:nvSpPr>
        <p:spPr>
          <a:xfrm>
            <a:off x="5461624" y="2160039"/>
            <a:ext cx="742173" cy="193744"/>
          </a:xfrm>
          <a:prstGeom prst="roundRect">
            <a:avLst>
              <a:gd name="adj" fmla="val 16667"/>
            </a:avLst>
          </a:prstGeom>
          <a:solidFill>
            <a:srgbClr val="FF5C5C"/>
          </a:solidFill>
          <a:ln>
            <a:noFill/>
          </a:ln>
        </p:spPr>
        <p:txBody>
          <a:bodyPr spcFirstLastPara="1" wrap="square" lIns="91425" tIns="91425" rIns="91425" bIns="91425" anchor="ctr" anchorCtr="0">
            <a:noAutofit/>
          </a:bodyPr>
          <a:lstStyle/>
          <a:p>
            <a:pPr algn="ctr" defTabSz="713232">
              <a:spcAft>
                <a:spcPts val="600"/>
              </a:spcAft>
            </a:pPr>
            <a:r>
              <a:rPr lang="en-ZA" sz="1248" kern="1200">
                <a:solidFill>
                  <a:srgbClr val="FFFFFF"/>
                </a:solidFill>
                <a:latin typeface="Raleway Light"/>
                <a:ea typeface="+mn-ea"/>
                <a:cs typeface="+mn-cs"/>
                <a:sym typeface="Raleway Light"/>
              </a:rPr>
              <a:t>return</a:t>
            </a:r>
            <a:endParaRPr lang="en-ZA" sz="1600">
              <a:solidFill>
                <a:srgbClr val="FFFFFF"/>
              </a:solidFill>
              <a:latin typeface="Raleway Light"/>
              <a:ea typeface="Raleway Light"/>
              <a:cs typeface="Raleway Light"/>
              <a:sym typeface="Raleway Light"/>
            </a:endParaRPr>
          </a:p>
        </p:txBody>
      </p:sp>
      <p:sp>
        <p:nvSpPr>
          <p:cNvPr id="180" name="Google Shape;180;p28"/>
          <p:cNvSpPr/>
          <p:nvPr/>
        </p:nvSpPr>
        <p:spPr>
          <a:xfrm>
            <a:off x="5695643" y="1828461"/>
            <a:ext cx="686245" cy="204146"/>
          </a:xfrm>
          <a:prstGeom prst="roundRect">
            <a:avLst>
              <a:gd name="adj" fmla="val 16667"/>
            </a:avLst>
          </a:prstGeom>
          <a:solidFill>
            <a:srgbClr val="FF5C5C"/>
          </a:solidFill>
          <a:ln>
            <a:noFill/>
          </a:ln>
        </p:spPr>
        <p:txBody>
          <a:bodyPr spcFirstLastPara="1" wrap="square" lIns="91425" tIns="91425" rIns="91425" bIns="91425" anchor="ctr" anchorCtr="0">
            <a:noAutofit/>
          </a:bodyPr>
          <a:lstStyle/>
          <a:p>
            <a:pPr algn="ctr" defTabSz="713232">
              <a:spcAft>
                <a:spcPts val="600"/>
              </a:spcAft>
            </a:pPr>
            <a:r>
              <a:rPr lang="en-ZA" sz="1248" kern="1200">
                <a:solidFill>
                  <a:srgbClr val="FFFFFF"/>
                </a:solidFill>
                <a:latin typeface="Raleway Light"/>
                <a:ea typeface="+mn-ea"/>
                <a:cs typeface="+mn-cs"/>
                <a:sym typeface="Raleway Light"/>
              </a:rPr>
              <a:t>lowest</a:t>
            </a:r>
            <a:endParaRPr lang="en-ZA" sz="1600">
              <a:solidFill>
                <a:srgbClr val="FFFFFF"/>
              </a:solidFill>
              <a:latin typeface="Raleway Light"/>
              <a:ea typeface="Raleway Light"/>
              <a:cs typeface="Raleway Light"/>
              <a:sym typeface="Raleway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1"/>
                                        <p:tgtEl>
                                          <p:spTgt spid="1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0"/>
                                        </p:tgtEl>
                                        <p:attrNameLst>
                                          <p:attrName>style.visibility</p:attrName>
                                        </p:attrNameLst>
                                      </p:cBhvr>
                                      <p:to>
                                        <p:strVal val="visible"/>
                                      </p:to>
                                    </p:set>
                                    <p:animEffect transition="in" filter="fade">
                                      <p:cBhvr>
                                        <p:cTn id="12" dur="1"/>
                                        <p:tgtEl>
                                          <p:spTgt spid="1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9"/>
                                        </p:tgtEl>
                                        <p:attrNameLst>
                                          <p:attrName>style.visibility</p:attrName>
                                        </p:attrNameLst>
                                      </p:cBhvr>
                                      <p:to>
                                        <p:strVal val="visible"/>
                                      </p:to>
                                    </p:set>
                                    <p:animEffect transition="in" filter="fade">
                                      <p:cBhvr>
                                        <p:cTn id="17" dur="1"/>
                                        <p:tgtEl>
                                          <p:spTgt spid="17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8"/>
                                        </p:tgtEl>
                                        <p:attrNameLst>
                                          <p:attrName>style.visibility</p:attrName>
                                        </p:attrNameLst>
                                      </p:cBhvr>
                                      <p:to>
                                        <p:strVal val="visible"/>
                                      </p:to>
                                    </p:set>
                                    <p:animEffect transition="in" filter="fade">
                                      <p:cBhvr>
                                        <p:cTn id="22" dur="1"/>
                                        <p:tgtEl>
                                          <p:spTgt spid="17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7"/>
                                        </p:tgtEl>
                                        <p:attrNameLst>
                                          <p:attrName>style.visibility</p:attrName>
                                        </p:attrNameLst>
                                      </p:cBhvr>
                                      <p:to>
                                        <p:strVal val="visible"/>
                                      </p:to>
                                    </p:set>
                                    <p:animEffect transition="in" filter="fade">
                                      <p:cBhvr>
                                        <p:cTn id="27" dur="1"/>
                                        <p:tgtEl>
                                          <p:spTgt spid="17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6"/>
                                        </p:tgtEl>
                                        <p:attrNameLst>
                                          <p:attrName>style.visibility</p:attrName>
                                        </p:attrNameLst>
                                      </p:cBhvr>
                                      <p:to>
                                        <p:strVal val="visible"/>
                                      </p:to>
                                    </p:set>
                                    <p:animEffect transition="in" filter="fade">
                                      <p:cBhvr>
                                        <p:cTn id="32" dur="1"/>
                                        <p:tgtEl>
                                          <p:spTgt spid="17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5"/>
                                        </p:tgtEl>
                                        <p:attrNameLst>
                                          <p:attrName>style.visibility</p:attrName>
                                        </p:attrNameLst>
                                      </p:cBhvr>
                                      <p:to>
                                        <p:strVal val="visible"/>
                                      </p:to>
                                    </p:set>
                                    <p:animEffect transition="in" filter="fade">
                                      <p:cBhvr>
                                        <p:cTn id="37" dur="1"/>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4"/>
        <p:cNvGrpSpPr/>
        <p:nvPr/>
      </p:nvGrpSpPr>
      <p:grpSpPr>
        <a:xfrm>
          <a:off x="0" y="0"/>
          <a:ext cx="0" cy="0"/>
          <a:chOff x="0" y="0"/>
          <a:chExt cx="0" cy="0"/>
        </a:xfrm>
      </p:grpSpPr>
      <p:sp useBgFill="1">
        <p:nvSpPr>
          <p:cNvPr id="191" name="Rectangle 190">
            <a:extLst>
              <a:ext uri="{FF2B5EF4-FFF2-40B4-BE49-F238E27FC236}">
                <a16:creationId xmlns:a16="http://schemas.microsoft.com/office/drawing/2014/main" id="{5463EB0A-3D7C-4AA5-BFA5-8EE5B4BA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Google Shape;186;p29"/>
          <p:cNvSpPr txBox="1">
            <a:spLocks noGrp="1"/>
          </p:cNvSpPr>
          <p:nvPr>
            <p:ph type="ctrTitle"/>
          </p:nvPr>
        </p:nvSpPr>
        <p:spPr>
          <a:xfrm>
            <a:off x="433988" y="841772"/>
            <a:ext cx="8276021" cy="2381017"/>
          </a:xfrm>
          <a:prstGeom prst="rect">
            <a:avLst/>
          </a:prstGeom>
        </p:spPr>
        <p:txBody>
          <a:bodyPr spcFirstLastPara="1" vert="horz" lIns="91440" tIns="45720" rIns="91440" bIns="45720" rtlCol="0" anchor="b" anchorCtr="0">
            <a:normAutofit/>
          </a:bodyPr>
          <a:lstStyle/>
          <a:p>
            <a:pPr marL="0" lvl="0" indent="0" defTabSz="914400">
              <a:spcBef>
                <a:spcPct val="0"/>
              </a:spcBef>
              <a:spcAft>
                <a:spcPts val="0"/>
              </a:spcAft>
            </a:pPr>
            <a:r>
              <a:rPr lang="en-US" sz="6000" kern="1200">
                <a:solidFill>
                  <a:schemeClr val="tx1"/>
                </a:solidFill>
                <a:latin typeface="+mj-lt"/>
                <a:ea typeface="+mj-ea"/>
                <a:cs typeface="+mj-cs"/>
              </a:rPr>
              <a:t>Let’s learn some collocations</a:t>
            </a:r>
          </a:p>
        </p:txBody>
      </p:sp>
      <p:sp>
        <p:nvSpPr>
          <p:cNvPr id="193" name="Rectangle 192">
            <a:extLst>
              <a:ext uri="{FF2B5EF4-FFF2-40B4-BE49-F238E27FC236}">
                <a16:creationId xmlns:a16="http://schemas.microsoft.com/office/drawing/2014/main" id="{7945AD00-F967-454D-A4B2-39ABA5C8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3158" y="260093"/>
            <a:ext cx="109728"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 name="Rectangle 194">
            <a:extLst>
              <a:ext uri="{FF2B5EF4-FFF2-40B4-BE49-F238E27FC236}">
                <a16:creationId xmlns:a16="http://schemas.microsoft.com/office/drawing/2014/main" id="{E9BC5B79-B912-427C-8219-E3E50943F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433989" y="3375900"/>
            <a:ext cx="8276022"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85" name="Google Shape;185;p29"/>
          <p:cNvPicPr preferRelativeResize="0"/>
          <p:nvPr/>
        </p:nvPicPr>
        <p:blipFill>
          <a:blip r:embed="rId3">
            <a:alphaModFix/>
          </a:blip>
          <a:stretch>
            <a:fillRect/>
          </a:stretch>
        </p:blipFill>
        <p:spPr>
          <a:xfrm>
            <a:off x="8025763" y="135838"/>
            <a:ext cx="886968" cy="8869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0"/>
        <p:cNvGrpSpPr/>
        <p:nvPr/>
      </p:nvGrpSpPr>
      <p:grpSpPr>
        <a:xfrm>
          <a:off x="0" y="0"/>
          <a:ext cx="0" cy="0"/>
          <a:chOff x="0" y="0"/>
          <a:chExt cx="0" cy="0"/>
        </a:xfrm>
      </p:grpSpPr>
      <p:sp useBgFill="1">
        <p:nvSpPr>
          <p:cNvPr id="202" name="Rectangle 20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Google Shape;193;p30"/>
          <p:cNvSpPr txBox="1"/>
          <p:nvPr/>
        </p:nvSpPr>
        <p:spPr>
          <a:xfrm>
            <a:off x="473202" y="479640"/>
            <a:ext cx="2571750" cy="1289304"/>
          </a:xfrm>
          <a:prstGeom prst="rect">
            <a:avLst/>
          </a:prstGeom>
        </p:spPr>
        <p:txBody>
          <a:bodyPr spcFirstLastPara="1" vert="horz" lIns="91440" tIns="45720" rIns="91440" bIns="45720" rtlCol="0" anchor="b" anchorCtr="0">
            <a:normAutofit/>
          </a:bodyPr>
          <a:lstStyle/>
          <a:p>
            <a:pPr marL="0" lvl="0" indent="0">
              <a:lnSpc>
                <a:spcPct val="90000"/>
              </a:lnSpc>
              <a:spcBef>
                <a:spcPct val="0"/>
              </a:spcBef>
              <a:spcAft>
                <a:spcPts val="600"/>
              </a:spcAft>
            </a:pPr>
            <a:r>
              <a:rPr lang="en-US" sz="3800" b="1" kern="1200">
                <a:solidFill>
                  <a:schemeClr val="tx1"/>
                </a:solidFill>
                <a:latin typeface="+mj-lt"/>
                <a:ea typeface="+mj-ea"/>
                <a:cs typeface="+mj-cs"/>
                <a:sym typeface="Raleway"/>
              </a:rPr>
              <a:t>Match the collocations.</a:t>
            </a:r>
          </a:p>
        </p:txBody>
      </p:sp>
      <p:sp>
        <p:nvSpPr>
          <p:cNvPr id="20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1930317"/>
            <a:ext cx="2441321" cy="13716"/>
          </a:xfrm>
          <a:custGeom>
            <a:avLst/>
            <a:gdLst>
              <a:gd name="connsiteX0" fmla="*/ 0 w 2441321"/>
              <a:gd name="connsiteY0" fmla="*/ 0 h 13716"/>
              <a:gd name="connsiteX1" fmla="*/ 585917 w 2441321"/>
              <a:gd name="connsiteY1" fmla="*/ 0 h 13716"/>
              <a:gd name="connsiteX2" fmla="*/ 1196247 w 2441321"/>
              <a:gd name="connsiteY2" fmla="*/ 0 h 13716"/>
              <a:gd name="connsiteX3" fmla="*/ 1806578 w 2441321"/>
              <a:gd name="connsiteY3" fmla="*/ 0 h 13716"/>
              <a:gd name="connsiteX4" fmla="*/ 2441321 w 2441321"/>
              <a:gd name="connsiteY4" fmla="*/ 0 h 13716"/>
              <a:gd name="connsiteX5" fmla="*/ 2441321 w 2441321"/>
              <a:gd name="connsiteY5" fmla="*/ 13716 h 13716"/>
              <a:gd name="connsiteX6" fmla="*/ 1830991 w 2441321"/>
              <a:gd name="connsiteY6" fmla="*/ 13716 h 13716"/>
              <a:gd name="connsiteX7" fmla="*/ 1269487 w 2441321"/>
              <a:gd name="connsiteY7" fmla="*/ 13716 h 13716"/>
              <a:gd name="connsiteX8" fmla="*/ 707983 w 2441321"/>
              <a:gd name="connsiteY8" fmla="*/ 13716 h 13716"/>
              <a:gd name="connsiteX9" fmla="*/ 0 w 2441321"/>
              <a:gd name="connsiteY9" fmla="*/ 13716 h 13716"/>
              <a:gd name="connsiteX10" fmla="*/ 0 w 2441321"/>
              <a:gd name="connsiteY10" fmla="*/ 0 h 13716"/>
              <a:gd name="connsiteX0" fmla="*/ 0 w 2441321"/>
              <a:gd name="connsiteY0" fmla="*/ 0 h 13716"/>
              <a:gd name="connsiteX1" fmla="*/ 585917 w 2441321"/>
              <a:gd name="connsiteY1" fmla="*/ 0 h 13716"/>
              <a:gd name="connsiteX2" fmla="*/ 1123008 w 2441321"/>
              <a:gd name="connsiteY2" fmla="*/ 0 h 13716"/>
              <a:gd name="connsiteX3" fmla="*/ 1782164 w 2441321"/>
              <a:gd name="connsiteY3" fmla="*/ 0 h 13716"/>
              <a:gd name="connsiteX4" fmla="*/ 2441321 w 2441321"/>
              <a:gd name="connsiteY4" fmla="*/ 0 h 13716"/>
              <a:gd name="connsiteX5" fmla="*/ 2441321 w 2441321"/>
              <a:gd name="connsiteY5" fmla="*/ 13716 h 13716"/>
              <a:gd name="connsiteX6" fmla="*/ 1879817 w 2441321"/>
              <a:gd name="connsiteY6" fmla="*/ 13716 h 13716"/>
              <a:gd name="connsiteX7" fmla="*/ 1318313 w 2441321"/>
              <a:gd name="connsiteY7" fmla="*/ 13716 h 13716"/>
              <a:gd name="connsiteX8" fmla="*/ 659157 w 2441321"/>
              <a:gd name="connsiteY8" fmla="*/ 13716 h 13716"/>
              <a:gd name="connsiteX9" fmla="*/ 0 w 2441321"/>
              <a:gd name="connsiteY9" fmla="*/ 13716 h 13716"/>
              <a:gd name="connsiteX10" fmla="*/ 0 w 2441321"/>
              <a:gd name="connsiteY10"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3716"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0988" y="3698"/>
                  <a:pt x="2440649" y="9400"/>
                  <a:pt x="2441321" y="13716"/>
                </a:cubicBezTo>
                <a:cubicBezTo>
                  <a:pt x="2159375" y="44437"/>
                  <a:pt x="2054495" y="41094"/>
                  <a:pt x="1830991" y="13716"/>
                </a:cubicBezTo>
                <a:cubicBezTo>
                  <a:pt x="1615846" y="2937"/>
                  <a:pt x="1521674" y="-9994"/>
                  <a:pt x="1269487" y="13716"/>
                </a:cubicBezTo>
                <a:cubicBezTo>
                  <a:pt x="1019660" y="49388"/>
                  <a:pt x="886911" y="37779"/>
                  <a:pt x="707983" y="13716"/>
                </a:cubicBezTo>
                <a:cubicBezTo>
                  <a:pt x="523434" y="22749"/>
                  <a:pt x="307885" y="29744"/>
                  <a:pt x="0" y="13716"/>
                </a:cubicBezTo>
                <a:cubicBezTo>
                  <a:pt x="-361" y="7755"/>
                  <a:pt x="-276" y="2718"/>
                  <a:pt x="0" y="0"/>
                </a:cubicBezTo>
                <a:close/>
              </a:path>
              <a:path w="2441321" h="13716"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197" y="4300"/>
                  <a:pt x="2441101" y="8760"/>
                  <a:pt x="2441321" y="13716"/>
                </a:cubicBezTo>
                <a:cubicBezTo>
                  <a:pt x="2180658" y="13750"/>
                  <a:pt x="2084222" y="1362"/>
                  <a:pt x="1879817" y="13716"/>
                </a:cubicBezTo>
                <a:cubicBezTo>
                  <a:pt x="1668182" y="11650"/>
                  <a:pt x="1551159" y="-11049"/>
                  <a:pt x="1318313" y="13716"/>
                </a:cubicBezTo>
                <a:cubicBezTo>
                  <a:pt x="1059871" y="51823"/>
                  <a:pt x="901959" y="19259"/>
                  <a:pt x="659157" y="13716"/>
                </a:cubicBezTo>
                <a:cubicBezTo>
                  <a:pt x="444692" y="23911"/>
                  <a:pt x="245032" y="35310"/>
                  <a:pt x="0" y="13716"/>
                </a:cubicBezTo>
                <a:cubicBezTo>
                  <a:pt x="124" y="7937"/>
                  <a:pt x="389" y="2990"/>
                  <a:pt x="0" y="0"/>
                </a:cubicBezTo>
                <a:close/>
              </a:path>
              <a:path w="2441321" h="13716"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661" y="4449"/>
                  <a:pt x="2442057" y="7876"/>
                  <a:pt x="2441321" y="13716"/>
                </a:cubicBezTo>
                <a:cubicBezTo>
                  <a:pt x="2149099" y="22776"/>
                  <a:pt x="2027305" y="51898"/>
                  <a:pt x="1830991" y="13716"/>
                </a:cubicBezTo>
                <a:cubicBezTo>
                  <a:pt x="1614571" y="-23336"/>
                  <a:pt x="1500998" y="6155"/>
                  <a:pt x="1269487" y="13716"/>
                </a:cubicBezTo>
                <a:cubicBezTo>
                  <a:pt x="1042399" y="33262"/>
                  <a:pt x="927922" y="41250"/>
                  <a:pt x="707983" y="13716"/>
                </a:cubicBezTo>
                <a:cubicBezTo>
                  <a:pt x="502575" y="-9952"/>
                  <a:pt x="350393" y="29927"/>
                  <a:pt x="0" y="13716"/>
                </a:cubicBezTo>
                <a:cubicBezTo>
                  <a:pt x="-248" y="8631"/>
                  <a:pt x="228" y="3134"/>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3716"/>
                      <a:gd name="connsiteX1" fmla="*/ 585917 w 2441321"/>
                      <a:gd name="connsiteY1" fmla="*/ 0 h 13716"/>
                      <a:gd name="connsiteX2" fmla="*/ 1196247 w 2441321"/>
                      <a:gd name="connsiteY2" fmla="*/ 0 h 13716"/>
                      <a:gd name="connsiteX3" fmla="*/ 1806578 w 2441321"/>
                      <a:gd name="connsiteY3" fmla="*/ 0 h 13716"/>
                      <a:gd name="connsiteX4" fmla="*/ 2441321 w 2441321"/>
                      <a:gd name="connsiteY4" fmla="*/ 0 h 13716"/>
                      <a:gd name="connsiteX5" fmla="*/ 2441321 w 2441321"/>
                      <a:gd name="connsiteY5" fmla="*/ 13716 h 13716"/>
                      <a:gd name="connsiteX6" fmla="*/ 1830991 w 2441321"/>
                      <a:gd name="connsiteY6" fmla="*/ 13716 h 13716"/>
                      <a:gd name="connsiteX7" fmla="*/ 1269487 w 2441321"/>
                      <a:gd name="connsiteY7" fmla="*/ 13716 h 13716"/>
                      <a:gd name="connsiteX8" fmla="*/ 707983 w 2441321"/>
                      <a:gd name="connsiteY8" fmla="*/ 13716 h 13716"/>
                      <a:gd name="connsiteX9" fmla="*/ 0 w 2441321"/>
                      <a:gd name="connsiteY9" fmla="*/ 13716 h 13716"/>
                      <a:gd name="connsiteX10" fmla="*/ 0 w 2441321"/>
                      <a:gd name="connsiteY10"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Google Shape;192;p30"/>
          <p:cNvSpPr txBox="1"/>
          <p:nvPr/>
        </p:nvSpPr>
        <p:spPr>
          <a:xfrm>
            <a:off x="572075" y="355725"/>
            <a:ext cx="6638400" cy="36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latin typeface="Raleway"/>
              <a:ea typeface="Raleway"/>
              <a:cs typeface="Raleway"/>
              <a:sym typeface="Raleway"/>
            </a:endParaRPr>
          </a:p>
        </p:txBody>
      </p:sp>
      <p:sp>
        <p:nvSpPr>
          <p:cNvPr id="191" name="Google Shape;191;p30"/>
          <p:cNvSpPr txBox="1">
            <a:spLocks noGrp="1"/>
          </p:cNvSpPr>
          <p:nvPr>
            <p:ph type="sldNum" sz="quarter" idx="12"/>
          </p:nvPr>
        </p:nvSpPr>
        <p:spPr>
          <a:xfrm>
            <a:off x="7311128" y="3797768"/>
            <a:ext cx="1357384" cy="180671"/>
          </a:xfrm>
          <a:prstGeom prst="rect">
            <a:avLst/>
          </a:prstGeom>
        </p:spPr>
        <p:txBody>
          <a:bodyPr spcFirstLastPara="1" wrap="square" lIns="91425" tIns="91425" rIns="91425" bIns="91425" anchor="ctr" anchorCtr="0">
            <a:normAutofit fontScale="25000" lnSpcReduction="20000"/>
          </a:bodyPr>
          <a:lstStyle/>
          <a:p>
            <a:pPr defTabSz="594360">
              <a:lnSpc>
                <a:spcPct val="90000"/>
              </a:lnSpc>
              <a:spcAft>
                <a:spcPts val="600"/>
              </a:spcAft>
            </a:pPr>
            <a:fld id="{00000000-1234-1234-1234-123412341234}" type="slidenum">
              <a:rPr lang="en" sz="100" kern="1200">
                <a:solidFill>
                  <a:schemeClr val="tx1">
                    <a:tint val="75000"/>
                  </a:schemeClr>
                </a:solidFill>
                <a:latin typeface="+mn-lt"/>
                <a:ea typeface="+mn-ea"/>
                <a:cs typeface="+mn-cs"/>
              </a:rPr>
              <a:pPr defTabSz="594360">
                <a:lnSpc>
                  <a:spcPct val="90000"/>
                </a:lnSpc>
                <a:spcAft>
                  <a:spcPts val="600"/>
                </a:spcAft>
              </a:pPr>
              <a:t>10</a:t>
            </a:fld>
            <a:endParaRPr lang="en" sz="100"/>
          </a:p>
        </p:txBody>
      </p:sp>
      <p:sp>
        <p:nvSpPr>
          <p:cNvPr id="194" name="Google Shape;194;p30"/>
          <p:cNvSpPr txBox="1"/>
          <p:nvPr/>
        </p:nvSpPr>
        <p:spPr>
          <a:xfrm>
            <a:off x="3490722" y="1197195"/>
            <a:ext cx="1951759" cy="2686465"/>
          </a:xfrm>
          <a:prstGeom prst="rect">
            <a:avLst/>
          </a:prstGeom>
          <a:noFill/>
          <a:ln>
            <a:noFill/>
          </a:ln>
        </p:spPr>
        <p:txBody>
          <a:bodyPr spcFirstLastPara="1" wrap="square" lIns="91425" tIns="91425" rIns="91425" bIns="91425" anchor="t" anchorCtr="0">
            <a:noAutofit/>
          </a:bodyPr>
          <a:lstStyle/>
          <a:p>
            <a:pPr defTabSz="594360">
              <a:spcAft>
                <a:spcPts val="600"/>
              </a:spcAft>
            </a:pPr>
            <a:endParaRPr lang="en-ZA" sz="1040" kern="1200">
              <a:solidFill>
                <a:schemeClr val="dk1"/>
              </a:solidFill>
              <a:highlight>
                <a:srgbClr val="FFCD00"/>
              </a:highlight>
              <a:latin typeface="Raleway Light"/>
              <a:ea typeface="+mn-ea"/>
              <a:cs typeface="+mn-cs"/>
              <a:sym typeface="Raleway Light"/>
            </a:endParaRPr>
          </a:p>
          <a:p>
            <a:pPr marL="914400" lvl="0" indent="0" algn="l" rtl="0">
              <a:lnSpc>
                <a:spcPct val="150000"/>
              </a:lnSpc>
              <a:spcBef>
                <a:spcPts val="0"/>
              </a:spcBef>
              <a:spcAft>
                <a:spcPts val="600"/>
              </a:spcAft>
              <a:buNone/>
            </a:pPr>
            <a:endParaRPr lang="en-ZA" sz="1600">
              <a:solidFill>
                <a:schemeClr val="dk1"/>
              </a:solidFill>
              <a:latin typeface="Raleway Light"/>
              <a:ea typeface="Raleway Light"/>
              <a:cs typeface="Raleway Light"/>
              <a:sym typeface="Raleway Light"/>
            </a:endParaRPr>
          </a:p>
        </p:txBody>
      </p:sp>
      <p:sp>
        <p:nvSpPr>
          <p:cNvPr id="195" name="Google Shape;195;p30"/>
          <p:cNvSpPr txBox="1"/>
          <p:nvPr/>
        </p:nvSpPr>
        <p:spPr>
          <a:xfrm>
            <a:off x="3591269" y="1297742"/>
            <a:ext cx="1951759" cy="2686465"/>
          </a:xfrm>
          <a:prstGeom prst="rect">
            <a:avLst/>
          </a:prstGeom>
          <a:noFill/>
          <a:ln>
            <a:noFill/>
          </a:ln>
        </p:spPr>
        <p:txBody>
          <a:bodyPr spcFirstLastPara="1" wrap="square" lIns="91425" tIns="91425" rIns="91425" bIns="91425" anchor="t" anchorCtr="0">
            <a:noAutofit/>
          </a:bodyPr>
          <a:lstStyle/>
          <a:p>
            <a:pPr defTabSz="594360">
              <a:spcAft>
                <a:spcPts val="600"/>
              </a:spcAft>
            </a:pPr>
            <a:endParaRPr lang="en-ZA" sz="1040" kern="1200">
              <a:solidFill>
                <a:schemeClr val="dk1"/>
              </a:solidFill>
              <a:highlight>
                <a:srgbClr val="FFCD00"/>
              </a:highlight>
              <a:latin typeface="Raleway Light"/>
              <a:ea typeface="+mn-ea"/>
              <a:cs typeface="+mn-cs"/>
              <a:sym typeface="Raleway Light"/>
            </a:endParaRPr>
          </a:p>
          <a:p>
            <a:pPr marL="914400" lvl="0" indent="0" algn="l" rtl="0">
              <a:lnSpc>
                <a:spcPct val="150000"/>
              </a:lnSpc>
              <a:spcBef>
                <a:spcPts val="0"/>
              </a:spcBef>
              <a:spcAft>
                <a:spcPts val="600"/>
              </a:spcAft>
              <a:buNone/>
            </a:pPr>
            <a:endParaRPr lang="en-ZA" sz="1600">
              <a:solidFill>
                <a:schemeClr val="dk1"/>
              </a:solidFill>
              <a:latin typeface="Raleway Light"/>
              <a:ea typeface="Raleway Light"/>
              <a:cs typeface="Raleway Light"/>
              <a:sym typeface="Raleway Light"/>
            </a:endParaRPr>
          </a:p>
        </p:txBody>
      </p:sp>
      <p:sp>
        <p:nvSpPr>
          <p:cNvPr id="196" name="Google Shape;196;p30"/>
          <p:cNvSpPr txBox="1"/>
          <p:nvPr/>
        </p:nvSpPr>
        <p:spPr>
          <a:xfrm>
            <a:off x="3591269" y="1162261"/>
            <a:ext cx="1951759" cy="2686465"/>
          </a:xfrm>
          <a:prstGeom prst="rect">
            <a:avLst/>
          </a:prstGeom>
          <a:noFill/>
          <a:ln>
            <a:noFill/>
          </a:ln>
        </p:spPr>
        <p:txBody>
          <a:bodyPr spcFirstLastPara="1" wrap="square" lIns="91425" tIns="91425" rIns="91425" bIns="91425" anchor="t" anchorCtr="0">
            <a:noAutofit/>
          </a:bodyPr>
          <a:lstStyle/>
          <a:p>
            <a:pPr defTabSz="594360">
              <a:spcAft>
                <a:spcPts val="600"/>
              </a:spcAft>
            </a:pPr>
            <a:endParaRPr lang="en-GB" sz="1040" kern="1200">
              <a:solidFill>
                <a:schemeClr val="dk1"/>
              </a:solidFill>
              <a:highlight>
                <a:srgbClr val="FFCD00"/>
              </a:highlight>
              <a:latin typeface="Raleway Light"/>
              <a:ea typeface="+mn-ea"/>
              <a:cs typeface="+mn-cs"/>
              <a:sym typeface="Raleway Light"/>
            </a:endParaRPr>
          </a:p>
          <a:p>
            <a:pPr marL="297180" indent="-214630" defTabSz="594360">
              <a:lnSpc>
                <a:spcPct val="200000"/>
              </a:lnSpc>
              <a:spcAft>
                <a:spcPts val="600"/>
              </a:spcAft>
              <a:buClr>
                <a:schemeClr val="dk1"/>
              </a:buClr>
              <a:buSzPts val="1600"/>
              <a:buFont typeface="Raleway Light"/>
              <a:buAutoNum type="alphaUcPeriod"/>
            </a:pPr>
            <a:r>
              <a:rPr lang="en-GB" sz="1040" kern="1200">
                <a:solidFill>
                  <a:schemeClr val="dk1"/>
                </a:solidFill>
                <a:latin typeface="Raleway Light"/>
                <a:ea typeface="+mn-ea"/>
                <a:cs typeface="+mn-cs"/>
                <a:sym typeface="Raleway Light"/>
              </a:rPr>
              <a:t>sign</a:t>
            </a:r>
          </a:p>
          <a:p>
            <a:pPr marL="297180" indent="-214630" defTabSz="594360">
              <a:lnSpc>
                <a:spcPct val="200000"/>
              </a:lnSpc>
              <a:spcAft>
                <a:spcPts val="600"/>
              </a:spcAft>
              <a:buClr>
                <a:schemeClr val="dk1"/>
              </a:buClr>
              <a:buSzPts val="1600"/>
              <a:buFont typeface="Raleway Light"/>
              <a:buAutoNum type="alphaUcPeriod"/>
            </a:pPr>
            <a:r>
              <a:rPr lang="en-GB" sz="1040" kern="1200">
                <a:solidFill>
                  <a:schemeClr val="dk1"/>
                </a:solidFill>
                <a:latin typeface="Raleway Light"/>
                <a:ea typeface="+mn-ea"/>
                <a:cs typeface="+mn-cs"/>
                <a:sym typeface="Raleway Light"/>
              </a:rPr>
              <a:t>pay </a:t>
            </a:r>
          </a:p>
          <a:p>
            <a:pPr marL="297180" indent="-214630" defTabSz="594360">
              <a:lnSpc>
                <a:spcPct val="200000"/>
              </a:lnSpc>
              <a:spcAft>
                <a:spcPts val="600"/>
              </a:spcAft>
              <a:buClr>
                <a:schemeClr val="dk1"/>
              </a:buClr>
              <a:buSzPts val="1600"/>
              <a:buFont typeface="Raleway Light"/>
              <a:buAutoNum type="alphaUcPeriod"/>
            </a:pPr>
            <a:r>
              <a:rPr lang="en-GB" sz="1040" kern="1200">
                <a:solidFill>
                  <a:schemeClr val="dk1"/>
                </a:solidFill>
                <a:latin typeface="Raleway Light"/>
                <a:ea typeface="+mn-ea"/>
                <a:cs typeface="+mn-cs"/>
                <a:sym typeface="Raleway Light"/>
              </a:rPr>
              <a:t>lease </a:t>
            </a:r>
          </a:p>
          <a:p>
            <a:pPr marL="297180" indent="-214630" defTabSz="594360">
              <a:lnSpc>
                <a:spcPct val="200000"/>
              </a:lnSpc>
              <a:spcAft>
                <a:spcPts val="600"/>
              </a:spcAft>
              <a:buClr>
                <a:schemeClr val="dk1"/>
              </a:buClr>
              <a:buSzPts val="1600"/>
              <a:buFont typeface="Raleway Light"/>
              <a:buAutoNum type="alphaUcPeriod"/>
            </a:pPr>
            <a:r>
              <a:rPr lang="en-GB" sz="1040" kern="1200">
                <a:solidFill>
                  <a:schemeClr val="dk1"/>
                </a:solidFill>
                <a:latin typeface="Raleway Light"/>
                <a:ea typeface="+mn-ea"/>
                <a:cs typeface="+mn-cs"/>
                <a:sym typeface="Raleway Light"/>
              </a:rPr>
              <a:t>manufacture</a:t>
            </a:r>
          </a:p>
          <a:p>
            <a:pPr marL="297180" indent="-214630" defTabSz="594360">
              <a:lnSpc>
                <a:spcPct val="200000"/>
              </a:lnSpc>
              <a:spcAft>
                <a:spcPts val="600"/>
              </a:spcAft>
              <a:buClr>
                <a:schemeClr val="dk1"/>
              </a:buClr>
              <a:buSzPts val="1600"/>
              <a:buFont typeface="Raleway Light"/>
              <a:buAutoNum type="alphaUcPeriod"/>
            </a:pPr>
            <a:r>
              <a:rPr lang="en-GB" sz="1040" kern="1200">
                <a:solidFill>
                  <a:schemeClr val="dk1"/>
                </a:solidFill>
                <a:latin typeface="Raleway Light"/>
                <a:ea typeface="+mn-ea"/>
                <a:cs typeface="+mn-cs"/>
                <a:sym typeface="Raleway Light"/>
              </a:rPr>
              <a:t>give</a:t>
            </a:r>
          </a:p>
          <a:p>
            <a:pPr marL="297180" indent="-214630" defTabSz="594360">
              <a:lnSpc>
                <a:spcPct val="200000"/>
              </a:lnSpc>
              <a:spcAft>
                <a:spcPts val="600"/>
              </a:spcAft>
              <a:buClr>
                <a:schemeClr val="dk1"/>
              </a:buClr>
              <a:buSzPts val="1600"/>
              <a:buFont typeface="Raleway Light"/>
              <a:buAutoNum type="alphaUcPeriod"/>
            </a:pPr>
            <a:r>
              <a:rPr lang="en-GB" sz="1040" kern="1200">
                <a:solidFill>
                  <a:schemeClr val="dk1"/>
                </a:solidFill>
                <a:latin typeface="Raleway Light"/>
                <a:ea typeface="+mn-ea"/>
                <a:cs typeface="+mn-cs"/>
                <a:sym typeface="Raleway Light"/>
              </a:rPr>
              <a:t>change</a:t>
            </a:r>
          </a:p>
          <a:p>
            <a:pPr marL="297180" indent="-214630" defTabSz="594360">
              <a:lnSpc>
                <a:spcPct val="200000"/>
              </a:lnSpc>
              <a:spcAft>
                <a:spcPts val="600"/>
              </a:spcAft>
              <a:buClr>
                <a:schemeClr val="dk1"/>
              </a:buClr>
              <a:buSzPts val="1600"/>
              <a:buFont typeface="Raleway Light"/>
              <a:buAutoNum type="alphaUcPeriod"/>
            </a:pPr>
            <a:r>
              <a:rPr lang="en-GB" sz="1040" kern="1200">
                <a:solidFill>
                  <a:schemeClr val="dk1"/>
                </a:solidFill>
                <a:latin typeface="Raleway Light"/>
                <a:ea typeface="+mn-ea"/>
                <a:cs typeface="+mn-cs"/>
                <a:sym typeface="Raleway Light"/>
              </a:rPr>
              <a:t>work</a:t>
            </a:r>
          </a:p>
          <a:p>
            <a:pPr marL="297180" indent="-214630" defTabSz="594360">
              <a:lnSpc>
                <a:spcPct val="200000"/>
              </a:lnSpc>
              <a:spcAft>
                <a:spcPts val="600"/>
              </a:spcAft>
              <a:buClr>
                <a:schemeClr val="dk1"/>
              </a:buClr>
              <a:buSzPts val="1600"/>
              <a:buFont typeface="Raleway Light"/>
              <a:buAutoNum type="alphaUcPeriod"/>
            </a:pPr>
            <a:r>
              <a:rPr lang="en-GB" sz="1040" kern="1200">
                <a:solidFill>
                  <a:schemeClr val="dk1"/>
                </a:solidFill>
                <a:latin typeface="Raleway Light"/>
                <a:ea typeface="+mn-ea"/>
                <a:cs typeface="+mn-cs"/>
                <a:sym typeface="Raleway Light"/>
              </a:rPr>
              <a:t>get</a:t>
            </a:r>
          </a:p>
          <a:p>
            <a:pPr marL="594360" defTabSz="594360">
              <a:lnSpc>
                <a:spcPct val="150000"/>
              </a:lnSpc>
              <a:spcAft>
                <a:spcPts val="600"/>
              </a:spcAft>
              <a:buClr>
                <a:schemeClr val="dk1"/>
              </a:buClr>
              <a:buSzPts val="1100"/>
            </a:pPr>
            <a:endParaRPr lang="en-GB" sz="1040" kern="1200">
              <a:solidFill>
                <a:schemeClr val="dk1"/>
              </a:solidFill>
              <a:latin typeface="Raleway Light"/>
              <a:ea typeface="+mn-ea"/>
              <a:cs typeface="+mn-cs"/>
              <a:sym typeface="Raleway Light"/>
            </a:endParaRPr>
          </a:p>
          <a:p>
            <a:pPr marL="0" lvl="0" indent="0" algn="l" rtl="0">
              <a:lnSpc>
                <a:spcPct val="150000"/>
              </a:lnSpc>
              <a:spcBef>
                <a:spcPts val="0"/>
              </a:spcBef>
              <a:spcAft>
                <a:spcPts val="600"/>
              </a:spcAft>
              <a:buNone/>
            </a:pPr>
            <a:endParaRPr lang="en-GB" sz="1600">
              <a:solidFill>
                <a:schemeClr val="dk1"/>
              </a:solidFill>
              <a:latin typeface="Raleway Light"/>
              <a:ea typeface="Raleway Light"/>
              <a:cs typeface="Raleway Light"/>
              <a:sym typeface="Raleway Light"/>
            </a:endParaRPr>
          </a:p>
        </p:txBody>
      </p:sp>
      <p:sp>
        <p:nvSpPr>
          <p:cNvPr id="197" name="Google Shape;197;p30"/>
          <p:cNvSpPr txBox="1"/>
          <p:nvPr/>
        </p:nvSpPr>
        <p:spPr>
          <a:xfrm>
            <a:off x="6267211" y="1159292"/>
            <a:ext cx="2247858" cy="2686465"/>
          </a:xfrm>
          <a:prstGeom prst="rect">
            <a:avLst/>
          </a:prstGeom>
          <a:noFill/>
          <a:ln>
            <a:noFill/>
          </a:ln>
        </p:spPr>
        <p:txBody>
          <a:bodyPr spcFirstLastPara="1" wrap="square" lIns="91425" tIns="91425" rIns="91425" bIns="91425" anchor="t" anchorCtr="0">
            <a:noAutofit/>
          </a:bodyPr>
          <a:lstStyle/>
          <a:p>
            <a:pPr defTabSz="594360">
              <a:spcAft>
                <a:spcPts val="600"/>
              </a:spcAft>
            </a:pPr>
            <a:endParaRPr lang="en-GB" sz="1040" kern="1200">
              <a:solidFill>
                <a:schemeClr val="dk1"/>
              </a:solidFill>
              <a:highlight>
                <a:srgbClr val="FFCD00"/>
              </a:highlight>
              <a:latin typeface="Raleway Light"/>
              <a:ea typeface="+mn-ea"/>
              <a:cs typeface="+mn-cs"/>
              <a:sym typeface="Raleway Light"/>
            </a:endParaRPr>
          </a:p>
          <a:p>
            <a:pPr marL="297180" indent="-214630" defTabSz="594360">
              <a:lnSpc>
                <a:spcPct val="200000"/>
              </a:lnSpc>
              <a:spcAft>
                <a:spcPts val="600"/>
              </a:spcAft>
              <a:buClr>
                <a:schemeClr val="dk1"/>
              </a:buClr>
              <a:buSzPts val="1600"/>
              <a:buFont typeface="Raleway Light"/>
              <a:buAutoNum type="arabicPeriod"/>
            </a:pPr>
            <a:r>
              <a:rPr lang="en-GB" sz="1040" kern="1200">
                <a:solidFill>
                  <a:schemeClr val="dk1"/>
                </a:solidFill>
                <a:latin typeface="Raleway Light"/>
                <a:ea typeface="+mn-ea"/>
                <a:cs typeface="+mn-cs"/>
                <a:sym typeface="Raleway Light"/>
              </a:rPr>
              <a:t>someone’s mindset</a:t>
            </a:r>
          </a:p>
          <a:p>
            <a:pPr marL="297180" indent="-214630" defTabSz="594360">
              <a:lnSpc>
                <a:spcPct val="200000"/>
              </a:lnSpc>
              <a:spcAft>
                <a:spcPts val="600"/>
              </a:spcAft>
              <a:buClr>
                <a:schemeClr val="dk1"/>
              </a:buClr>
              <a:buSzPts val="1600"/>
              <a:buFont typeface="Raleway Light"/>
              <a:buAutoNum type="arabicPeriod"/>
            </a:pPr>
            <a:r>
              <a:rPr lang="en-GB" sz="1040" kern="1200">
                <a:solidFill>
                  <a:schemeClr val="dk1"/>
                </a:solidFill>
                <a:latin typeface="Raleway Light"/>
                <a:ea typeface="+mn-ea"/>
                <a:cs typeface="+mn-cs"/>
                <a:sym typeface="Raleway Light"/>
              </a:rPr>
              <a:t>a product</a:t>
            </a:r>
          </a:p>
          <a:p>
            <a:pPr marL="297180" indent="-214630" defTabSz="594360">
              <a:lnSpc>
                <a:spcPct val="200000"/>
              </a:lnSpc>
              <a:spcAft>
                <a:spcPts val="600"/>
              </a:spcAft>
              <a:buClr>
                <a:schemeClr val="dk1"/>
              </a:buClr>
              <a:buSzPts val="1600"/>
              <a:buFont typeface="Raleway Light"/>
              <a:buAutoNum type="arabicPeriod"/>
            </a:pPr>
            <a:r>
              <a:rPr lang="en-GB" sz="1040" kern="1200">
                <a:solidFill>
                  <a:schemeClr val="dk1"/>
                </a:solidFill>
                <a:latin typeface="Raleway Light"/>
                <a:ea typeface="+mn-ea"/>
                <a:cs typeface="+mn-cs"/>
                <a:sym typeface="Raleway Light"/>
              </a:rPr>
              <a:t>on board with</a:t>
            </a:r>
          </a:p>
          <a:p>
            <a:pPr marL="297180" indent="-214630" defTabSz="594360">
              <a:lnSpc>
                <a:spcPct val="200000"/>
              </a:lnSpc>
              <a:spcAft>
                <a:spcPts val="600"/>
              </a:spcAft>
              <a:buClr>
                <a:schemeClr val="dk1"/>
              </a:buClr>
              <a:buSzPts val="1600"/>
              <a:buFont typeface="Raleway Light"/>
              <a:buAutoNum type="arabicPeriod"/>
            </a:pPr>
            <a:r>
              <a:rPr lang="en-GB" sz="1040" kern="1200">
                <a:solidFill>
                  <a:schemeClr val="dk1"/>
                </a:solidFill>
                <a:latin typeface="Raleway Light"/>
                <a:ea typeface="+mn-ea"/>
                <a:cs typeface="+mn-cs"/>
                <a:sym typeface="Raleway Light"/>
              </a:rPr>
              <a:t>a lease</a:t>
            </a:r>
          </a:p>
          <a:p>
            <a:pPr marL="297180" indent="-214630" defTabSz="594360">
              <a:lnSpc>
                <a:spcPct val="200000"/>
              </a:lnSpc>
              <a:spcAft>
                <a:spcPts val="600"/>
              </a:spcAft>
              <a:buClr>
                <a:schemeClr val="dk1"/>
              </a:buClr>
              <a:buSzPts val="1600"/>
              <a:buFont typeface="Raleway Light"/>
              <a:buAutoNum type="arabicPeriod"/>
            </a:pPr>
            <a:r>
              <a:rPr lang="en-GB" sz="1040" kern="1200">
                <a:solidFill>
                  <a:schemeClr val="dk1"/>
                </a:solidFill>
                <a:latin typeface="Raleway Light"/>
                <a:ea typeface="+mn-ea"/>
                <a:cs typeface="+mn-cs"/>
                <a:sym typeface="Raleway Light"/>
              </a:rPr>
              <a:t>a fee</a:t>
            </a:r>
          </a:p>
          <a:p>
            <a:pPr marL="297180" indent="-214630" defTabSz="594360">
              <a:lnSpc>
                <a:spcPct val="200000"/>
              </a:lnSpc>
              <a:spcAft>
                <a:spcPts val="600"/>
              </a:spcAft>
              <a:buClr>
                <a:schemeClr val="dk1"/>
              </a:buClr>
              <a:buSzPts val="1600"/>
              <a:buFont typeface="Raleway Light"/>
              <a:buAutoNum type="arabicPeriod"/>
            </a:pPr>
            <a:r>
              <a:rPr lang="en-GB" sz="1040" kern="1200">
                <a:solidFill>
                  <a:schemeClr val="dk1"/>
                </a:solidFill>
                <a:latin typeface="Raleway Light"/>
                <a:ea typeface="+mn-ea"/>
                <a:cs typeface="+mn-cs"/>
                <a:sym typeface="Raleway Light"/>
              </a:rPr>
              <a:t>on a strategy</a:t>
            </a:r>
          </a:p>
          <a:p>
            <a:pPr marL="297180" indent="-214630" defTabSz="594360">
              <a:lnSpc>
                <a:spcPct val="200000"/>
              </a:lnSpc>
              <a:spcAft>
                <a:spcPts val="600"/>
              </a:spcAft>
              <a:buClr>
                <a:schemeClr val="dk1"/>
              </a:buClr>
              <a:buSzPts val="1600"/>
              <a:buFont typeface="Raleway Light"/>
              <a:buAutoNum type="arabicPeriod"/>
            </a:pPr>
            <a:r>
              <a:rPr lang="en-GB" sz="1040" kern="1200">
                <a:solidFill>
                  <a:schemeClr val="dk1"/>
                </a:solidFill>
                <a:latin typeface="Raleway Light"/>
                <a:ea typeface="+mn-ea"/>
                <a:cs typeface="+mn-cs"/>
                <a:sym typeface="Raleway Light"/>
              </a:rPr>
              <a:t>an incentive </a:t>
            </a:r>
          </a:p>
          <a:p>
            <a:pPr marL="297180" indent="-214630" defTabSz="594360">
              <a:lnSpc>
                <a:spcPct val="200000"/>
              </a:lnSpc>
              <a:spcAft>
                <a:spcPts val="600"/>
              </a:spcAft>
              <a:buClr>
                <a:schemeClr val="dk1"/>
              </a:buClr>
              <a:buSzPts val="1600"/>
              <a:buFont typeface="Raleway Light"/>
              <a:buAutoNum type="arabicPeriod"/>
            </a:pPr>
            <a:r>
              <a:rPr lang="en-GB" sz="1040" kern="1200">
                <a:solidFill>
                  <a:schemeClr val="dk1"/>
                </a:solidFill>
                <a:latin typeface="Raleway Light"/>
                <a:ea typeface="+mn-ea"/>
                <a:cs typeface="+mn-cs"/>
                <a:sym typeface="Raleway Light"/>
              </a:rPr>
              <a:t>a car</a:t>
            </a:r>
            <a:endParaRPr lang="en-GB" sz="1600">
              <a:solidFill>
                <a:schemeClr val="dk1"/>
              </a:solidFill>
              <a:latin typeface="Raleway Light"/>
              <a:ea typeface="Raleway Light"/>
              <a:cs typeface="Raleway Light"/>
              <a:sym typeface="Raleway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2" name="Google Shape;202;p31"/>
          <p:cNvSpPr txBox="1">
            <a:spLocks noGrp="1"/>
          </p:cNvSpPr>
          <p:nvPr>
            <p:ph type="sldNum" sz="quarter" idx="12"/>
          </p:nvPr>
        </p:nvSpPr>
        <p:spPr>
          <a:prstGeom prst="rect">
            <a:avLst/>
          </a:prstGeom>
        </p:spPr>
        <p:txBody>
          <a:bodyPr spcFirstLastPara="1" wrap="square" lIns="91425" tIns="91425" rIns="91425" bIns="91425" anchor="ctr" anchorCtr="0">
            <a:normAutofit fontScale="77500" lnSpcReduction="20000"/>
          </a:bodyPr>
          <a:lstStyle/>
          <a:p>
            <a:pPr marL="0" lvl="0" indent="0" algn="r" rtl="0">
              <a:spcBef>
                <a:spcPts val="0"/>
              </a:spcBef>
              <a:spcAft>
                <a:spcPts val="0"/>
              </a:spcAft>
              <a:buNone/>
            </a:pPr>
            <a:fld id="{00000000-1234-1234-1234-123412341234}" type="slidenum">
              <a:rPr lang="en"/>
              <a:t>11</a:t>
            </a:fld>
            <a:endParaRPr/>
          </a:p>
        </p:txBody>
      </p:sp>
      <p:sp>
        <p:nvSpPr>
          <p:cNvPr id="203" name="Google Shape;203;p31"/>
          <p:cNvSpPr txBox="1"/>
          <p:nvPr/>
        </p:nvSpPr>
        <p:spPr>
          <a:xfrm>
            <a:off x="572075" y="355725"/>
            <a:ext cx="6638400" cy="36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b="1">
              <a:latin typeface="Raleway"/>
              <a:ea typeface="Raleway"/>
              <a:cs typeface="Raleway"/>
              <a:sym typeface="Raleway"/>
            </a:endParaRPr>
          </a:p>
        </p:txBody>
      </p:sp>
      <p:sp>
        <p:nvSpPr>
          <p:cNvPr id="204" name="Google Shape;204;p31"/>
          <p:cNvSpPr txBox="1"/>
          <p:nvPr/>
        </p:nvSpPr>
        <p:spPr>
          <a:xfrm>
            <a:off x="393196" y="310900"/>
            <a:ext cx="3674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latin typeface="Raleway"/>
                <a:ea typeface="Raleway"/>
                <a:cs typeface="Raleway"/>
                <a:sym typeface="Raleway"/>
              </a:rPr>
              <a:t>Let’s check the answers.</a:t>
            </a:r>
            <a:endParaRPr sz="1800" b="1">
              <a:latin typeface="Raleway"/>
              <a:ea typeface="Raleway"/>
              <a:cs typeface="Raleway"/>
              <a:sym typeface="Raleway"/>
            </a:endParaRPr>
          </a:p>
        </p:txBody>
      </p:sp>
      <p:sp>
        <p:nvSpPr>
          <p:cNvPr id="205" name="Google Shape;205;p31"/>
          <p:cNvSpPr txBox="1"/>
          <p:nvPr/>
        </p:nvSpPr>
        <p:spPr>
          <a:xfrm>
            <a:off x="667325" y="825550"/>
            <a:ext cx="2958300" cy="407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1600">
              <a:solidFill>
                <a:schemeClr val="dk1"/>
              </a:solidFill>
              <a:highlight>
                <a:srgbClr val="FFCD00"/>
              </a:highlight>
              <a:latin typeface="Raleway Light"/>
              <a:ea typeface="Raleway Light"/>
              <a:cs typeface="Raleway Light"/>
              <a:sym typeface="Raleway Light"/>
            </a:endParaRPr>
          </a:p>
          <a:p>
            <a:pPr marL="914400" lvl="0" indent="0" algn="l" rtl="0">
              <a:lnSpc>
                <a:spcPct val="150000"/>
              </a:lnSpc>
              <a:spcBef>
                <a:spcPts val="0"/>
              </a:spcBef>
              <a:spcAft>
                <a:spcPts val="0"/>
              </a:spcAft>
              <a:buNone/>
            </a:pPr>
            <a:endParaRPr sz="1600">
              <a:solidFill>
                <a:schemeClr val="dk1"/>
              </a:solidFill>
              <a:latin typeface="Raleway Light"/>
              <a:ea typeface="Raleway Light"/>
              <a:cs typeface="Raleway Light"/>
              <a:sym typeface="Raleway Light"/>
            </a:endParaRPr>
          </a:p>
        </p:txBody>
      </p:sp>
      <p:sp>
        <p:nvSpPr>
          <p:cNvPr id="206" name="Google Shape;206;p31"/>
          <p:cNvSpPr txBox="1"/>
          <p:nvPr/>
        </p:nvSpPr>
        <p:spPr>
          <a:xfrm>
            <a:off x="819725" y="977950"/>
            <a:ext cx="2958300" cy="407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1600">
              <a:solidFill>
                <a:schemeClr val="dk1"/>
              </a:solidFill>
              <a:highlight>
                <a:srgbClr val="FFCD00"/>
              </a:highlight>
              <a:latin typeface="Raleway Light"/>
              <a:ea typeface="Raleway Light"/>
              <a:cs typeface="Raleway Light"/>
              <a:sym typeface="Raleway Light"/>
            </a:endParaRPr>
          </a:p>
          <a:p>
            <a:pPr marL="914400" lvl="0" indent="0" algn="l" rtl="0">
              <a:lnSpc>
                <a:spcPct val="150000"/>
              </a:lnSpc>
              <a:spcBef>
                <a:spcPts val="0"/>
              </a:spcBef>
              <a:spcAft>
                <a:spcPts val="0"/>
              </a:spcAft>
              <a:buNone/>
            </a:pPr>
            <a:endParaRPr sz="1600">
              <a:solidFill>
                <a:schemeClr val="dk1"/>
              </a:solidFill>
              <a:latin typeface="Raleway Light"/>
              <a:ea typeface="Raleway Light"/>
              <a:cs typeface="Raleway Light"/>
              <a:sym typeface="Raleway Light"/>
            </a:endParaRPr>
          </a:p>
        </p:txBody>
      </p:sp>
      <p:sp>
        <p:nvSpPr>
          <p:cNvPr id="207" name="Google Shape;207;p31"/>
          <p:cNvSpPr txBox="1"/>
          <p:nvPr/>
        </p:nvSpPr>
        <p:spPr>
          <a:xfrm>
            <a:off x="819725" y="772600"/>
            <a:ext cx="2958300" cy="407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1600">
              <a:solidFill>
                <a:schemeClr val="dk1"/>
              </a:solidFill>
              <a:highlight>
                <a:srgbClr val="FFCD00"/>
              </a:highlight>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sign</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pay </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lease </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manufacture</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give</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change</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work</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get</a:t>
            </a:r>
            <a:endParaRPr sz="1600">
              <a:solidFill>
                <a:schemeClr val="dk1"/>
              </a:solidFill>
              <a:latin typeface="Raleway Light"/>
              <a:ea typeface="Raleway Light"/>
              <a:cs typeface="Raleway Light"/>
              <a:sym typeface="Raleway Light"/>
            </a:endParaRPr>
          </a:p>
          <a:p>
            <a:pPr marL="914400" lvl="0" indent="0" algn="l" rtl="0">
              <a:lnSpc>
                <a:spcPct val="150000"/>
              </a:lnSpc>
              <a:spcBef>
                <a:spcPts val="0"/>
              </a:spcBef>
              <a:spcAft>
                <a:spcPts val="0"/>
              </a:spcAft>
              <a:buClr>
                <a:schemeClr val="dk1"/>
              </a:buClr>
              <a:buSzPts val="1100"/>
              <a:buFont typeface="Arial"/>
              <a:buNone/>
            </a:pPr>
            <a:endParaRPr sz="1600">
              <a:solidFill>
                <a:schemeClr val="dk1"/>
              </a:solidFill>
              <a:latin typeface="Raleway Light"/>
              <a:ea typeface="Raleway Light"/>
              <a:cs typeface="Raleway Light"/>
              <a:sym typeface="Raleway Light"/>
            </a:endParaRPr>
          </a:p>
          <a:p>
            <a:pPr marL="0" lvl="0" indent="0" algn="l" rtl="0">
              <a:lnSpc>
                <a:spcPct val="150000"/>
              </a:lnSpc>
              <a:spcBef>
                <a:spcPts val="0"/>
              </a:spcBef>
              <a:spcAft>
                <a:spcPts val="0"/>
              </a:spcAft>
              <a:buNone/>
            </a:pPr>
            <a:endParaRPr sz="1600">
              <a:solidFill>
                <a:schemeClr val="dk1"/>
              </a:solidFill>
              <a:latin typeface="Raleway Light"/>
              <a:ea typeface="Raleway Light"/>
              <a:cs typeface="Raleway Light"/>
              <a:sym typeface="Raleway Light"/>
            </a:endParaRPr>
          </a:p>
        </p:txBody>
      </p:sp>
      <p:sp>
        <p:nvSpPr>
          <p:cNvPr id="208" name="Google Shape;208;p31"/>
          <p:cNvSpPr txBox="1"/>
          <p:nvPr/>
        </p:nvSpPr>
        <p:spPr>
          <a:xfrm>
            <a:off x="4875675" y="768100"/>
            <a:ext cx="3407100" cy="407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1600">
              <a:solidFill>
                <a:schemeClr val="dk1"/>
              </a:solidFill>
              <a:highlight>
                <a:srgbClr val="FFCD00"/>
              </a:highlight>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rabicPeriod"/>
            </a:pPr>
            <a:r>
              <a:rPr lang="en" sz="1600">
                <a:solidFill>
                  <a:schemeClr val="dk1"/>
                </a:solidFill>
                <a:latin typeface="Raleway Light"/>
                <a:ea typeface="Raleway Light"/>
                <a:cs typeface="Raleway Light"/>
                <a:sym typeface="Raleway Light"/>
              </a:rPr>
              <a:t>someone’s mindset</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rabicPeriod"/>
            </a:pPr>
            <a:r>
              <a:rPr lang="en" sz="1600">
                <a:solidFill>
                  <a:schemeClr val="dk1"/>
                </a:solidFill>
                <a:latin typeface="Raleway Light"/>
                <a:ea typeface="Raleway Light"/>
                <a:cs typeface="Raleway Light"/>
                <a:sym typeface="Raleway Light"/>
              </a:rPr>
              <a:t>a product</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rabicPeriod"/>
            </a:pPr>
            <a:r>
              <a:rPr lang="en" sz="1600">
                <a:solidFill>
                  <a:schemeClr val="dk1"/>
                </a:solidFill>
                <a:latin typeface="Raleway Light"/>
                <a:ea typeface="Raleway Light"/>
                <a:cs typeface="Raleway Light"/>
                <a:sym typeface="Raleway Light"/>
              </a:rPr>
              <a:t>on board with</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rabicPeriod"/>
            </a:pPr>
            <a:r>
              <a:rPr lang="en" sz="1600">
                <a:solidFill>
                  <a:schemeClr val="dk1"/>
                </a:solidFill>
                <a:latin typeface="Raleway Light"/>
                <a:ea typeface="Raleway Light"/>
                <a:cs typeface="Raleway Light"/>
                <a:sym typeface="Raleway Light"/>
              </a:rPr>
              <a:t>a lease</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rabicPeriod"/>
            </a:pPr>
            <a:r>
              <a:rPr lang="en" sz="1600">
                <a:solidFill>
                  <a:schemeClr val="dk1"/>
                </a:solidFill>
                <a:latin typeface="Raleway Light"/>
                <a:ea typeface="Raleway Light"/>
                <a:cs typeface="Raleway Light"/>
                <a:sym typeface="Raleway Light"/>
              </a:rPr>
              <a:t>a fee</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rabicPeriod"/>
            </a:pPr>
            <a:r>
              <a:rPr lang="en" sz="1600">
                <a:solidFill>
                  <a:schemeClr val="dk1"/>
                </a:solidFill>
                <a:latin typeface="Raleway Light"/>
                <a:ea typeface="Raleway Light"/>
                <a:cs typeface="Raleway Light"/>
                <a:sym typeface="Raleway Light"/>
              </a:rPr>
              <a:t>on a strategy</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rabicPeriod"/>
            </a:pPr>
            <a:r>
              <a:rPr lang="en" sz="1600">
                <a:solidFill>
                  <a:schemeClr val="dk1"/>
                </a:solidFill>
                <a:latin typeface="Raleway Light"/>
                <a:ea typeface="Raleway Light"/>
                <a:cs typeface="Raleway Light"/>
                <a:sym typeface="Raleway Light"/>
              </a:rPr>
              <a:t>an incentive </a:t>
            </a:r>
            <a:endParaRPr sz="1600">
              <a:solidFill>
                <a:schemeClr val="dk1"/>
              </a:solidFill>
              <a:latin typeface="Raleway Light"/>
              <a:ea typeface="Raleway Light"/>
              <a:cs typeface="Raleway Light"/>
              <a:sym typeface="Raleway Light"/>
            </a:endParaRPr>
          </a:p>
          <a:p>
            <a:pPr marL="457200" lvl="0" indent="-330200" algn="l" rtl="0">
              <a:lnSpc>
                <a:spcPct val="200000"/>
              </a:lnSpc>
              <a:spcBef>
                <a:spcPts val="0"/>
              </a:spcBef>
              <a:spcAft>
                <a:spcPts val="0"/>
              </a:spcAft>
              <a:buClr>
                <a:schemeClr val="dk1"/>
              </a:buClr>
              <a:buSzPts val="1600"/>
              <a:buFont typeface="Raleway Light"/>
              <a:buAutoNum type="arabicPeriod"/>
            </a:pPr>
            <a:r>
              <a:rPr lang="en" sz="1600">
                <a:solidFill>
                  <a:schemeClr val="dk1"/>
                </a:solidFill>
                <a:latin typeface="Raleway Light"/>
                <a:ea typeface="Raleway Light"/>
                <a:cs typeface="Raleway Light"/>
                <a:sym typeface="Raleway Light"/>
              </a:rPr>
              <a:t>a car</a:t>
            </a:r>
            <a:endParaRPr sz="1600">
              <a:solidFill>
                <a:schemeClr val="dk1"/>
              </a:solidFill>
              <a:latin typeface="Raleway Light"/>
              <a:ea typeface="Raleway Light"/>
              <a:cs typeface="Raleway Light"/>
              <a:sym typeface="Raleway Light"/>
            </a:endParaRPr>
          </a:p>
        </p:txBody>
      </p:sp>
      <p:cxnSp>
        <p:nvCxnSpPr>
          <p:cNvPr id="209" name="Google Shape;209;p31"/>
          <p:cNvCxnSpPr/>
          <p:nvPr/>
        </p:nvCxnSpPr>
        <p:spPr>
          <a:xfrm>
            <a:off x="1915925" y="1252725"/>
            <a:ext cx="2982600" cy="1444200"/>
          </a:xfrm>
          <a:prstGeom prst="straightConnector1">
            <a:avLst/>
          </a:prstGeom>
          <a:noFill/>
          <a:ln w="19050" cap="flat" cmpd="sng">
            <a:solidFill>
              <a:srgbClr val="FF5C5C"/>
            </a:solidFill>
            <a:prstDash val="solid"/>
            <a:round/>
            <a:headEnd type="none" w="med" len="med"/>
            <a:tailEnd type="none" w="med" len="med"/>
          </a:ln>
        </p:spPr>
      </p:cxnSp>
      <p:cxnSp>
        <p:nvCxnSpPr>
          <p:cNvPr id="210" name="Google Shape;210;p31"/>
          <p:cNvCxnSpPr/>
          <p:nvPr/>
        </p:nvCxnSpPr>
        <p:spPr>
          <a:xfrm>
            <a:off x="1901175" y="1753800"/>
            <a:ext cx="3006600" cy="1429500"/>
          </a:xfrm>
          <a:prstGeom prst="straightConnector1">
            <a:avLst/>
          </a:prstGeom>
          <a:noFill/>
          <a:ln w="19050" cap="flat" cmpd="sng">
            <a:solidFill>
              <a:srgbClr val="FF5C5C"/>
            </a:solidFill>
            <a:prstDash val="solid"/>
            <a:round/>
            <a:headEnd type="none" w="med" len="med"/>
            <a:tailEnd type="none" w="med" len="med"/>
          </a:ln>
        </p:spPr>
      </p:cxnSp>
      <p:cxnSp>
        <p:nvCxnSpPr>
          <p:cNvPr id="211" name="Google Shape;211;p31"/>
          <p:cNvCxnSpPr/>
          <p:nvPr/>
        </p:nvCxnSpPr>
        <p:spPr>
          <a:xfrm>
            <a:off x="2033825" y="2225400"/>
            <a:ext cx="2814900" cy="2372700"/>
          </a:xfrm>
          <a:prstGeom prst="straightConnector1">
            <a:avLst/>
          </a:prstGeom>
          <a:noFill/>
          <a:ln w="19050" cap="flat" cmpd="sng">
            <a:solidFill>
              <a:srgbClr val="FF5C5C"/>
            </a:solidFill>
            <a:prstDash val="solid"/>
            <a:round/>
            <a:headEnd type="none" w="med" len="med"/>
            <a:tailEnd type="none" w="med" len="med"/>
          </a:ln>
        </p:spPr>
      </p:cxnSp>
      <p:cxnSp>
        <p:nvCxnSpPr>
          <p:cNvPr id="212" name="Google Shape;212;p31"/>
          <p:cNvCxnSpPr/>
          <p:nvPr/>
        </p:nvCxnSpPr>
        <p:spPr>
          <a:xfrm rot="10800000" flipH="1">
            <a:off x="2682275" y="1739125"/>
            <a:ext cx="2299200" cy="957900"/>
          </a:xfrm>
          <a:prstGeom prst="straightConnector1">
            <a:avLst/>
          </a:prstGeom>
          <a:noFill/>
          <a:ln w="19050" cap="flat" cmpd="sng">
            <a:solidFill>
              <a:srgbClr val="FF5C5C"/>
            </a:solidFill>
            <a:prstDash val="solid"/>
            <a:round/>
            <a:headEnd type="none" w="med" len="med"/>
            <a:tailEnd type="none" w="med" len="med"/>
          </a:ln>
        </p:spPr>
      </p:cxnSp>
      <p:cxnSp>
        <p:nvCxnSpPr>
          <p:cNvPr id="213" name="Google Shape;213;p31"/>
          <p:cNvCxnSpPr/>
          <p:nvPr/>
        </p:nvCxnSpPr>
        <p:spPr>
          <a:xfrm>
            <a:off x="1945400" y="3183375"/>
            <a:ext cx="3006600" cy="987300"/>
          </a:xfrm>
          <a:prstGeom prst="straightConnector1">
            <a:avLst/>
          </a:prstGeom>
          <a:noFill/>
          <a:ln w="19050" cap="flat" cmpd="sng">
            <a:solidFill>
              <a:srgbClr val="FF5C5C"/>
            </a:solidFill>
            <a:prstDash val="solid"/>
            <a:round/>
            <a:headEnd type="none" w="med" len="med"/>
            <a:tailEnd type="none" w="med" len="med"/>
          </a:ln>
        </p:spPr>
      </p:cxnSp>
      <p:cxnSp>
        <p:nvCxnSpPr>
          <p:cNvPr id="214" name="Google Shape;214;p31"/>
          <p:cNvCxnSpPr/>
          <p:nvPr/>
        </p:nvCxnSpPr>
        <p:spPr>
          <a:xfrm rot="10800000" flipH="1">
            <a:off x="2269625" y="1267350"/>
            <a:ext cx="2711700" cy="2417100"/>
          </a:xfrm>
          <a:prstGeom prst="straightConnector1">
            <a:avLst/>
          </a:prstGeom>
          <a:noFill/>
          <a:ln w="19050" cap="flat" cmpd="sng">
            <a:solidFill>
              <a:srgbClr val="FF5C5C"/>
            </a:solidFill>
            <a:prstDash val="solid"/>
            <a:round/>
            <a:headEnd type="none" w="med" len="med"/>
            <a:tailEnd type="none" w="med" len="med"/>
          </a:ln>
        </p:spPr>
      </p:cxnSp>
      <p:cxnSp>
        <p:nvCxnSpPr>
          <p:cNvPr id="215" name="Google Shape;215;p31"/>
          <p:cNvCxnSpPr/>
          <p:nvPr/>
        </p:nvCxnSpPr>
        <p:spPr>
          <a:xfrm rot="10800000" flipH="1">
            <a:off x="1989600" y="3684475"/>
            <a:ext cx="2932800" cy="471600"/>
          </a:xfrm>
          <a:prstGeom prst="straightConnector1">
            <a:avLst/>
          </a:prstGeom>
          <a:noFill/>
          <a:ln w="19050" cap="flat" cmpd="sng">
            <a:solidFill>
              <a:srgbClr val="FF5C5C"/>
            </a:solidFill>
            <a:prstDash val="solid"/>
            <a:round/>
            <a:headEnd type="none" w="med" len="med"/>
            <a:tailEnd type="none" w="med" len="med"/>
          </a:ln>
        </p:spPr>
      </p:cxnSp>
      <p:cxnSp>
        <p:nvCxnSpPr>
          <p:cNvPr id="216" name="Google Shape;216;p31"/>
          <p:cNvCxnSpPr/>
          <p:nvPr/>
        </p:nvCxnSpPr>
        <p:spPr>
          <a:xfrm rot="10800000" flipH="1">
            <a:off x="1856975" y="2240100"/>
            <a:ext cx="3080100" cy="2431800"/>
          </a:xfrm>
          <a:prstGeom prst="straightConnector1">
            <a:avLst/>
          </a:prstGeom>
          <a:noFill/>
          <a:ln w="19050" cap="flat" cmpd="sng">
            <a:solidFill>
              <a:srgbClr val="FF5C5C"/>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9"/>
                                        </p:tgtEl>
                                        <p:attrNameLst>
                                          <p:attrName>style.visibility</p:attrName>
                                        </p:attrNameLst>
                                      </p:cBhvr>
                                      <p:to>
                                        <p:strVal val="visible"/>
                                      </p:to>
                                    </p:set>
                                    <p:animEffect transition="in" filter="fade">
                                      <p:cBhvr>
                                        <p:cTn id="7" dur="1"/>
                                        <p:tgtEl>
                                          <p:spTgt spid="2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0"/>
                                        </p:tgtEl>
                                        <p:attrNameLst>
                                          <p:attrName>style.visibility</p:attrName>
                                        </p:attrNameLst>
                                      </p:cBhvr>
                                      <p:to>
                                        <p:strVal val="visible"/>
                                      </p:to>
                                    </p:set>
                                    <p:animEffect transition="in" filter="fade">
                                      <p:cBhvr>
                                        <p:cTn id="12" dur="1"/>
                                        <p:tgtEl>
                                          <p:spTgt spid="2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1"/>
                                        </p:tgtEl>
                                        <p:attrNameLst>
                                          <p:attrName>style.visibility</p:attrName>
                                        </p:attrNameLst>
                                      </p:cBhvr>
                                      <p:to>
                                        <p:strVal val="visible"/>
                                      </p:to>
                                    </p:set>
                                    <p:animEffect transition="in" filter="fade">
                                      <p:cBhvr>
                                        <p:cTn id="17" dur="1"/>
                                        <p:tgtEl>
                                          <p:spTgt spid="2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2"/>
                                        </p:tgtEl>
                                        <p:attrNameLst>
                                          <p:attrName>style.visibility</p:attrName>
                                        </p:attrNameLst>
                                      </p:cBhvr>
                                      <p:to>
                                        <p:strVal val="visible"/>
                                      </p:to>
                                    </p:set>
                                    <p:animEffect transition="in" filter="fade">
                                      <p:cBhvr>
                                        <p:cTn id="22" dur="1"/>
                                        <p:tgtEl>
                                          <p:spTgt spid="2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3"/>
                                        </p:tgtEl>
                                        <p:attrNameLst>
                                          <p:attrName>style.visibility</p:attrName>
                                        </p:attrNameLst>
                                      </p:cBhvr>
                                      <p:to>
                                        <p:strVal val="visible"/>
                                      </p:to>
                                    </p:set>
                                    <p:animEffect transition="in" filter="fade">
                                      <p:cBhvr>
                                        <p:cTn id="27" dur="1"/>
                                        <p:tgtEl>
                                          <p:spTgt spid="2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4"/>
                                        </p:tgtEl>
                                        <p:attrNameLst>
                                          <p:attrName>style.visibility</p:attrName>
                                        </p:attrNameLst>
                                      </p:cBhvr>
                                      <p:to>
                                        <p:strVal val="visible"/>
                                      </p:to>
                                    </p:set>
                                    <p:animEffect transition="in" filter="fade">
                                      <p:cBhvr>
                                        <p:cTn id="32" dur="1"/>
                                        <p:tgtEl>
                                          <p:spTgt spid="2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5"/>
                                        </p:tgtEl>
                                        <p:attrNameLst>
                                          <p:attrName>style.visibility</p:attrName>
                                        </p:attrNameLst>
                                      </p:cBhvr>
                                      <p:to>
                                        <p:strVal val="visible"/>
                                      </p:to>
                                    </p:set>
                                    <p:animEffect transition="in" filter="fade">
                                      <p:cBhvr>
                                        <p:cTn id="37" dur="1"/>
                                        <p:tgtEl>
                                          <p:spTgt spid="2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6"/>
                                        </p:tgtEl>
                                        <p:attrNameLst>
                                          <p:attrName>style.visibility</p:attrName>
                                        </p:attrNameLst>
                                      </p:cBhvr>
                                      <p:to>
                                        <p:strVal val="visible"/>
                                      </p:to>
                                    </p:set>
                                    <p:animEffect transition="in" filter="fade">
                                      <p:cBhvr>
                                        <p:cTn id="42" dur="1"/>
                                        <p:tgtEl>
                                          <p:spTgt spid="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6"/>
        <p:cNvGrpSpPr/>
        <p:nvPr/>
      </p:nvGrpSpPr>
      <p:grpSpPr>
        <a:xfrm>
          <a:off x="0" y="0"/>
          <a:ext cx="0" cy="0"/>
          <a:chOff x="0" y="0"/>
          <a:chExt cx="0" cy="0"/>
        </a:xfrm>
      </p:grpSpPr>
      <p:sp useBgFill="1">
        <p:nvSpPr>
          <p:cNvPr id="235" name="Rectangle 234">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9" name="Google Shape;229;p33"/>
          <p:cNvSpPr txBox="1"/>
          <p:nvPr/>
        </p:nvSpPr>
        <p:spPr>
          <a:xfrm>
            <a:off x="628650" y="273843"/>
            <a:ext cx="4045020" cy="994173"/>
          </a:xfrm>
          <a:prstGeom prst="rect">
            <a:avLst/>
          </a:prstGeom>
        </p:spPr>
        <p:txBody>
          <a:bodyPr spcFirstLastPara="1" vert="horz" lIns="91440" tIns="45720" rIns="91440" bIns="45720" rtlCol="0" anchor="ctr" anchorCtr="0">
            <a:normAutofit/>
          </a:bodyPr>
          <a:lstStyle/>
          <a:p>
            <a:pPr marL="0" lvl="0" indent="0">
              <a:lnSpc>
                <a:spcPct val="90000"/>
              </a:lnSpc>
              <a:spcBef>
                <a:spcPct val="0"/>
              </a:spcBef>
              <a:spcAft>
                <a:spcPts val="600"/>
              </a:spcAft>
            </a:pPr>
            <a:r>
              <a:rPr lang="en-US" sz="2400" b="1" kern="1200">
                <a:solidFill>
                  <a:schemeClr val="tx1"/>
                </a:solidFill>
                <a:latin typeface="+mj-lt"/>
                <a:ea typeface="+mj-ea"/>
                <a:cs typeface="+mj-cs"/>
                <a:sym typeface="Raleway"/>
              </a:rPr>
              <a:t>Discuss the following questions. Give reasons for your answers.</a:t>
            </a:r>
          </a:p>
        </p:txBody>
      </p:sp>
      <p:sp>
        <p:nvSpPr>
          <p:cNvPr id="237" name="Freeform: Shape 236">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48992" y="0"/>
            <a:ext cx="866357" cy="468771"/>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0" name="Google Shape;230;p33"/>
          <p:cNvSpPr txBox="1"/>
          <p:nvPr/>
        </p:nvSpPr>
        <p:spPr>
          <a:xfrm>
            <a:off x="628650" y="1369218"/>
            <a:ext cx="4045020" cy="3263504"/>
          </a:xfrm>
          <a:prstGeom prst="rect">
            <a:avLst/>
          </a:prstGeom>
        </p:spPr>
        <p:txBody>
          <a:bodyPr spcFirstLastPara="1" vert="horz" lIns="91440" tIns="45720" rIns="91440" bIns="45720" rtlCol="0" anchorCtr="0">
            <a:normAutofit/>
          </a:bodyPr>
          <a:lstStyle/>
          <a:p>
            <a:pPr marL="457200" lvl="0" indent="-228600">
              <a:lnSpc>
                <a:spcPct val="90000"/>
              </a:lnSpc>
              <a:spcBef>
                <a:spcPts val="0"/>
              </a:spcBef>
              <a:spcAft>
                <a:spcPts val="0"/>
              </a:spcAft>
              <a:buSzPts val="1700"/>
              <a:buFont typeface="Arial" panose="020B0604020202020204" pitchFamily="34" charset="0"/>
              <a:buChar char="•"/>
            </a:pPr>
            <a:r>
              <a:rPr lang="en-US" sz="1500">
                <a:sym typeface="Raleway Light"/>
              </a:rPr>
              <a:t>How circular are your consumption habits? What could you do to make them more so?</a:t>
            </a:r>
          </a:p>
          <a:p>
            <a:pPr marL="457200" lvl="0" indent="-228600">
              <a:lnSpc>
                <a:spcPct val="90000"/>
              </a:lnSpc>
              <a:spcBef>
                <a:spcPts val="1000"/>
              </a:spcBef>
              <a:spcAft>
                <a:spcPts val="0"/>
              </a:spcAft>
              <a:buSzPts val="1700"/>
              <a:buFont typeface="Arial" panose="020B0604020202020204" pitchFamily="34" charset="0"/>
              <a:buChar char="•"/>
            </a:pPr>
            <a:r>
              <a:rPr lang="en-US" sz="1500">
                <a:sym typeface="Raleway Light"/>
              </a:rPr>
              <a:t>Would you lease your lighting? What are the things that you would never decide to lease and prefer to own?</a:t>
            </a:r>
          </a:p>
          <a:p>
            <a:pPr marL="457200" lvl="0" indent="-228600">
              <a:lnSpc>
                <a:spcPct val="90000"/>
              </a:lnSpc>
              <a:spcBef>
                <a:spcPts val="1000"/>
              </a:spcBef>
              <a:spcAft>
                <a:spcPts val="0"/>
              </a:spcAft>
              <a:buSzPts val="1700"/>
              <a:buFont typeface="Arial" panose="020B0604020202020204" pitchFamily="34" charset="0"/>
              <a:buChar char="•"/>
            </a:pPr>
            <a:r>
              <a:rPr lang="en-US" sz="1500">
                <a:sym typeface="Raleway Light"/>
              </a:rPr>
              <a:t>How easy do you think it is to change people’s mindsets towards ownership?</a:t>
            </a:r>
          </a:p>
          <a:p>
            <a:pPr marL="457200" lvl="0" indent="-228600">
              <a:lnSpc>
                <a:spcPct val="90000"/>
              </a:lnSpc>
              <a:spcBef>
                <a:spcPts val="1000"/>
              </a:spcBef>
              <a:spcAft>
                <a:spcPts val="0"/>
              </a:spcAft>
              <a:buSzPts val="1700"/>
              <a:buFont typeface="Arial" panose="020B0604020202020204" pitchFamily="34" charset="0"/>
              <a:buChar char="•"/>
            </a:pPr>
            <a:r>
              <a:rPr lang="en-US" sz="1500">
                <a:sym typeface="Raleway Light"/>
              </a:rPr>
              <a:t>Does your government give any incentives to people to encourage them to reduce waste?</a:t>
            </a:r>
          </a:p>
          <a:p>
            <a:pPr marL="457200" lvl="0" indent="-228600">
              <a:lnSpc>
                <a:spcPct val="90000"/>
              </a:lnSpc>
              <a:spcBef>
                <a:spcPts val="1000"/>
              </a:spcBef>
              <a:spcAft>
                <a:spcPts val="0"/>
              </a:spcAft>
              <a:buSzPts val="1700"/>
              <a:buFont typeface="Arial" panose="020B0604020202020204" pitchFamily="34" charset="0"/>
              <a:buChar char="•"/>
            </a:pPr>
            <a:r>
              <a:rPr lang="en-US" sz="1500">
                <a:sym typeface="Raleway Light"/>
              </a:rPr>
              <a:t>Why do you think companies would move from the linear to the circular economy?</a:t>
            </a:r>
          </a:p>
          <a:p>
            <a:pPr marL="457200" lvl="0" indent="-228600">
              <a:lnSpc>
                <a:spcPct val="90000"/>
              </a:lnSpc>
              <a:spcBef>
                <a:spcPts val="1000"/>
              </a:spcBef>
              <a:spcAft>
                <a:spcPts val="0"/>
              </a:spcAft>
              <a:buFont typeface="Arial" panose="020B0604020202020204" pitchFamily="34" charset="0"/>
              <a:buChar char="•"/>
            </a:pPr>
            <a:endParaRPr lang="en-US" sz="1500">
              <a:sym typeface="Raleway Light"/>
            </a:endParaRPr>
          </a:p>
          <a:p>
            <a:pPr marL="0" lvl="0" indent="-228600">
              <a:lnSpc>
                <a:spcPct val="90000"/>
              </a:lnSpc>
              <a:spcBef>
                <a:spcPts val="1000"/>
              </a:spcBef>
              <a:spcAft>
                <a:spcPts val="0"/>
              </a:spcAft>
              <a:buFont typeface="Arial" panose="020B0604020202020204" pitchFamily="34" charset="0"/>
              <a:buChar char="•"/>
            </a:pPr>
            <a:endParaRPr lang="en-US" sz="1500">
              <a:sym typeface="Raleway Light"/>
            </a:endParaRPr>
          </a:p>
          <a:p>
            <a:pPr marL="0" lvl="0" indent="-228600">
              <a:lnSpc>
                <a:spcPct val="90000"/>
              </a:lnSpc>
              <a:spcBef>
                <a:spcPts val="0"/>
              </a:spcBef>
              <a:spcAft>
                <a:spcPts val="0"/>
              </a:spcAft>
              <a:buFont typeface="Arial" panose="020B0604020202020204" pitchFamily="34" charset="0"/>
              <a:buChar char="•"/>
            </a:pPr>
            <a:endParaRPr lang="en-US" sz="1500">
              <a:sym typeface="Raleway Light"/>
            </a:endParaRPr>
          </a:p>
        </p:txBody>
      </p:sp>
      <p:sp>
        <p:nvSpPr>
          <p:cNvPr id="239" name="Oval 238">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6138" y="2567969"/>
            <a:ext cx="405617" cy="405616"/>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8" name="Google Shape;228;p33"/>
          <p:cNvPicPr preferRelativeResize="0"/>
          <p:nvPr/>
        </p:nvPicPr>
        <p:blipFill>
          <a:blip r:embed="rId3"/>
          <a:stretch>
            <a:fillRect/>
          </a:stretch>
        </p:blipFill>
        <p:spPr>
          <a:xfrm>
            <a:off x="5915388" y="912363"/>
            <a:ext cx="2835788" cy="283578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noFill/>
        </p:spPr>
      </p:pic>
      <p:sp>
        <p:nvSpPr>
          <p:cNvPr id="241" name="Freeform: Shape 240">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2201" y="0"/>
            <a:ext cx="1550211" cy="1216410"/>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43" name="Straight Connector 242">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04058" y="770929"/>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45" name="Freeform: Shape 244">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5592435" y="3875011"/>
            <a:ext cx="1376793" cy="1518589"/>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7145" y="4525346"/>
            <a:ext cx="1493298" cy="618154"/>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7" name="Google Shape;227;p33"/>
          <p:cNvSpPr txBox="1">
            <a:spLocks noGrp="1"/>
          </p:cNvSpPr>
          <p:nvPr>
            <p:ph type="sldNum" sz="quarter" idx="12"/>
          </p:nvPr>
        </p:nvSpPr>
        <p:spPr>
          <a:xfrm>
            <a:off x="7522683" y="4767262"/>
            <a:ext cx="992666" cy="273844"/>
          </a:xfrm>
          <a:prstGeom prst="rect">
            <a:avLst/>
          </a:prstGeom>
        </p:spPr>
        <p:txBody>
          <a:bodyPr spcFirstLastPara="1" vert="horz" lIns="91440" tIns="45720" rIns="91440" bIns="45720" rtlCol="0" anchor="ctr" anchorCtr="0">
            <a:normAutofit/>
          </a:bodyPr>
          <a:lstStyle/>
          <a:p>
            <a:pPr lvl="0" indent="0">
              <a:lnSpc>
                <a:spcPct val="90000"/>
              </a:lnSpc>
              <a:spcBef>
                <a:spcPts val="0"/>
              </a:spcBef>
              <a:spcAft>
                <a:spcPts val="600"/>
              </a:spcAft>
              <a:buNone/>
            </a:pPr>
            <a:fld id="{00000000-1234-1234-1234-123412341234}" type="slidenum">
              <a:rPr lang="en-US" sz="700"/>
              <a:pPr lvl="0" indent="0">
                <a:lnSpc>
                  <a:spcPct val="90000"/>
                </a:lnSpc>
                <a:spcBef>
                  <a:spcPts val="0"/>
                </a:spcBef>
                <a:spcAft>
                  <a:spcPts val="600"/>
                </a:spcAft>
                <a:buNone/>
              </a:pPr>
              <a:t>12</a:t>
            </a:fld>
            <a:endParaRPr lang="en-US" sz="700"/>
          </a:p>
        </p:txBody>
      </p:sp>
      <p:sp>
        <p:nvSpPr>
          <p:cNvPr id="249" name="Freeform: Shape 248">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8772" y="4139397"/>
            <a:ext cx="1005228" cy="1004103"/>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0"/>
        <p:cNvGrpSpPr/>
        <p:nvPr/>
      </p:nvGrpSpPr>
      <p:grpSpPr>
        <a:xfrm>
          <a:off x="0" y="0"/>
          <a:ext cx="0" cy="0"/>
          <a:chOff x="0" y="0"/>
          <a:chExt cx="0" cy="0"/>
        </a:xfrm>
      </p:grpSpPr>
      <p:sp useBgFill="1">
        <p:nvSpPr>
          <p:cNvPr id="229" name="Rectangle 22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Google Shape;221;p32"/>
          <p:cNvSpPr txBox="1">
            <a:spLocks noGrp="1"/>
          </p:cNvSpPr>
          <p:nvPr>
            <p:ph type="ctrTitle" idx="4294967295"/>
          </p:nvPr>
        </p:nvSpPr>
        <p:spPr>
          <a:xfrm>
            <a:off x="479161" y="479394"/>
            <a:ext cx="2678858" cy="2680137"/>
          </a:xfrm>
          <a:prstGeom prst="rect">
            <a:avLst/>
          </a:prstGeom>
        </p:spPr>
        <p:txBody>
          <a:bodyPr spcFirstLastPara="1" vert="horz" lIns="91440" tIns="45720" rIns="91440" bIns="45720" rtlCol="0" anchor="b" anchorCtr="0">
            <a:normAutofit/>
          </a:bodyPr>
          <a:lstStyle/>
          <a:p>
            <a:pPr marL="0" lvl="0" indent="0" defTabSz="914400">
              <a:spcAft>
                <a:spcPts val="0"/>
              </a:spcAft>
            </a:pPr>
            <a:r>
              <a:rPr lang="en-US" sz="5000" kern="1200">
                <a:solidFill>
                  <a:schemeClr val="tx1"/>
                </a:solidFill>
                <a:latin typeface="+mj-lt"/>
                <a:ea typeface="+mj-ea"/>
                <a:cs typeface="+mj-cs"/>
              </a:rPr>
              <a:t>Let’s discuss!</a:t>
            </a:r>
          </a:p>
        </p:txBody>
      </p:sp>
      <p:sp>
        <p:nvSpPr>
          <p:cNvPr id="23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3306950"/>
            <a:ext cx="2441321" cy="13716"/>
          </a:xfrm>
          <a:custGeom>
            <a:avLst/>
            <a:gdLst>
              <a:gd name="connsiteX0" fmla="*/ 0 w 2441321"/>
              <a:gd name="connsiteY0" fmla="*/ 0 h 13716"/>
              <a:gd name="connsiteX1" fmla="*/ 585917 w 2441321"/>
              <a:gd name="connsiteY1" fmla="*/ 0 h 13716"/>
              <a:gd name="connsiteX2" fmla="*/ 1196247 w 2441321"/>
              <a:gd name="connsiteY2" fmla="*/ 0 h 13716"/>
              <a:gd name="connsiteX3" fmla="*/ 1806578 w 2441321"/>
              <a:gd name="connsiteY3" fmla="*/ 0 h 13716"/>
              <a:gd name="connsiteX4" fmla="*/ 2441321 w 2441321"/>
              <a:gd name="connsiteY4" fmla="*/ 0 h 13716"/>
              <a:gd name="connsiteX5" fmla="*/ 2441321 w 2441321"/>
              <a:gd name="connsiteY5" fmla="*/ 13716 h 13716"/>
              <a:gd name="connsiteX6" fmla="*/ 1830991 w 2441321"/>
              <a:gd name="connsiteY6" fmla="*/ 13716 h 13716"/>
              <a:gd name="connsiteX7" fmla="*/ 1269487 w 2441321"/>
              <a:gd name="connsiteY7" fmla="*/ 13716 h 13716"/>
              <a:gd name="connsiteX8" fmla="*/ 707983 w 2441321"/>
              <a:gd name="connsiteY8" fmla="*/ 13716 h 13716"/>
              <a:gd name="connsiteX9" fmla="*/ 0 w 2441321"/>
              <a:gd name="connsiteY9" fmla="*/ 13716 h 13716"/>
              <a:gd name="connsiteX10" fmla="*/ 0 w 2441321"/>
              <a:gd name="connsiteY10" fmla="*/ 0 h 13716"/>
              <a:gd name="connsiteX0" fmla="*/ 0 w 2441321"/>
              <a:gd name="connsiteY0" fmla="*/ 0 h 13716"/>
              <a:gd name="connsiteX1" fmla="*/ 585917 w 2441321"/>
              <a:gd name="connsiteY1" fmla="*/ 0 h 13716"/>
              <a:gd name="connsiteX2" fmla="*/ 1123008 w 2441321"/>
              <a:gd name="connsiteY2" fmla="*/ 0 h 13716"/>
              <a:gd name="connsiteX3" fmla="*/ 1782164 w 2441321"/>
              <a:gd name="connsiteY3" fmla="*/ 0 h 13716"/>
              <a:gd name="connsiteX4" fmla="*/ 2441321 w 2441321"/>
              <a:gd name="connsiteY4" fmla="*/ 0 h 13716"/>
              <a:gd name="connsiteX5" fmla="*/ 2441321 w 2441321"/>
              <a:gd name="connsiteY5" fmla="*/ 13716 h 13716"/>
              <a:gd name="connsiteX6" fmla="*/ 1879817 w 2441321"/>
              <a:gd name="connsiteY6" fmla="*/ 13716 h 13716"/>
              <a:gd name="connsiteX7" fmla="*/ 1318313 w 2441321"/>
              <a:gd name="connsiteY7" fmla="*/ 13716 h 13716"/>
              <a:gd name="connsiteX8" fmla="*/ 659157 w 2441321"/>
              <a:gd name="connsiteY8" fmla="*/ 13716 h 13716"/>
              <a:gd name="connsiteX9" fmla="*/ 0 w 2441321"/>
              <a:gd name="connsiteY9" fmla="*/ 13716 h 13716"/>
              <a:gd name="connsiteX10" fmla="*/ 0 w 2441321"/>
              <a:gd name="connsiteY10"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3716"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0988" y="3698"/>
                  <a:pt x="2440649" y="9400"/>
                  <a:pt x="2441321" y="13716"/>
                </a:cubicBezTo>
                <a:cubicBezTo>
                  <a:pt x="2159375" y="44437"/>
                  <a:pt x="2054495" y="41094"/>
                  <a:pt x="1830991" y="13716"/>
                </a:cubicBezTo>
                <a:cubicBezTo>
                  <a:pt x="1615846" y="2937"/>
                  <a:pt x="1521674" y="-9994"/>
                  <a:pt x="1269487" y="13716"/>
                </a:cubicBezTo>
                <a:cubicBezTo>
                  <a:pt x="1019660" y="49388"/>
                  <a:pt x="886911" y="37779"/>
                  <a:pt x="707983" y="13716"/>
                </a:cubicBezTo>
                <a:cubicBezTo>
                  <a:pt x="523434" y="22749"/>
                  <a:pt x="307885" y="29744"/>
                  <a:pt x="0" y="13716"/>
                </a:cubicBezTo>
                <a:cubicBezTo>
                  <a:pt x="-361" y="7755"/>
                  <a:pt x="-276" y="2718"/>
                  <a:pt x="0" y="0"/>
                </a:cubicBezTo>
                <a:close/>
              </a:path>
              <a:path w="2441321" h="13716"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197" y="4300"/>
                  <a:pt x="2441101" y="8760"/>
                  <a:pt x="2441321" y="13716"/>
                </a:cubicBezTo>
                <a:cubicBezTo>
                  <a:pt x="2180658" y="13750"/>
                  <a:pt x="2084222" y="1362"/>
                  <a:pt x="1879817" y="13716"/>
                </a:cubicBezTo>
                <a:cubicBezTo>
                  <a:pt x="1668182" y="11650"/>
                  <a:pt x="1551159" y="-11049"/>
                  <a:pt x="1318313" y="13716"/>
                </a:cubicBezTo>
                <a:cubicBezTo>
                  <a:pt x="1059871" y="51823"/>
                  <a:pt x="901959" y="19259"/>
                  <a:pt x="659157" y="13716"/>
                </a:cubicBezTo>
                <a:cubicBezTo>
                  <a:pt x="444692" y="23911"/>
                  <a:pt x="245032" y="35310"/>
                  <a:pt x="0" y="13716"/>
                </a:cubicBezTo>
                <a:cubicBezTo>
                  <a:pt x="124" y="7937"/>
                  <a:pt x="389" y="2990"/>
                  <a:pt x="0" y="0"/>
                </a:cubicBezTo>
                <a:close/>
              </a:path>
              <a:path w="2441321" h="13716"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661" y="4449"/>
                  <a:pt x="2442057" y="7876"/>
                  <a:pt x="2441321" y="13716"/>
                </a:cubicBezTo>
                <a:cubicBezTo>
                  <a:pt x="2149099" y="22776"/>
                  <a:pt x="2027305" y="51898"/>
                  <a:pt x="1830991" y="13716"/>
                </a:cubicBezTo>
                <a:cubicBezTo>
                  <a:pt x="1614571" y="-23336"/>
                  <a:pt x="1500998" y="6155"/>
                  <a:pt x="1269487" y="13716"/>
                </a:cubicBezTo>
                <a:cubicBezTo>
                  <a:pt x="1042399" y="33262"/>
                  <a:pt x="927922" y="41250"/>
                  <a:pt x="707983" y="13716"/>
                </a:cubicBezTo>
                <a:cubicBezTo>
                  <a:pt x="502575" y="-9952"/>
                  <a:pt x="350393" y="29927"/>
                  <a:pt x="0" y="13716"/>
                </a:cubicBezTo>
                <a:cubicBezTo>
                  <a:pt x="-248" y="8631"/>
                  <a:pt x="228" y="3134"/>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3716"/>
                      <a:gd name="connsiteX1" fmla="*/ 585917 w 2441321"/>
                      <a:gd name="connsiteY1" fmla="*/ 0 h 13716"/>
                      <a:gd name="connsiteX2" fmla="*/ 1196247 w 2441321"/>
                      <a:gd name="connsiteY2" fmla="*/ 0 h 13716"/>
                      <a:gd name="connsiteX3" fmla="*/ 1806578 w 2441321"/>
                      <a:gd name="connsiteY3" fmla="*/ 0 h 13716"/>
                      <a:gd name="connsiteX4" fmla="*/ 2441321 w 2441321"/>
                      <a:gd name="connsiteY4" fmla="*/ 0 h 13716"/>
                      <a:gd name="connsiteX5" fmla="*/ 2441321 w 2441321"/>
                      <a:gd name="connsiteY5" fmla="*/ 13716 h 13716"/>
                      <a:gd name="connsiteX6" fmla="*/ 1830991 w 2441321"/>
                      <a:gd name="connsiteY6" fmla="*/ 13716 h 13716"/>
                      <a:gd name="connsiteX7" fmla="*/ 1269487 w 2441321"/>
                      <a:gd name="connsiteY7" fmla="*/ 13716 h 13716"/>
                      <a:gd name="connsiteX8" fmla="*/ 707983 w 2441321"/>
                      <a:gd name="connsiteY8" fmla="*/ 13716 h 13716"/>
                      <a:gd name="connsiteX9" fmla="*/ 0 w 2441321"/>
                      <a:gd name="connsiteY9" fmla="*/ 13716 h 13716"/>
                      <a:gd name="connsiteX10" fmla="*/ 0 w 2441321"/>
                      <a:gd name="connsiteY10"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6" name="Graphic 225" descr="Chat">
            <a:extLst>
              <a:ext uri="{FF2B5EF4-FFF2-40B4-BE49-F238E27FC236}">
                <a16:creationId xmlns:a16="http://schemas.microsoft.com/office/drawing/2014/main" id="{7EC33DBC-A011-8BEC-B240-648E7345A2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14800" y="480060"/>
            <a:ext cx="4162806" cy="4162806"/>
          </a:xfrm>
          <a:prstGeom prst="rect">
            <a:avLst/>
          </a:prstGeom>
        </p:spPr>
      </p:pic>
      <p:pic>
        <p:nvPicPr>
          <p:cNvPr id="222" name="Google Shape;222;p32"/>
          <p:cNvPicPr preferRelativeResize="0"/>
          <p:nvPr/>
        </p:nvPicPr>
        <p:blipFill>
          <a:blip r:embed="rId5">
            <a:alphaModFix/>
          </a:blip>
          <a:stretch>
            <a:fillRect/>
          </a:stretch>
        </p:blipFill>
        <p:spPr>
          <a:xfrm>
            <a:off x="8062750" y="135850"/>
            <a:ext cx="886968" cy="8869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21"/>
                                        </p:tgtEl>
                                        <p:attrNameLst>
                                          <p:attrName>style.visibility</p:attrName>
                                        </p:attrNameLst>
                                      </p:cBhvr>
                                      <p:to>
                                        <p:strVal val="visible"/>
                                      </p:to>
                                    </p:set>
                                    <p:animEffect transition="in" filter="fade">
                                      <p:cBhvr>
                                        <p:cTn id="7" dur="700"/>
                                        <p:tgtEl>
                                          <p:spTgt spid="221"/>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226"/>
                                        </p:tgtEl>
                                        <p:attrNameLst>
                                          <p:attrName>style.visibility</p:attrName>
                                        </p:attrNameLst>
                                      </p:cBhvr>
                                      <p:to>
                                        <p:strVal val="visible"/>
                                      </p:to>
                                    </p:set>
                                    <p:animEffect transition="in" filter="fade">
                                      <p:cBhvr>
                                        <p:cTn id="10" dur="7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34"/>
        <p:cNvGrpSpPr/>
        <p:nvPr/>
      </p:nvGrpSpPr>
      <p:grpSpPr>
        <a:xfrm>
          <a:off x="0" y="0"/>
          <a:ext cx="0" cy="0"/>
          <a:chOff x="0" y="0"/>
          <a:chExt cx="0" cy="0"/>
        </a:xfrm>
      </p:grpSpPr>
      <p:sp useBgFill="1">
        <p:nvSpPr>
          <p:cNvPr id="242" name="Rectangle 241">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Google Shape;235;p34"/>
          <p:cNvSpPr txBox="1">
            <a:spLocks noGrp="1"/>
          </p:cNvSpPr>
          <p:nvPr>
            <p:ph type="ctrTitle" idx="4294967295"/>
          </p:nvPr>
        </p:nvSpPr>
        <p:spPr>
          <a:xfrm>
            <a:off x="3490722" y="480060"/>
            <a:ext cx="5170932" cy="2674620"/>
          </a:xfrm>
          <a:prstGeom prst="rect">
            <a:avLst/>
          </a:prstGeom>
        </p:spPr>
        <p:txBody>
          <a:bodyPr spcFirstLastPara="1" vert="horz" lIns="91440" tIns="45720" rIns="91440" bIns="45720" rtlCol="0" anchor="b" anchorCtr="0">
            <a:normAutofit/>
          </a:bodyPr>
          <a:lstStyle/>
          <a:p>
            <a:pPr marL="0" lvl="0" indent="0" defTabSz="914400">
              <a:spcAft>
                <a:spcPts val="0"/>
              </a:spcAft>
            </a:pPr>
            <a:r>
              <a:rPr lang="en-US" sz="5000"/>
              <a:t>Time for a case study!</a:t>
            </a:r>
          </a:p>
        </p:txBody>
      </p:sp>
      <p:pic>
        <p:nvPicPr>
          <p:cNvPr id="238" name="Picture 237" descr="Writing an appointment on a paper agenda">
            <a:extLst>
              <a:ext uri="{FF2B5EF4-FFF2-40B4-BE49-F238E27FC236}">
                <a16:creationId xmlns:a16="http://schemas.microsoft.com/office/drawing/2014/main" id="{8E813E48-EDD0-56AB-ED45-EABEAD7F76B6}"/>
              </a:ext>
            </a:extLst>
          </p:cNvPr>
          <p:cNvPicPr>
            <a:picLocks noChangeAspect="1"/>
          </p:cNvPicPr>
          <p:nvPr/>
        </p:nvPicPr>
        <p:blipFill rotWithShape="1">
          <a:blip r:embed="rId3"/>
          <a:srcRect r="60583"/>
          <a:stretch/>
        </p:blipFill>
        <p:spPr>
          <a:xfrm>
            <a:off x="20" y="10"/>
            <a:ext cx="3037334" cy="5143490"/>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
        <p:nvSpPr>
          <p:cNvPr id="244" name="sketchy line">
            <a:extLst>
              <a:ext uri="{FF2B5EF4-FFF2-40B4-BE49-F238E27FC236}">
                <a16:creationId xmlns:a16="http://schemas.microsoft.com/office/drawing/2014/main" id="{82580482-BA80-420A-8A05-C58E97F2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3306950"/>
            <a:ext cx="3182112" cy="13716"/>
          </a:xfrm>
          <a:custGeom>
            <a:avLst/>
            <a:gdLst>
              <a:gd name="connsiteX0" fmla="*/ 0 w 3182112"/>
              <a:gd name="connsiteY0" fmla="*/ 0 h 13716"/>
              <a:gd name="connsiteX1" fmla="*/ 636422 w 3182112"/>
              <a:gd name="connsiteY1" fmla="*/ 0 h 13716"/>
              <a:gd name="connsiteX2" fmla="*/ 1241024 w 3182112"/>
              <a:gd name="connsiteY2" fmla="*/ 0 h 13716"/>
              <a:gd name="connsiteX3" fmla="*/ 1845625 w 3182112"/>
              <a:gd name="connsiteY3" fmla="*/ 0 h 13716"/>
              <a:gd name="connsiteX4" fmla="*/ 2545690 w 3182112"/>
              <a:gd name="connsiteY4" fmla="*/ 0 h 13716"/>
              <a:gd name="connsiteX5" fmla="*/ 3182112 w 3182112"/>
              <a:gd name="connsiteY5" fmla="*/ 0 h 13716"/>
              <a:gd name="connsiteX6" fmla="*/ 3182112 w 3182112"/>
              <a:gd name="connsiteY6" fmla="*/ 13716 h 13716"/>
              <a:gd name="connsiteX7" fmla="*/ 2545690 w 3182112"/>
              <a:gd name="connsiteY7" fmla="*/ 13716 h 13716"/>
              <a:gd name="connsiteX8" fmla="*/ 2004731 w 3182112"/>
              <a:gd name="connsiteY8" fmla="*/ 13716 h 13716"/>
              <a:gd name="connsiteX9" fmla="*/ 1400129 w 3182112"/>
              <a:gd name="connsiteY9" fmla="*/ 13716 h 13716"/>
              <a:gd name="connsiteX10" fmla="*/ 795528 w 3182112"/>
              <a:gd name="connsiteY10" fmla="*/ 13716 h 13716"/>
              <a:gd name="connsiteX11" fmla="*/ 0 w 3182112"/>
              <a:gd name="connsiteY11" fmla="*/ 13716 h 13716"/>
              <a:gd name="connsiteX12" fmla="*/ 0 w 3182112"/>
              <a:gd name="connsiteY12" fmla="*/ 0 h 13716"/>
              <a:gd name="connsiteX0" fmla="*/ 0 w 3182112"/>
              <a:gd name="connsiteY0" fmla="*/ 0 h 13716"/>
              <a:gd name="connsiteX1" fmla="*/ 572780 w 3182112"/>
              <a:gd name="connsiteY1" fmla="*/ 0 h 13716"/>
              <a:gd name="connsiteX2" fmla="*/ 1272845 w 3182112"/>
              <a:gd name="connsiteY2" fmla="*/ 0 h 13716"/>
              <a:gd name="connsiteX3" fmla="*/ 1813804 w 3182112"/>
              <a:gd name="connsiteY3" fmla="*/ 0 h 13716"/>
              <a:gd name="connsiteX4" fmla="*/ 2354763 w 3182112"/>
              <a:gd name="connsiteY4" fmla="*/ 0 h 13716"/>
              <a:gd name="connsiteX5" fmla="*/ 3182112 w 3182112"/>
              <a:gd name="connsiteY5" fmla="*/ 0 h 13716"/>
              <a:gd name="connsiteX6" fmla="*/ 3182112 w 3182112"/>
              <a:gd name="connsiteY6" fmla="*/ 13716 h 13716"/>
              <a:gd name="connsiteX7" fmla="*/ 2577511 w 3182112"/>
              <a:gd name="connsiteY7" fmla="*/ 13716 h 13716"/>
              <a:gd name="connsiteX8" fmla="*/ 1972909 w 3182112"/>
              <a:gd name="connsiteY8" fmla="*/ 13716 h 13716"/>
              <a:gd name="connsiteX9" fmla="*/ 1368308 w 3182112"/>
              <a:gd name="connsiteY9" fmla="*/ 13716 h 13716"/>
              <a:gd name="connsiteX10" fmla="*/ 668244 w 3182112"/>
              <a:gd name="connsiteY10" fmla="*/ 13716 h 13716"/>
              <a:gd name="connsiteX11" fmla="*/ 0 w 3182112"/>
              <a:gd name="connsiteY11" fmla="*/ 13716 h 13716"/>
              <a:gd name="connsiteX12" fmla="*/ 0 w 3182112"/>
              <a:gd name="connsiteY12"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112" h="13716" fill="none" extrusionOk="0">
                <a:moveTo>
                  <a:pt x="0" y="0"/>
                </a:moveTo>
                <a:cubicBezTo>
                  <a:pt x="167097" y="-35215"/>
                  <a:pt x="386995" y="-47353"/>
                  <a:pt x="636422" y="0"/>
                </a:cubicBezTo>
                <a:cubicBezTo>
                  <a:pt x="915721" y="14911"/>
                  <a:pt x="978814" y="-9181"/>
                  <a:pt x="1241024" y="0"/>
                </a:cubicBezTo>
                <a:cubicBezTo>
                  <a:pt x="1523940" y="31894"/>
                  <a:pt x="1606328" y="-11705"/>
                  <a:pt x="1845625" y="0"/>
                </a:cubicBezTo>
                <a:cubicBezTo>
                  <a:pt x="2102898" y="-3011"/>
                  <a:pt x="2397984" y="13955"/>
                  <a:pt x="2545690" y="0"/>
                </a:cubicBezTo>
                <a:cubicBezTo>
                  <a:pt x="2705364" y="3313"/>
                  <a:pt x="2935432" y="4386"/>
                  <a:pt x="3182112" y="0"/>
                </a:cubicBezTo>
                <a:cubicBezTo>
                  <a:pt x="3181721" y="5201"/>
                  <a:pt x="3183349" y="10378"/>
                  <a:pt x="3182112" y="13716"/>
                </a:cubicBezTo>
                <a:cubicBezTo>
                  <a:pt x="2885361" y="25235"/>
                  <a:pt x="2846304" y="18388"/>
                  <a:pt x="2545690" y="13716"/>
                </a:cubicBezTo>
                <a:cubicBezTo>
                  <a:pt x="2296262" y="27882"/>
                  <a:pt x="2267101" y="-7104"/>
                  <a:pt x="2004731" y="13716"/>
                </a:cubicBezTo>
                <a:cubicBezTo>
                  <a:pt x="1806517" y="15840"/>
                  <a:pt x="1671861" y="-33003"/>
                  <a:pt x="1400129" y="13716"/>
                </a:cubicBezTo>
                <a:cubicBezTo>
                  <a:pt x="1147502" y="43209"/>
                  <a:pt x="1063563" y="16014"/>
                  <a:pt x="795528" y="13716"/>
                </a:cubicBezTo>
                <a:cubicBezTo>
                  <a:pt x="531348" y="14487"/>
                  <a:pt x="307978" y="-3834"/>
                  <a:pt x="0" y="13716"/>
                </a:cubicBezTo>
                <a:cubicBezTo>
                  <a:pt x="1191" y="9973"/>
                  <a:pt x="174" y="5212"/>
                  <a:pt x="0" y="0"/>
                </a:cubicBezTo>
                <a:close/>
              </a:path>
              <a:path w="3182112" h="13716" stroke="0" extrusionOk="0">
                <a:moveTo>
                  <a:pt x="0" y="0"/>
                </a:moveTo>
                <a:cubicBezTo>
                  <a:pt x="224974" y="-3076"/>
                  <a:pt x="336129" y="12250"/>
                  <a:pt x="572780" y="0"/>
                </a:cubicBezTo>
                <a:cubicBezTo>
                  <a:pt x="802270" y="-6413"/>
                  <a:pt x="1081077" y="-35613"/>
                  <a:pt x="1272845" y="0"/>
                </a:cubicBezTo>
                <a:cubicBezTo>
                  <a:pt x="1483194" y="13818"/>
                  <a:pt x="1709890" y="10279"/>
                  <a:pt x="1813804" y="0"/>
                </a:cubicBezTo>
                <a:cubicBezTo>
                  <a:pt x="1932692" y="-21191"/>
                  <a:pt x="2099661" y="51120"/>
                  <a:pt x="2354763" y="0"/>
                </a:cubicBezTo>
                <a:cubicBezTo>
                  <a:pt x="2613656" y="-59585"/>
                  <a:pt x="2864372" y="-2700"/>
                  <a:pt x="3182112" y="0"/>
                </a:cubicBezTo>
                <a:cubicBezTo>
                  <a:pt x="3182905" y="4595"/>
                  <a:pt x="3182270" y="8613"/>
                  <a:pt x="3182112" y="13716"/>
                </a:cubicBezTo>
                <a:cubicBezTo>
                  <a:pt x="2942487" y="10500"/>
                  <a:pt x="2716398" y="10550"/>
                  <a:pt x="2577511" y="13716"/>
                </a:cubicBezTo>
                <a:cubicBezTo>
                  <a:pt x="2427349" y="4974"/>
                  <a:pt x="2116759" y="19341"/>
                  <a:pt x="1972909" y="13716"/>
                </a:cubicBezTo>
                <a:cubicBezTo>
                  <a:pt x="1839235" y="-11453"/>
                  <a:pt x="1610337" y="-13394"/>
                  <a:pt x="1368308" y="13716"/>
                </a:cubicBezTo>
                <a:cubicBezTo>
                  <a:pt x="1126976" y="-10873"/>
                  <a:pt x="974871" y="-4870"/>
                  <a:pt x="668244" y="13716"/>
                </a:cubicBezTo>
                <a:cubicBezTo>
                  <a:pt x="348457" y="13580"/>
                  <a:pt x="256623" y="5554"/>
                  <a:pt x="0" y="13716"/>
                </a:cubicBezTo>
                <a:cubicBezTo>
                  <a:pt x="-606" y="10029"/>
                  <a:pt x="-66" y="6665"/>
                  <a:pt x="0" y="0"/>
                </a:cubicBezTo>
                <a:close/>
              </a:path>
              <a:path w="3182112" h="13716" fill="none" stroke="0" extrusionOk="0">
                <a:moveTo>
                  <a:pt x="0" y="0"/>
                </a:moveTo>
                <a:cubicBezTo>
                  <a:pt x="172613" y="-24909"/>
                  <a:pt x="357564" y="-7371"/>
                  <a:pt x="636422" y="0"/>
                </a:cubicBezTo>
                <a:cubicBezTo>
                  <a:pt x="914248" y="21219"/>
                  <a:pt x="954289" y="-16703"/>
                  <a:pt x="1241024" y="0"/>
                </a:cubicBezTo>
                <a:cubicBezTo>
                  <a:pt x="1510135" y="4876"/>
                  <a:pt x="1604042" y="8738"/>
                  <a:pt x="1845625" y="0"/>
                </a:cubicBezTo>
                <a:cubicBezTo>
                  <a:pt x="2080119" y="20374"/>
                  <a:pt x="2361338" y="20926"/>
                  <a:pt x="2545690" y="0"/>
                </a:cubicBezTo>
                <a:cubicBezTo>
                  <a:pt x="2688348" y="-15245"/>
                  <a:pt x="2879596" y="10087"/>
                  <a:pt x="3182112" y="0"/>
                </a:cubicBezTo>
                <a:cubicBezTo>
                  <a:pt x="3182600" y="4891"/>
                  <a:pt x="3182590" y="9504"/>
                  <a:pt x="3182112" y="13716"/>
                </a:cubicBezTo>
                <a:cubicBezTo>
                  <a:pt x="2874389" y="35512"/>
                  <a:pt x="2836312" y="13235"/>
                  <a:pt x="2545690" y="13716"/>
                </a:cubicBezTo>
                <a:cubicBezTo>
                  <a:pt x="2277674" y="-12666"/>
                  <a:pt x="2165305" y="18152"/>
                  <a:pt x="2004731" y="13716"/>
                </a:cubicBezTo>
                <a:cubicBezTo>
                  <a:pt x="1902847" y="-1888"/>
                  <a:pt x="1683658" y="-9791"/>
                  <a:pt x="1400129" y="13716"/>
                </a:cubicBezTo>
                <a:cubicBezTo>
                  <a:pt x="1159937" y="22664"/>
                  <a:pt x="1072890" y="11166"/>
                  <a:pt x="795528" y="13716"/>
                </a:cubicBezTo>
                <a:cubicBezTo>
                  <a:pt x="525743" y="22166"/>
                  <a:pt x="338536" y="-17181"/>
                  <a:pt x="0" y="13716"/>
                </a:cubicBezTo>
                <a:cubicBezTo>
                  <a:pt x="-446" y="11213"/>
                  <a:pt x="68" y="597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3182112"/>
                      <a:gd name="connsiteY0" fmla="*/ 0 h 13716"/>
                      <a:gd name="connsiteX1" fmla="*/ 636422 w 3182112"/>
                      <a:gd name="connsiteY1" fmla="*/ 0 h 13716"/>
                      <a:gd name="connsiteX2" fmla="*/ 1241024 w 3182112"/>
                      <a:gd name="connsiteY2" fmla="*/ 0 h 13716"/>
                      <a:gd name="connsiteX3" fmla="*/ 1845625 w 3182112"/>
                      <a:gd name="connsiteY3" fmla="*/ 0 h 13716"/>
                      <a:gd name="connsiteX4" fmla="*/ 2545690 w 3182112"/>
                      <a:gd name="connsiteY4" fmla="*/ 0 h 13716"/>
                      <a:gd name="connsiteX5" fmla="*/ 3182112 w 3182112"/>
                      <a:gd name="connsiteY5" fmla="*/ 0 h 13716"/>
                      <a:gd name="connsiteX6" fmla="*/ 3182112 w 3182112"/>
                      <a:gd name="connsiteY6" fmla="*/ 13716 h 13716"/>
                      <a:gd name="connsiteX7" fmla="*/ 2545690 w 3182112"/>
                      <a:gd name="connsiteY7" fmla="*/ 13716 h 13716"/>
                      <a:gd name="connsiteX8" fmla="*/ 2004731 w 3182112"/>
                      <a:gd name="connsiteY8" fmla="*/ 13716 h 13716"/>
                      <a:gd name="connsiteX9" fmla="*/ 1400129 w 3182112"/>
                      <a:gd name="connsiteY9" fmla="*/ 13716 h 13716"/>
                      <a:gd name="connsiteX10" fmla="*/ 795528 w 3182112"/>
                      <a:gd name="connsiteY10" fmla="*/ 13716 h 13716"/>
                      <a:gd name="connsiteX11" fmla="*/ 0 w 3182112"/>
                      <a:gd name="connsiteY11" fmla="*/ 13716 h 13716"/>
                      <a:gd name="connsiteX12" fmla="*/ 0 w 3182112"/>
                      <a:gd name="connsiteY12"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112" h="13716" fill="none" extrusionOk="0">
                        <a:moveTo>
                          <a:pt x="0" y="0"/>
                        </a:moveTo>
                        <a:cubicBezTo>
                          <a:pt x="149227" y="9811"/>
                          <a:pt x="361579" y="-25608"/>
                          <a:pt x="636422" y="0"/>
                        </a:cubicBezTo>
                        <a:cubicBezTo>
                          <a:pt x="911265" y="25608"/>
                          <a:pt x="969922" y="-15588"/>
                          <a:pt x="1241024" y="0"/>
                        </a:cubicBezTo>
                        <a:cubicBezTo>
                          <a:pt x="1512126" y="15588"/>
                          <a:pt x="1611937" y="-6343"/>
                          <a:pt x="1845625" y="0"/>
                        </a:cubicBezTo>
                        <a:cubicBezTo>
                          <a:pt x="2079313" y="6343"/>
                          <a:pt x="2390997" y="18445"/>
                          <a:pt x="2545690" y="0"/>
                        </a:cubicBezTo>
                        <a:cubicBezTo>
                          <a:pt x="2700383" y="-18445"/>
                          <a:pt x="2898553" y="-25854"/>
                          <a:pt x="3182112" y="0"/>
                        </a:cubicBezTo>
                        <a:cubicBezTo>
                          <a:pt x="3181906" y="4954"/>
                          <a:pt x="3182788" y="9587"/>
                          <a:pt x="3182112" y="13716"/>
                        </a:cubicBezTo>
                        <a:cubicBezTo>
                          <a:pt x="2882016" y="27940"/>
                          <a:pt x="2839678" y="11281"/>
                          <a:pt x="2545690" y="13716"/>
                        </a:cubicBezTo>
                        <a:cubicBezTo>
                          <a:pt x="2251702" y="16151"/>
                          <a:pt x="2152589" y="10425"/>
                          <a:pt x="2004731" y="13716"/>
                        </a:cubicBezTo>
                        <a:cubicBezTo>
                          <a:pt x="1856873" y="17007"/>
                          <a:pt x="1653555" y="508"/>
                          <a:pt x="1400129" y="13716"/>
                        </a:cubicBezTo>
                        <a:cubicBezTo>
                          <a:pt x="1146703" y="26924"/>
                          <a:pt x="1067656" y="13617"/>
                          <a:pt x="795528" y="13716"/>
                        </a:cubicBezTo>
                        <a:cubicBezTo>
                          <a:pt x="523400" y="13815"/>
                          <a:pt x="318441" y="-3554"/>
                          <a:pt x="0" y="13716"/>
                        </a:cubicBezTo>
                        <a:cubicBezTo>
                          <a:pt x="289" y="10556"/>
                          <a:pt x="295" y="5843"/>
                          <a:pt x="0" y="0"/>
                        </a:cubicBezTo>
                        <a:close/>
                      </a:path>
                      <a:path w="3182112" h="13716" stroke="0" extrusionOk="0">
                        <a:moveTo>
                          <a:pt x="0" y="0"/>
                        </a:moveTo>
                        <a:cubicBezTo>
                          <a:pt x="215562" y="1260"/>
                          <a:pt x="336090" y="6473"/>
                          <a:pt x="572780" y="0"/>
                        </a:cubicBezTo>
                        <a:cubicBezTo>
                          <a:pt x="809470" y="-6473"/>
                          <a:pt x="1080729" y="-23038"/>
                          <a:pt x="1272845" y="0"/>
                        </a:cubicBezTo>
                        <a:cubicBezTo>
                          <a:pt x="1464961" y="23038"/>
                          <a:pt x="1699922" y="1589"/>
                          <a:pt x="1813804" y="0"/>
                        </a:cubicBezTo>
                        <a:cubicBezTo>
                          <a:pt x="1927686" y="-1589"/>
                          <a:pt x="2116547" y="7184"/>
                          <a:pt x="2354763" y="0"/>
                        </a:cubicBezTo>
                        <a:cubicBezTo>
                          <a:pt x="2592979" y="-7184"/>
                          <a:pt x="2863919" y="3952"/>
                          <a:pt x="3182112" y="0"/>
                        </a:cubicBezTo>
                        <a:cubicBezTo>
                          <a:pt x="3182258" y="4569"/>
                          <a:pt x="3182252" y="8247"/>
                          <a:pt x="3182112" y="13716"/>
                        </a:cubicBezTo>
                        <a:cubicBezTo>
                          <a:pt x="2938288" y="11466"/>
                          <a:pt x="2724925" y="24508"/>
                          <a:pt x="2577511" y="13716"/>
                        </a:cubicBezTo>
                        <a:cubicBezTo>
                          <a:pt x="2430097" y="2924"/>
                          <a:pt x="2119926" y="43134"/>
                          <a:pt x="1972909" y="13716"/>
                        </a:cubicBezTo>
                        <a:cubicBezTo>
                          <a:pt x="1825892" y="-15702"/>
                          <a:pt x="1597470" y="39246"/>
                          <a:pt x="1368308" y="13716"/>
                        </a:cubicBezTo>
                        <a:cubicBezTo>
                          <a:pt x="1139146" y="-11814"/>
                          <a:pt x="981628" y="14107"/>
                          <a:pt x="668244" y="13716"/>
                        </a:cubicBezTo>
                        <a:cubicBezTo>
                          <a:pt x="354860" y="13325"/>
                          <a:pt x="259749" y="-4361"/>
                          <a:pt x="0" y="13716"/>
                        </a:cubicBezTo>
                        <a:cubicBezTo>
                          <a:pt x="-39" y="9734"/>
                          <a:pt x="-18" y="6444"/>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Google Shape;236;p34"/>
          <p:cNvSpPr txBox="1">
            <a:spLocks noGrp="1"/>
          </p:cNvSpPr>
          <p:nvPr>
            <p:ph type="sldNum" sz="quarter" idx="12"/>
          </p:nvPr>
        </p:nvSpPr>
        <p:spPr>
          <a:xfrm>
            <a:off x="6457950" y="4767262"/>
            <a:ext cx="2057400" cy="273844"/>
          </a:xfrm>
          <a:prstGeom prst="rect">
            <a:avLst/>
          </a:prstGeom>
        </p:spPr>
        <p:txBody>
          <a:bodyPr spcFirstLastPara="1" vert="horz" lIns="91440" tIns="45720" rIns="91440" bIns="45720" rtlCol="0" anchor="ctr" anchorCtr="0">
            <a:normAutofit/>
          </a:bodyPr>
          <a:lstStyle/>
          <a:p>
            <a:pPr>
              <a:lnSpc>
                <a:spcPct val="90000"/>
              </a:lnSpc>
              <a:spcAft>
                <a:spcPts val="600"/>
              </a:spcAft>
              <a:defRPr/>
            </a:pPr>
            <a:fld id="{00000000-1234-1234-1234-123412341234}" type="slidenum">
              <a:rPr lang="en-US" sz="700">
                <a:solidFill>
                  <a:prstClr val="black">
                    <a:tint val="75000"/>
                  </a:prstClr>
                </a:solidFill>
                <a:latin typeface="Calibri" panose="020F0502020204030204"/>
              </a:rPr>
              <a:pPr>
                <a:lnSpc>
                  <a:spcPct val="90000"/>
                </a:lnSpc>
                <a:spcAft>
                  <a:spcPts val="600"/>
                </a:spcAft>
                <a:defRPr/>
              </a:pPr>
              <a:t>14</a:t>
            </a:fld>
            <a:endParaRPr lang="en-US" sz="700">
              <a:solidFill>
                <a:prstClr val="black">
                  <a:tint val="75000"/>
                </a:prstClr>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35"/>
                                        </p:tgtEl>
                                        <p:attrNameLst>
                                          <p:attrName>style.visibility</p:attrName>
                                        </p:attrNameLst>
                                      </p:cBhvr>
                                      <p:to>
                                        <p:strVal val="visible"/>
                                      </p:to>
                                    </p:set>
                                    <p:animEffect transition="in" filter="fade">
                                      <p:cBhvr>
                                        <p:cTn id="7" dur="400"/>
                                        <p:tgtEl>
                                          <p:spTgt spid="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5"/>
          <p:cNvSpPr txBox="1">
            <a:spLocks noGrp="1"/>
          </p:cNvSpPr>
          <p:nvPr>
            <p:ph type="sldNum" sz="quarter" idx="12"/>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sz="1400"/>
              <a:t>15</a:t>
            </a:fld>
            <a:endParaRPr sz="1400"/>
          </a:p>
        </p:txBody>
      </p:sp>
      <p:sp>
        <p:nvSpPr>
          <p:cNvPr id="242" name="Google Shape;242;p35"/>
          <p:cNvSpPr txBox="1"/>
          <p:nvPr/>
        </p:nvSpPr>
        <p:spPr>
          <a:xfrm>
            <a:off x="572075" y="355725"/>
            <a:ext cx="6638400" cy="36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400" b="1">
              <a:latin typeface="Raleway"/>
              <a:ea typeface="Raleway"/>
              <a:cs typeface="Raleway"/>
              <a:sym typeface="Raleway"/>
            </a:endParaRPr>
          </a:p>
        </p:txBody>
      </p:sp>
      <p:sp>
        <p:nvSpPr>
          <p:cNvPr id="243" name="Google Shape;243;p35"/>
          <p:cNvSpPr txBox="1"/>
          <p:nvPr/>
        </p:nvSpPr>
        <p:spPr>
          <a:xfrm>
            <a:off x="393192" y="310896"/>
            <a:ext cx="705810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400" b="1">
                <a:latin typeface="Raleway"/>
                <a:ea typeface="Raleway"/>
                <a:cs typeface="Raleway"/>
                <a:sym typeface="Raleway"/>
              </a:rPr>
              <a:t>Read the description of a company which follows the linear model and complete the case study tasks below.</a:t>
            </a:r>
            <a:endParaRPr sz="1400" b="1">
              <a:latin typeface="Raleway"/>
              <a:ea typeface="Raleway"/>
              <a:cs typeface="Raleway"/>
              <a:sym typeface="Raleway"/>
            </a:endParaRPr>
          </a:p>
        </p:txBody>
      </p:sp>
      <p:sp>
        <p:nvSpPr>
          <p:cNvPr id="244" name="Google Shape;244;p35"/>
          <p:cNvSpPr txBox="1"/>
          <p:nvPr/>
        </p:nvSpPr>
        <p:spPr>
          <a:xfrm>
            <a:off x="667325" y="825550"/>
            <a:ext cx="2958300" cy="407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1400">
              <a:solidFill>
                <a:schemeClr val="dk1"/>
              </a:solidFill>
              <a:highlight>
                <a:srgbClr val="FFCD00"/>
              </a:highlight>
              <a:latin typeface="Raleway Light"/>
              <a:ea typeface="Raleway Light"/>
              <a:cs typeface="Raleway Light"/>
              <a:sym typeface="Raleway Light"/>
            </a:endParaRPr>
          </a:p>
          <a:p>
            <a:pPr marL="914400" lvl="0" indent="0" algn="l" rtl="0">
              <a:lnSpc>
                <a:spcPct val="150000"/>
              </a:lnSpc>
              <a:spcBef>
                <a:spcPts val="0"/>
              </a:spcBef>
              <a:spcAft>
                <a:spcPts val="0"/>
              </a:spcAft>
              <a:buNone/>
            </a:pPr>
            <a:endParaRPr sz="1400">
              <a:solidFill>
                <a:schemeClr val="dk1"/>
              </a:solidFill>
              <a:latin typeface="Raleway Light"/>
              <a:ea typeface="Raleway Light"/>
              <a:cs typeface="Raleway Light"/>
              <a:sym typeface="Raleway Light"/>
            </a:endParaRPr>
          </a:p>
        </p:txBody>
      </p:sp>
      <p:sp>
        <p:nvSpPr>
          <p:cNvPr id="245" name="Google Shape;245;p35"/>
          <p:cNvSpPr txBox="1"/>
          <p:nvPr/>
        </p:nvSpPr>
        <p:spPr>
          <a:xfrm>
            <a:off x="819725" y="977950"/>
            <a:ext cx="2958300" cy="407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1400">
              <a:solidFill>
                <a:schemeClr val="dk1"/>
              </a:solidFill>
              <a:highlight>
                <a:srgbClr val="FFCD00"/>
              </a:highlight>
              <a:latin typeface="Raleway Light"/>
              <a:ea typeface="Raleway Light"/>
              <a:cs typeface="Raleway Light"/>
              <a:sym typeface="Raleway Light"/>
            </a:endParaRPr>
          </a:p>
          <a:p>
            <a:pPr marL="914400" lvl="0" indent="0" algn="l" rtl="0">
              <a:lnSpc>
                <a:spcPct val="150000"/>
              </a:lnSpc>
              <a:spcBef>
                <a:spcPts val="0"/>
              </a:spcBef>
              <a:spcAft>
                <a:spcPts val="0"/>
              </a:spcAft>
              <a:buNone/>
            </a:pPr>
            <a:endParaRPr sz="1400">
              <a:solidFill>
                <a:schemeClr val="dk1"/>
              </a:solidFill>
              <a:latin typeface="Raleway Light"/>
              <a:ea typeface="Raleway Light"/>
              <a:cs typeface="Raleway Light"/>
              <a:sym typeface="Raleway Light"/>
            </a:endParaRPr>
          </a:p>
        </p:txBody>
      </p:sp>
      <p:sp>
        <p:nvSpPr>
          <p:cNvPr id="246" name="Google Shape;246;p35"/>
          <p:cNvSpPr/>
          <p:nvPr/>
        </p:nvSpPr>
        <p:spPr>
          <a:xfrm>
            <a:off x="393200" y="1040373"/>
            <a:ext cx="6573600" cy="1376700"/>
          </a:xfrm>
          <a:prstGeom prst="rect">
            <a:avLst/>
          </a:prstGeom>
          <a:noFill/>
          <a:ln w="19050" cap="flat" cmpd="sng">
            <a:solidFill>
              <a:srgbClr val="60AE92"/>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400">
                <a:latin typeface="Raleway Light"/>
                <a:ea typeface="Raleway Light"/>
                <a:cs typeface="Raleway Light"/>
                <a:sym typeface="Raleway Light"/>
              </a:rPr>
              <a:t>Chef’s Place is a company which produces high quality, hand-prepared frozen meals. Most of the ingredients are sourced locally. The meals are prepared by professional chefs in the company’s kitchens then packaged and delivered to customers and shops all around the country. The food is packaged in black plastic cartons with plastic film lids and cardboard covers.</a:t>
            </a:r>
            <a:endParaRPr sz="1400">
              <a:latin typeface="Raleway Light"/>
              <a:ea typeface="Raleway Light"/>
              <a:cs typeface="Raleway Light"/>
              <a:sym typeface="Raleway Light"/>
            </a:endParaRPr>
          </a:p>
          <a:p>
            <a:pPr marL="0" lvl="0" indent="0" algn="l" rtl="0">
              <a:spcBef>
                <a:spcPts val="0"/>
              </a:spcBef>
              <a:spcAft>
                <a:spcPts val="0"/>
              </a:spcAft>
              <a:buNone/>
            </a:pPr>
            <a:endParaRPr sz="1400"/>
          </a:p>
        </p:txBody>
      </p:sp>
      <p:pic>
        <p:nvPicPr>
          <p:cNvPr id="247" name="Google Shape;247;p35"/>
          <p:cNvPicPr preferRelativeResize="0"/>
          <p:nvPr/>
        </p:nvPicPr>
        <p:blipFill>
          <a:blip r:embed="rId3">
            <a:alphaModFix/>
          </a:blip>
          <a:stretch>
            <a:fillRect/>
          </a:stretch>
        </p:blipFill>
        <p:spPr>
          <a:xfrm>
            <a:off x="7090424" y="1040363"/>
            <a:ext cx="1376676" cy="1376700"/>
          </a:xfrm>
          <a:prstGeom prst="rect">
            <a:avLst/>
          </a:prstGeom>
          <a:noFill/>
          <a:ln>
            <a:noFill/>
          </a:ln>
        </p:spPr>
      </p:pic>
      <p:sp>
        <p:nvSpPr>
          <p:cNvPr id="248" name="Google Shape;248;p35"/>
          <p:cNvSpPr txBox="1"/>
          <p:nvPr/>
        </p:nvSpPr>
        <p:spPr>
          <a:xfrm>
            <a:off x="393200" y="2556250"/>
            <a:ext cx="8230538" cy="2123628"/>
          </a:xfrm>
          <a:prstGeom prst="rect">
            <a:avLst/>
          </a:prstGeom>
          <a:noFill/>
          <a:ln>
            <a:noFill/>
          </a:ln>
        </p:spPr>
        <p:txBody>
          <a:bodyPr spcFirstLastPara="1" wrap="square" lIns="91425" tIns="91425" rIns="91425" bIns="91425" anchor="t" anchorCtr="0">
            <a:spAutoFit/>
          </a:bodyPr>
          <a:lstStyle/>
          <a:p>
            <a:pPr marL="457200" lvl="0" indent="-323850" algn="l" rtl="0">
              <a:spcBef>
                <a:spcPts val="0"/>
              </a:spcBef>
              <a:spcAft>
                <a:spcPts val="0"/>
              </a:spcAft>
              <a:buSzPts val="1500"/>
              <a:buFont typeface="Raleway Light"/>
              <a:buChar char="●"/>
            </a:pPr>
            <a:r>
              <a:rPr lang="en" sz="1400">
                <a:latin typeface="Raleway Light"/>
                <a:ea typeface="Raleway Light"/>
                <a:cs typeface="Raleway Light"/>
                <a:sym typeface="Raleway Light"/>
              </a:rPr>
              <a:t>Make a list of strategies the company could work on in order to become more circular.</a:t>
            </a:r>
            <a:endParaRPr sz="1400">
              <a:latin typeface="Raleway Light"/>
              <a:ea typeface="Raleway Light"/>
              <a:cs typeface="Raleway Light"/>
              <a:sym typeface="Raleway Light"/>
            </a:endParaRPr>
          </a:p>
          <a:p>
            <a:pPr marL="457200" lvl="0" indent="-323850" algn="l" rtl="0">
              <a:spcBef>
                <a:spcPts val="0"/>
              </a:spcBef>
              <a:spcAft>
                <a:spcPts val="0"/>
              </a:spcAft>
              <a:buSzPts val="1500"/>
              <a:buFont typeface="Raleway Light"/>
              <a:buChar char="●"/>
            </a:pPr>
            <a:r>
              <a:rPr lang="en" sz="1400">
                <a:latin typeface="Raleway Light"/>
                <a:ea typeface="Raleway Light"/>
                <a:cs typeface="Raleway Light"/>
                <a:sym typeface="Raleway Light"/>
              </a:rPr>
              <a:t>Think about the following:</a:t>
            </a:r>
            <a:endParaRPr sz="1400">
              <a:latin typeface="Raleway Light"/>
              <a:ea typeface="Raleway Light"/>
              <a:cs typeface="Raleway Light"/>
              <a:sym typeface="Raleway Light"/>
            </a:endParaRPr>
          </a:p>
          <a:p>
            <a:pPr marL="457200" lvl="0" indent="0" algn="l" rtl="0">
              <a:spcBef>
                <a:spcPts val="0"/>
              </a:spcBef>
              <a:spcAft>
                <a:spcPts val="0"/>
              </a:spcAft>
              <a:buNone/>
            </a:pPr>
            <a:endParaRPr sz="1400">
              <a:latin typeface="Raleway Light"/>
              <a:ea typeface="Raleway Light"/>
              <a:cs typeface="Raleway Light"/>
              <a:sym typeface="Raleway Light"/>
            </a:endParaRPr>
          </a:p>
          <a:p>
            <a:pPr marL="914400" lvl="0" indent="0" algn="l" rtl="0">
              <a:spcBef>
                <a:spcPts val="0"/>
              </a:spcBef>
              <a:spcAft>
                <a:spcPts val="0"/>
              </a:spcAft>
              <a:buNone/>
            </a:pPr>
            <a:r>
              <a:rPr lang="en" sz="1400">
                <a:latin typeface="Raleway Light"/>
                <a:ea typeface="Raleway Light"/>
                <a:cs typeface="Raleway Light"/>
                <a:sym typeface="Raleway Light"/>
              </a:rPr>
              <a:t>o	sourcing ingredients 				</a:t>
            </a:r>
            <a:endParaRPr sz="1400">
              <a:latin typeface="Raleway Light"/>
              <a:ea typeface="Raleway Light"/>
              <a:cs typeface="Raleway Light"/>
              <a:sym typeface="Raleway Light"/>
            </a:endParaRPr>
          </a:p>
          <a:p>
            <a:pPr marL="914400" lvl="0" indent="0" algn="l" rtl="0">
              <a:spcBef>
                <a:spcPts val="0"/>
              </a:spcBef>
              <a:spcAft>
                <a:spcPts val="0"/>
              </a:spcAft>
              <a:buNone/>
            </a:pPr>
            <a:r>
              <a:rPr lang="en" sz="1400">
                <a:latin typeface="Raleway Light"/>
                <a:ea typeface="Raleway Light"/>
                <a:cs typeface="Raleway Light"/>
                <a:sym typeface="Raleway Light"/>
              </a:rPr>
              <a:t>o	production</a:t>
            </a:r>
            <a:endParaRPr sz="1400">
              <a:latin typeface="Raleway Light"/>
              <a:ea typeface="Raleway Light"/>
              <a:cs typeface="Raleway Light"/>
              <a:sym typeface="Raleway Light"/>
            </a:endParaRPr>
          </a:p>
          <a:p>
            <a:pPr marL="914400" lvl="0" indent="0" algn="l" rtl="0">
              <a:spcBef>
                <a:spcPts val="0"/>
              </a:spcBef>
              <a:spcAft>
                <a:spcPts val="0"/>
              </a:spcAft>
              <a:buNone/>
            </a:pPr>
            <a:r>
              <a:rPr lang="en" sz="1400">
                <a:latin typeface="Raleway Light"/>
                <a:ea typeface="Raleway Light"/>
                <a:cs typeface="Raleway Light"/>
                <a:sym typeface="Raleway Light"/>
              </a:rPr>
              <a:t>o	package design</a:t>
            </a:r>
            <a:endParaRPr sz="1400">
              <a:latin typeface="Raleway Light"/>
              <a:ea typeface="Raleway Light"/>
              <a:cs typeface="Raleway Light"/>
              <a:sym typeface="Raleway Light"/>
            </a:endParaRPr>
          </a:p>
          <a:p>
            <a:pPr marL="457200" lvl="0" indent="0" algn="l" rtl="0">
              <a:spcBef>
                <a:spcPts val="0"/>
              </a:spcBef>
              <a:spcAft>
                <a:spcPts val="0"/>
              </a:spcAft>
              <a:buNone/>
            </a:pPr>
            <a:endParaRPr sz="1400">
              <a:latin typeface="Raleway Light"/>
              <a:ea typeface="Raleway Light"/>
              <a:cs typeface="Raleway Light"/>
              <a:sym typeface="Raleway Light"/>
            </a:endParaRPr>
          </a:p>
          <a:p>
            <a:pPr marL="457200" lvl="0" indent="-323850" algn="l" rtl="0">
              <a:spcBef>
                <a:spcPts val="0"/>
              </a:spcBef>
              <a:spcAft>
                <a:spcPts val="0"/>
              </a:spcAft>
              <a:buSzPts val="1500"/>
              <a:buFont typeface="Raleway Light"/>
              <a:buChar char="●"/>
            </a:pPr>
            <a:r>
              <a:rPr lang="en" sz="1400">
                <a:latin typeface="Raleway Light"/>
                <a:ea typeface="Raleway Light"/>
                <a:cs typeface="Raleway Light"/>
                <a:sym typeface="Raleway Light"/>
              </a:rPr>
              <a:t>Consider the pros, cons and challenges the company would face.</a:t>
            </a:r>
            <a:endParaRPr sz="1400">
              <a:latin typeface="Raleway Light"/>
              <a:ea typeface="Raleway Light"/>
              <a:cs typeface="Raleway Light"/>
              <a:sym typeface="Raleway Light"/>
            </a:endParaRPr>
          </a:p>
          <a:p>
            <a:pPr marL="457200" lvl="0" indent="-323850" algn="l" rtl="0">
              <a:spcBef>
                <a:spcPts val="0"/>
              </a:spcBef>
              <a:spcAft>
                <a:spcPts val="0"/>
              </a:spcAft>
              <a:buSzPts val="1500"/>
              <a:buFont typeface="Raleway Light"/>
              <a:buChar char="●"/>
            </a:pPr>
            <a:r>
              <a:rPr lang="en" sz="1400">
                <a:latin typeface="Raleway Light"/>
                <a:ea typeface="Raleway Light"/>
                <a:cs typeface="Raleway Light"/>
                <a:sym typeface="Raleway Light"/>
              </a:rPr>
              <a:t>Present your ideas.</a:t>
            </a:r>
            <a:endParaRPr sz="1400">
              <a:latin typeface="Raleway Light"/>
              <a:ea typeface="Raleway Light"/>
              <a:cs typeface="Raleway Light"/>
              <a:sym typeface="Raleway Light"/>
            </a:endParaRPr>
          </a:p>
        </p:txBody>
      </p:sp>
      <p:sp>
        <p:nvSpPr>
          <p:cNvPr id="249" name="Google Shape;249;p35"/>
          <p:cNvSpPr txBox="1"/>
          <p:nvPr/>
        </p:nvSpPr>
        <p:spPr>
          <a:xfrm>
            <a:off x="4374158" y="3202581"/>
            <a:ext cx="2328600" cy="83096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400">
                <a:latin typeface="Raleway Light"/>
                <a:ea typeface="Raleway Light"/>
                <a:cs typeface="Raleway Light"/>
                <a:sym typeface="Raleway Light"/>
              </a:rPr>
              <a:t>o	distribution</a:t>
            </a:r>
            <a:endParaRPr sz="1400">
              <a:latin typeface="Raleway Light"/>
              <a:ea typeface="Raleway Light"/>
              <a:cs typeface="Raleway Light"/>
              <a:sym typeface="Raleway Light"/>
            </a:endParaRPr>
          </a:p>
          <a:p>
            <a:pPr marL="0" lvl="0" indent="0" algn="l" rtl="0">
              <a:spcBef>
                <a:spcPts val="0"/>
              </a:spcBef>
              <a:spcAft>
                <a:spcPts val="0"/>
              </a:spcAft>
              <a:buNone/>
            </a:pPr>
            <a:r>
              <a:rPr lang="en" sz="1400">
                <a:latin typeface="Raleway Light"/>
                <a:ea typeface="Raleway Light"/>
                <a:cs typeface="Raleway Light"/>
                <a:sym typeface="Raleway Light"/>
              </a:rPr>
              <a:t>o	waste disposal</a:t>
            </a:r>
            <a:endParaRPr sz="1400">
              <a:latin typeface="Raleway Light"/>
              <a:ea typeface="Raleway Light"/>
              <a:cs typeface="Raleway Light"/>
              <a:sym typeface="Raleway Light"/>
            </a:endParaRPr>
          </a:p>
          <a:p>
            <a:pPr marL="0" lvl="0" indent="0" algn="l" rtl="0">
              <a:spcBef>
                <a:spcPts val="0"/>
              </a:spcBef>
              <a:spcAft>
                <a:spcPts val="0"/>
              </a:spcAft>
              <a:buNone/>
            </a:pPr>
            <a:r>
              <a:rPr lang="en" sz="1400">
                <a:latin typeface="Raleway Light"/>
                <a:ea typeface="Raleway Light"/>
                <a:cs typeface="Raleway Light"/>
                <a:sym typeface="Raleway Light"/>
              </a:rPr>
              <a:t>o	recycling</a:t>
            </a:r>
            <a:endParaRPr sz="1400">
              <a:latin typeface="Raleway Light"/>
              <a:ea typeface="Raleway Light"/>
              <a:cs typeface="Raleway Light"/>
              <a:sym typeface="Raleway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53"/>
        <p:cNvGrpSpPr/>
        <p:nvPr/>
      </p:nvGrpSpPr>
      <p:grpSpPr>
        <a:xfrm>
          <a:off x="0" y="0"/>
          <a:ext cx="0" cy="0"/>
          <a:chOff x="0" y="0"/>
          <a:chExt cx="0" cy="0"/>
        </a:xfrm>
      </p:grpSpPr>
      <p:sp useBgFill="1">
        <p:nvSpPr>
          <p:cNvPr id="275" name="Rectangle 274">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7" name="Google Shape;257;p36"/>
          <p:cNvSpPr txBox="1"/>
          <p:nvPr/>
        </p:nvSpPr>
        <p:spPr>
          <a:xfrm>
            <a:off x="628650" y="273843"/>
            <a:ext cx="4045020" cy="994173"/>
          </a:xfrm>
          <a:prstGeom prst="rect">
            <a:avLst/>
          </a:prstGeom>
        </p:spPr>
        <p:txBody>
          <a:bodyPr spcFirstLastPara="1" vert="horz" lIns="91440" tIns="45720" rIns="91440" bIns="45720" rtlCol="0" anchor="ctr" anchorCtr="0">
            <a:normAutofit/>
          </a:bodyPr>
          <a:lstStyle/>
          <a:p>
            <a:pPr marL="0" lvl="0" indent="0">
              <a:lnSpc>
                <a:spcPct val="90000"/>
              </a:lnSpc>
              <a:spcBef>
                <a:spcPct val="0"/>
              </a:spcBef>
              <a:spcAft>
                <a:spcPts val="600"/>
              </a:spcAft>
            </a:pPr>
            <a:r>
              <a:rPr lang="en-US" sz="3400" b="1" kern="1200">
                <a:solidFill>
                  <a:schemeClr val="tx1"/>
                </a:solidFill>
                <a:latin typeface="+mj-lt"/>
                <a:ea typeface="+mj-ea"/>
                <a:cs typeface="+mj-cs"/>
                <a:sym typeface="Raleway"/>
              </a:rPr>
              <a:t>Answer the following</a:t>
            </a:r>
          </a:p>
        </p:txBody>
      </p:sp>
      <p:sp>
        <p:nvSpPr>
          <p:cNvPr id="277" name="Freeform: Shape 276">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48992" y="0"/>
            <a:ext cx="866357" cy="468771"/>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5" name="Google Shape;255;p36"/>
          <p:cNvSpPr txBox="1"/>
          <p:nvPr/>
        </p:nvSpPr>
        <p:spPr>
          <a:xfrm>
            <a:off x="628650" y="1369218"/>
            <a:ext cx="4045020" cy="3263504"/>
          </a:xfrm>
          <a:prstGeom prst="rect">
            <a:avLst/>
          </a:prstGeom>
        </p:spPr>
        <p:txBody>
          <a:bodyPr spcFirstLastPara="1" vert="horz" lIns="91440" tIns="45720" rIns="91440" bIns="45720" rtlCol="0" anchorCtr="0">
            <a:normAutofit/>
          </a:bodyPr>
          <a:lstStyle/>
          <a:p>
            <a:pPr marL="457200" lvl="0" indent="-228600">
              <a:lnSpc>
                <a:spcPct val="90000"/>
              </a:lnSpc>
              <a:spcBef>
                <a:spcPts val="0"/>
              </a:spcBef>
              <a:spcAft>
                <a:spcPts val="0"/>
              </a:spcAft>
              <a:buSzPts val="1800"/>
              <a:buFont typeface="Arial" panose="020B0604020202020204" pitchFamily="34" charset="0"/>
              <a:buChar char="•"/>
            </a:pPr>
            <a:r>
              <a:rPr lang="en-US">
                <a:sym typeface="Raleway Light"/>
              </a:rPr>
              <a:t>How could a business change its model to fit the ideas of the circular economy?</a:t>
            </a:r>
          </a:p>
          <a:p>
            <a:pPr marL="457200" lvl="0" indent="-228600">
              <a:lnSpc>
                <a:spcPct val="90000"/>
              </a:lnSpc>
              <a:spcBef>
                <a:spcPts val="1000"/>
              </a:spcBef>
              <a:spcAft>
                <a:spcPts val="0"/>
              </a:spcAft>
              <a:buSzPts val="1800"/>
              <a:buFont typeface="Arial" panose="020B0604020202020204" pitchFamily="34" charset="0"/>
              <a:buChar char="•"/>
            </a:pPr>
            <a:r>
              <a:rPr lang="en-US">
                <a:sym typeface="Raleway Light"/>
              </a:rPr>
              <a:t>What are the pros and cons of such changes?</a:t>
            </a:r>
          </a:p>
          <a:p>
            <a:pPr marL="457200" lvl="0" indent="-228600">
              <a:lnSpc>
                <a:spcPct val="90000"/>
              </a:lnSpc>
              <a:spcBef>
                <a:spcPts val="1000"/>
              </a:spcBef>
              <a:spcAft>
                <a:spcPts val="1000"/>
              </a:spcAft>
              <a:buSzPts val="1800"/>
              <a:buFont typeface="Arial" panose="020B0604020202020204" pitchFamily="34" charset="0"/>
              <a:buChar char="•"/>
            </a:pPr>
            <a:r>
              <a:rPr lang="en-US">
                <a:sym typeface="Raleway Light"/>
              </a:rPr>
              <a:t>What challenges would they face?</a:t>
            </a:r>
          </a:p>
        </p:txBody>
      </p:sp>
      <p:sp>
        <p:nvSpPr>
          <p:cNvPr id="279" name="Oval 278">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6138" y="2567969"/>
            <a:ext cx="405617" cy="405616"/>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6" name="Google Shape;256;p36"/>
          <p:cNvPicPr preferRelativeResize="0"/>
          <p:nvPr/>
        </p:nvPicPr>
        <p:blipFill rotWithShape="1">
          <a:blip r:embed="rId3"/>
          <a:srcRect r="-1" b="-1"/>
          <a:stretch/>
        </p:blipFill>
        <p:spPr>
          <a:xfrm>
            <a:off x="5915388" y="912363"/>
            <a:ext cx="2835788" cy="283578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noFill/>
        </p:spPr>
      </p:pic>
      <p:sp>
        <p:nvSpPr>
          <p:cNvPr id="281" name="Freeform: Shape 280">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2201" y="0"/>
            <a:ext cx="1550211" cy="1216410"/>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83" name="Straight Connector 282">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04058" y="770929"/>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85" name="Freeform: Shape 284">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5592435" y="3875011"/>
            <a:ext cx="1376793" cy="1518589"/>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7145" y="4525346"/>
            <a:ext cx="1493298" cy="618154"/>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4" name="Google Shape;254;p36"/>
          <p:cNvSpPr txBox="1">
            <a:spLocks noGrp="1"/>
          </p:cNvSpPr>
          <p:nvPr>
            <p:ph type="sldNum" sz="quarter" idx="12"/>
          </p:nvPr>
        </p:nvSpPr>
        <p:spPr>
          <a:xfrm>
            <a:off x="7522683" y="4767262"/>
            <a:ext cx="992666" cy="273844"/>
          </a:xfrm>
          <a:prstGeom prst="rect">
            <a:avLst/>
          </a:prstGeom>
        </p:spPr>
        <p:txBody>
          <a:bodyPr spcFirstLastPara="1" vert="horz" lIns="91440" tIns="45720" rIns="91440" bIns="45720" rtlCol="0" anchor="ctr" anchorCtr="0">
            <a:normAutofit/>
          </a:bodyPr>
          <a:lstStyle/>
          <a:p>
            <a:pPr>
              <a:lnSpc>
                <a:spcPct val="90000"/>
              </a:lnSpc>
              <a:spcAft>
                <a:spcPts val="600"/>
              </a:spcAft>
              <a:defRPr/>
            </a:pPr>
            <a:fld id="{00000000-1234-1234-1234-123412341234}" type="slidenum">
              <a:rPr lang="en-US" sz="700"/>
              <a:pPr>
                <a:lnSpc>
                  <a:spcPct val="90000"/>
                </a:lnSpc>
                <a:spcAft>
                  <a:spcPts val="600"/>
                </a:spcAft>
                <a:defRPr/>
              </a:pPr>
              <a:t>16</a:t>
            </a:fld>
            <a:endParaRPr lang="en-US" sz="700"/>
          </a:p>
        </p:txBody>
      </p:sp>
      <p:sp>
        <p:nvSpPr>
          <p:cNvPr id="289" name="Freeform: Shape 288">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8772" y="4139397"/>
            <a:ext cx="1005228" cy="1004103"/>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138C62-FCCD-8EE2-9A5C-EC4C559CA23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3" name="TextBox 2">
            <a:extLst>
              <a:ext uri="{FF2B5EF4-FFF2-40B4-BE49-F238E27FC236}">
                <a16:creationId xmlns:a16="http://schemas.microsoft.com/office/drawing/2014/main" id="{E20BDA37-1CEF-FF9F-BCE2-E328B09C9357}"/>
              </a:ext>
            </a:extLst>
          </p:cNvPr>
          <p:cNvSpPr txBox="1"/>
          <p:nvPr/>
        </p:nvSpPr>
        <p:spPr>
          <a:xfrm>
            <a:off x="555171" y="398417"/>
            <a:ext cx="6394269" cy="707886"/>
          </a:xfrm>
          <a:prstGeom prst="rect">
            <a:avLst/>
          </a:prstGeom>
          <a:noFill/>
        </p:spPr>
        <p:txBody>
          <a:bodyPr wrap="square" rtlCol="0">
            <a:spAutoFit/>
          </a:bodyPr>
          <a:lstStyle/>
          <a:p>
            <a:r>
              <a:rPr lang="en-GB" sz="4000" dirty="0"/>
              <a:t>Delayed Feedback</a:t>
            </a:r>
          </a:p>
        </p:txBody>
      </p:sp>
    </p:spTree>
    <p:extLst>
      <p:ext uri="{BB962C8B-B14F-4D97-AF65-F5344CB8AC3E}">
        <p14:creationId xmlns:p14="http://schemas.microsoft.com/office/powerpoint/2010/main" val="4087538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1"/>
        <p:cNvGrpSpPr/>
        <p:nvPr/>
      </p:nvGrpSpPr>
      <p:grpSpPr>
        <a:xfrm>
          <a:off x="0" y="0"/>
          <a:ext cx="0" cy="0"/>
          <a:chOff x="0" y="0"/>
          <a:chExt cx="0" cy="0"/>
        </a:xfrm>
      </p:grpSpPr>
      <p:sp useBgFill="1">
        <p:nvSpPr>
          <p:cNvPr id="269" name="Rectangle 26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Google Shape;262;p37"/>
          <p:cNvSpPr txBox="1">
            <a:spLocks noGrp="1"/>
          </p:cNvSpPr>
          <p:nvPr>
            <p:ph type="ctrTitle"/>
          </p:nvPr>
        </p:nvSpPr>
        <p:spPr>
          <a:xfrm>
            <a:off x="479161" y="479394"/>
            <a:ext cx="2678858" cy="2680137"/>
          </a:xfrm>
          <a:prstGeom prst="rect">
            <a:avLst/>
          </a:prstGeom>
        </p:spPr>
        <p:txBody>
          <a:bodyPr spcFirstLastPara="1" vert="horz" lIns="91440" tIns="45720" rIns="91440" bIns="45720" rtlCol="0" anchor="b" anchorCtr="0">
            <a:normAutofit/>
          </a:bodyPr>
          <a:lstStyle/>
          <a:p>
            <a:pPr marL="0" lvl="0" indent="0" defTabSz="914400">
              <a:spcBef>
                <a:spcPct val="0"/>
              </a:spcBef>
              <a:spcAft>
                <a:spcPts val="0"/>
              </a:spcAft>
            </a:pPr>
            <a:r>
              <a:rPr lang="en-US" sz="5000" kern="1200">
                <a:solidFill>
                  <a:schemeClr val="tx1"/>
                </a:solidFill>
                <a:latin typeface="+mj-lt"/>
                <a:ea typeface="+mj-ea"/>
                <a:cs typeface="+mj-cs"/>
              </a:rPr>
              <a:t>Thanks</a:t>
            </a:r>
          </a:p>
        </p:txBody>
      </p:sp>
      <p:sp>
        <p:nvSpPr>
          <p:cNvPr id="27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3306950"/>
            <a:ext cx="2441321" cy="13716"/>
          </a:xfrm>
          <a:custGeom>
            <a:avLst/>
            <a:gdLst>
              <a:gd name="connsiteX0" fmla="*/ 0 w 2441321"/>
              <a:gd name="connsiteY0" fmla="*/ 0 h 13716"/>
              <a:gd name="connsiteX1" fmla="*/ 585917 w 2441321"/>
              <a:gd name="connsiteY1" fmla="*/ 0 h 13716"/>
              <a:gd name="connsiteX2" fmla="*/ 1196247 w 2441321"/>
              <a:gd name="connsiteY2" fmla="*/ 0 h 13716"/>
              <a:gd name="connsiteX3" fmla="*/ 1806578 w 2441321"/>
              <a:gd name="connsiteY3" fmla="*/ 0 h 13716"/>
              <a:gd name="connsiteX4" fmla="*/ 2441321 w 2441321"/>
              <a:gd name="connsiteY4" fmla="*/ 0 h 13716"/>
              <a:gd name="connsiteX5" fmla="*/ 2441321 w 2441321"/>
              <a:gd name="connsiteY5" fmla="*/ 13716 h 13716"/>
              <a:gd name="connsiteX6" fmla="*/ 1830991 w 2441321"/>
              <a:gd name="connsiteY6" fmla="*/ 13716 h 13716"/>
              <a:gd name="connsiteX7" fmla="*/ 1269487 w 2441321"/>
              <a:gd name="connsiteY7" fmla="*/ 13716 h 13716"/>
              <a:gd name="connsiteX8" fmla="*/ 707983 w 2441321"/>
              <a:gd name="connsiteY8" fmla="*/ 13716 h 13716"/>
              <a:gd name="connsiteX9" fmla="*/ 0 w 2441321"/>
              <a:gd name="connsiteY9" fmla="*/ 13716 h 13716"/>
              <a:gd name="connsiteX10" fmla="*/ 0 w 2441321"/>
              <a:gd name="connsiteY10" fmla="*/ 0 h 13716"/>
              <a:gd name="connsiteX0" fmla="*/ 0 w 2441321"/>
              <a:gd name="connsiteY0" fmla="*/ 0 h 13716"/>
              <a:gd name="connsiteX1" fmla="*/ 585917 w 2441321"/>
              <a:gd name="connsiteY1" fmla="*/ 0 h 13716"/>
              <a:gd name="connsiteX2" fmla="*/ 1123008 w 2441321"/>
              <a:gd name="connsiteY2" fmla="*/ 0 h 13716"/>
              <a:gd name="connsiteX3" fmla="*/ 1782164 w 2441321"/>
              <a:gd name="connsiteY3" fmla="*/ 0 h 13716"/>
              <a:gd name="connsiteX4" fmla="*/ 2441321 w 2441321"/>
              <a:gd name="connsiteY4" fmla="*/ 0 h 13716"/>
              <a:gd name="connsiteX5" fmla="*/ 2441321 w 2441321"/>
              <a:gd name="connsiteY5" fmla="*/ 13716 h 13716"/>
              <a:gd name="connsiteX6" fmla="*/ 1879817 w 2441321"/>
              <a:gd name="connsiteY6" fmla="*/ 13716 h 13716"/>
              <a:gd name="connsiteX7" fmla="*/ 1318313 w 2441321"/>
              <a:gd name="connsiteY7" fmla="*/ 13716 h 13716"/>
              <a:gd name="connsiteX8" fmla="*/ 659157 w 2441321"/>
              <a:gd name="connsiteY8" fmla="*/ 13716 h 13716"/>
              <a:gd name="connsiteX9" fmla="*/ 0 w 2441321"/>
              <a:gd name="connsiteY9" fmla="*/ 13716 h 13716"/>
              <a:gd name="connsiteX10" fmla="*/ 0 w 2441321"/>
              <a:gd name="connsiteY10"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3716"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0988" y="3698"/>
                  <a:pt x="2440649" y="9400"/>
                  <a:pt x="2441321" y="13716"/>
                </a:cubicBezTo>
                <a:cubicBezTo>
                  <a:pt x="2159375" y="44437"/>
                  <a:pt x="2054495" y="41094"/>
                  <a:pt x="1830991" y="13716"/>
                </a:cubicBezTo>
                <a:cubicBezTo>
                  <a:pt x="1615846" y="2937"/>
                  <a:pt x="1521674" y="-9994"/>
                  <a:pt x="1269487" y="13716"/>
                </a:cubicBezTo>
                <a:cubicBezTo>
                  <a:pt x="1019660" y="49388"/>
                  <a:pt x="886911" y="37779"/>
                  <a:pt x="707983" y="13716"/>
                </a:cubicBezTo>
                <a:cubicBezTo>
                  <a:pt x="523434" y="22749"/>
                  <a:pt x="307885" y="29744"/>
                  <a:pt x="0" y="13716"/>
                </a:cubicBezTo>
                <a:cubicBezTo>
                  <a:pt x="-361" y="7755"/>
                  <a:pt x="-276" y="2718"/>
                  <a:pt x="0" y="0"/>
                </a:cubicBezTo>
                <a:close/>
              </a:path>
              <a:path w="2441321" h="13716"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197" y="4300"/>
                  <a:pt x="2441101" y="8760"/>
                  <a:pt x="2441321" y="13716"/>
                </a:cubicBezTo>
                <a:cubicBezTo>
                  <a:pt x="2180658" y="13750"/>
                  <a:pt x="2084222" y="1362"/>
                  <a:pt x="1879817" y="13716"/>
                </a:cubicBezTo>
                <a:cubicBezTo>
                  <a:pt x="1668182" y="11650"/>
                  <a:pt x="1551159" y="-11049"/>
                  <a:pt x="1318313" y="13716"/>
                </a:cubicBezTo>
                <a:cubicBezTo>
                  <a:pt x="1059871" y="51823"/>
                  <a:pt x="901959" y="19259"/>
                  <a:pt x="659157" y="13716"/>
                </a:cubicBezTo>
                <a:cubicBezTo>
                  <a:pt x="444692" y="23911"/>
                  <a:pt x="245032" y="35310"/>
                  <a:pt x="0" y="13716"/>
                </a:cubicBezTo>
                <a:cubicBezTo>
                  <a:pt x="124" y="7937"/>
                  <a:pt x="389" y="2990"/>
                  <a:pt x="0" y="0"/>
                </a:cubicBezTo>
                <a:close/>
              </a:path>
              <a:path w="2441321" h="13716"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661" y="4449"/>
                  <a:pt x="2442057" y="7876"/>
                  <a:pt x="2441321" y="13716"/>
                </a:cubicBezTo>
                <a:cubicBezTo>
                  <a:pt x="2149099" y="22776"/>
                  <a:pt x="2027305" y="51898"/>
                  <a:pt x="1830991" y="13716"/>
                </a:cubicBezTo>
                <a:cubicBezTo>
                  <a:pt x="1614571" y="-23336"/>
                  <a:pt x="1500998" y="6155"/>
                  <a:pt x="1269487" y="13716"/>
                </a:cubicBezTo>
                <a:cubicBezTo>
                  <a:pt x="1042399" y="33262"/>
                  <a:pt x="927922" y="41250"/>
                  <a:pt x="707983" y="13716"/>
                </a:cubicBezTo>
                <a:cubicBezTo>
                  <a:pt x="502575" y="-9952"/>
                  <a:pt x="350393" y="29927"/>
                  <a:pt x="0" y="13716"/>
                </a:cubicBezTo>
                <a:cubicBezTo>
                  <a:pt x="-248" y="8631"/>
                  <a:pt x="228" y="3134"/>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3716"/>
                      <a:gd name="connsiteX1" fmla="*/ 585917 w 2441321"/>
                      <a:gd name="connsiteY1" fmla="*/ 0 h 13716"/>
                      <a:gd name="connsiteX2" fmla="*/ 1196247 w 2441321"/>
                      <a:gd name="connsiteY2" fmla="*/ 0 h 13716"/>
                      <a:gd name="connsiteX3" fmla="*/ 1806578 w 2441321"/>
                      <a:gd name="connsiteY3" fmla="*/ 0 h 13716"/>
                      <a:gd name="connsiteX4" fmla="*/ 2441321 w 2441321"/>
                      <a:gd name="connsiteY4" fmla="*/ 0 h 13716"/>
                      <a:gd name="connsiteX5" fmla="*/ 2441321 w 2441321"/>
                      <a:gd name="connsiteY5" fmla="*/ 13716 h 13716"/>
                      <a:gd name="connsiteX6" fmla="*/ 1830991 w 2441321"/>
                      <a:gd name="connsiteY6" fmla="*/ 13716 h 13716"/>
                      <a:gd name="connsiteX7" fmla="*/ 1269487 w 2441321"/>
                      <a:gd name="connsiteY7" fmla="*/ 13716 h 13716"/>
                      <a:gd name="connsiteX8" fmla="*/ 707983 w 2441321"/>
                      <a:gd name="connsiteY8" fmla="*/ 13716 h 13716"/>
                      <a:gd name="connsiteX9" fmla="*/ 0 w 2441321"/>
                      <a:gd name="connsiteY9" fmla="*/ 13716 h 13716"/>
                      <a:gd name="connsiteX10" fmla="*/ 0 w 2441321"/>
                      <a:gd name="connsiteY10"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6" name="Graphic 265" descr="Winking Face with No Fill">
            <a:extLst>
              <a:ext uri="{FF2B5EF4-FFF2-40B4-BE49-F238E27FC236}">
                <a16:creationId xmlns:a16="http://schemas.microsoft.com/office/drawing/2014/main" id="{7EECCB74-EF48-8724-A4DA-4B9C049064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14800" y="480060"/>
            <a:ext cx="4162806" cy="4162806"/>
          </a:xfrm>
          <a:prstGeom prst="rect">
            <a:avLst/>
          </a:prstGeom>
        </p:spPr>
      </p:pic>
    </p:spTree>
  </p:cSld>
  <p:clrMapOvr>
    <a:masterClrMapping/>
  </p:clrMapOvr>
</p:sld>
</file>

<file path=ppt/theme/theme1.xml><?xml version="1.0" encoding="utf-8"?>
<a:theme xmlns:a="http://schemas.openxmlformats.org/drawingml/2006/main" name="Theme2. Tuspeaking">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Tuspeaking" id="{A9E9B0C4-5D59-4360-BA45-801202725969}" vid="{C06795CE-A8FF-483C-8123-2EC6C4B1B86D}"/>
    </a:ext>
  </a:extLst>
</a:theme>
</file>

<file path=ppt/theme/theme2.xml><?xml version="1.0" encoding="utf-8"?>
<a:theme xmlns:a="http://schemas.openxmlformats.org/drawingml/2006/main" name="1_Theme2. Tuspeaking">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Tuspeaking" id="{A9E9B0C4-5D59-4360-BA45-801202725969}" vid="{C06795CE-A8FF-483C-8123-2EC6C4B1B86D}"/>
    </a:ext>
  </a:extLst>
</a:theme>
</file>

<file path=ppt/theme/theme3.xml><?xml version="1.0" encoding="utf-8"?>
<a:theme xmlns:a="http://schemas.openxmlformats.org/drawingml/2006/main" name="2_Theme2. Tuspeaking">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Tuspeaking" id="{A9E9B0C4-5D59-4360-BA45-801202725969}" vid="{C06795CE-A8FF-483C-8123-2EC6C4B1B86D}"/>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Theme2. Tuspeaking</Template>
  <TotalTime>5</TotalTime>
  <Words>1026</Words>
  <Application>Microsoft Office PowerPoint</Application>
  <PresentationFormat>On-screen Show (16:9)</PresentationFormat>
  <Paragraphs>152</Paragraphs>
  <Slides>18</Slides>
  <Notes>17</Notes>
  <HiddenSlides>4</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18</vt:i4>
      </vt:variant>
    </vt:vector>
  </HeadingPairs>
  <TitlesOfParts>
    <vt:vector size="31" baseType="lpstr">
      <vt:lpstr>Tw Cen MT</vt:lpstr>
      <vt:lpstr>Calibri</vt:lpstr>
      <vt:lpstr>Arial</vt:lpstr>
      <vt:lpstr>Raleway Light</vt:lpstr>
      <vt:lpstr>Raleway</vt:lpstr>
      <vt:lpstr>Century Gothic</vt:lpstr>
      <vt:lpstr>Lato</vt:lpstr>
      <vt:lpstr>Avenir Next LT Pro</vt:lpstr>
      <vt:lpstr>Calibri Light</vt:lpstr>
      <vt:lpstr>Theme2. Tuspeaking</vt:lpstr>
      <vt:lpstr>1_Theme2. Tuspeaking</vt:lpstr>
      <vt:lpstr>2_Theme2. Tuspeaking</vt:lpstr>
      <vt:lpstr>Office Theme</vt:lpstr>
      <vt:lpstr>The circular  economy 2 </vt:lpstr>
      <vt:lpstr>Let’s learn some vocabulary</vt:lpstr>
      <vt:lpstr>PowerPoint Presentation</vt:lpstr>
      <vt:lpstr>PowerPoint Presentation</vt:lpstr>
      <vt:lpstr>PowerPoint Presentation</vt:lpstr>
      <vt:lpstr>PowerPoint Presentation</vt:lpstr>
      <vt:lpstr>PowerPoint Presentation</vt:lpstr>
      <vt:lpstr>PowerPoint Presentation</vt:lpstr>
      <vt:lpstr>Let’s learn some collocations</vt:lpstr>
      <vt:lpstr>PowerPoint Presentation</vt:lpstr>
      <vt:lpstr>PowerPoint Presentation</vt:lpstr>
      <vt:lpstr>PowerPoint Presentation</vt:lpstr>
      <vt:lpstr>Let’s discuss!</vt:lpstr>
      <vt:lpstr>Time for a case study!</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circular  economy</dc:title>
  <dc:creator>Theo Clarke</dc:creator>
  <cp:lastModifiedBy>Clarke, Theodore James Dalgliesh</cp:lastModifiedBy>
  <cp:revision>6</cp:revision>
  <dcterms:modified xsi:type="dcterms:W3CDTF">2024-07-17T12:16:35Z</dcterms:modified>
</cp:coreProperties>
</file>