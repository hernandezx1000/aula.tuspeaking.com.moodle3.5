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61" r:id="rId6"/>
    <p:sldId id="260" r:id="rId7"/>
    <p:sldId id="262" r:id="rId8"/>
    <p:sldId id="264" r:id="rId9"/>
    <p:sldId id="263" r:id="rId10"/>
    <p:sldId id="265" r:id="rId11"/>
    <p:sldId id="266" r:id="rId12"/>
    <p:sldId id="269" r:id="rId13"/>
    <p:sldId id="270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74914E-B8F9-4ABD-A59B-7321309B55E3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A35828A-3E24-4357-A805-F73213701E32}">
      <dgm:prSet/>
      <dgm:spPr/>
      <dgm:t>
        <a:bodyPr/>
        <a:lstStyle/>
        <a:p>
          <a:r>
            <a:rPr lang="en-US"/>
            <a:t>To analyze the role of authority and governance in shaping societal structures and political decision-making processes.</a:t>
          </a:r>
        </a:p>
      </dgm:t>
    </dgm:pt>
    <dgm:pt modelId="{F1E53BED-6207-4938-8126-2957B5FD03C6}" type="parTrans" cxnId="{F7D7F995-8B23-4F1F-A122-CF56207D085B}">
      <dgm:prSet/>
      <dgm:spPr/>
      <dgm:t>
        <a:bodyPr/>
        <a:lstStyle/>
        <a:p>
          <a:endParaRPr lang="en-US"/>
        </a:p>
      </dgm:t>
    </dgm:pt>
    <dgm:pt modelId="{97B69288-8533-4456-97E6-E5C251E5D081}" type="sibTrans" cxnId="{F7D7F995-8B23-4F1F-A122-CF56207D085B}">
      <dgm:prSet/>
      <dgm:spPr/>
      <dgm:t>
        <a:bodyPr/>
        <a:lstStyle/>
        <a:p>
          <a:endParaRPr lang="en-US"/>
        </a:p>
      </dgm:t>
    </dgm:pt>
    <dgm:pt modelId="{E01C21C7-07BB-4098-B222-BF9A8DE88ECE}">
      <dgm:prSet/>
      <dgm:spPr/>
      <dgm:t>
        <a:bodyPr/>
        <a:lstStyle/>
        <a:p>
          <a:r>
            <a:rPr lang="en-US"/>
            <a:t>To explore the impact of civic duty and democratic participation on government accountability and policy development.</a:t>
          </a:r>
        </a:p>
      </dgm:t>
    </dgm:pt>
    <dgm:pt modelId="{83BDB827-617A-43E2-995E-C07B9FDC7034}" type="parTrans" cxnId="{C995E05E-4E91-4D97-ABEF-C32068D06CD7}">
      <dgm:prSet/>
      <dgm:spPr/>
      <dgm:t>
        <a:bodyPr/>
        <a:lstStyle/>
        <a:p>
          <a:endParaRPr lang="en-US"/>
        </a:p>
      </dgm:t>
    </dgm:pt>
    <dgm:pt modelId="{CBAF11D4-AE6F-4B72-A203-35BB8F2925BC}" type="sibTrans" cxnId="{C995E05E-4E91-4D97-ABEF-C32068D06CD7}">
      <dgm:prSet/>
      <dgm:spPr/>
      <dgm:t>
        <a:bodyPr/>
        <a:lstStyle/>
        <a:p>
          <a:endParaRPr lang="en-US"/>
        </a:p>
      </dgm:t>
    </dgm:pt>
    <dgm:pt modelId="{6FBA787C-1F20-420B-B8ED-69023B9E506D}">
      <dgm:prSet/>
      <dgm:spPr/>
      <dgm:t>
        <a:bodyPr/>
        <a:lstStyle/>
        <a:p>
          <a:r>
            <a:rPr lang="en-US"/>
            <a:t>To evaluate the influence of revolution and political opposition in driving social and legislative reforms within different systems of governance.</a:t>
          </a:r>
        </a:p>
      </dgm:t>
    </dgm:pt>
    <dgm:pt modelId="{82B866CD-F0EF-405A-8D14-252E7D79D947}" type="parTrans" cxnId="{83ABBC1D-9F84-4874-83C5-A27CF316BA80}">
      <dgm:prSet/>
      <dgm:spPr/>
      <dgm:t>
        <a:bodyPr/>
        <a:lstStyle/>
        <a:p>
          <a:endParaRPr lang="en-US"/>
        </a:p>
      </dgm:t>
    </dgm:pt>
    <dgm:pt modelId="{3B145649-F3BB-424B-BC4F-7E103357E60E}" type="sibTrans" cxnId="{83ABBC1D-9F84-4874-83C5-A27CF316BA80}">
      <dgm:prSet/>
      <dgm:spPr/>
      <dgm:t>
        <a:bodyPr/>
        <a:lstStyle/>
        <a:p>
          <a:endParaRPr lang="en-US"/>
        </a:p>
      </dgm:t>
    </dgm:pt>
    <dgm:pt modelId="{AA4598DA-D1D8-42DD-BA72-8D803375918B}" type="pres">
      <dgm:prSet presAssocID="{DA74914E-B8F9-4ABD-A59B-7321309B55E3}" presName="outerComposite" presStyleCnt="0">
        <dgm:presLayoutVars>
          <dgm:chMax val="5"/>
          <dgm:dir/>
          <dgm:resizeHandles val="exact"/>
        </dgm:presLayoutVars>
      </dgm:prSet>
      <dgm:spPr/>
    </dgm:pt>
    <dgm:pt modelId="{C302537D-533E-4F61-834B-E9C2A3E246CE}" type="pres">
      <dgm:prSet presAssocID="{DA74914E-B8F9-4ABD-A59B-7321309B55E3}" presName="dummyMaxCanvas" presStyleCnt="0">
        <dgm:presLayoutVars/>
      </dgm:prSet>
      <dgm:spPr/>
    </dgm:pt>
    <dgm:pt modelId="{15B08BC2-7291-4643-8939-9B546C46C0A5}" type="pres">
      <dgm:prSet presAssocID="{DA74914E-B8F9-4ABD-A59B-7321309B55E3}" presName="ThreeNodes_1" presStyleLbl="node1" presStyleIdx="0" presStyleCnt="3">
        <dgm:presLayoutVars>
          <dgm:bulletEnabled val="1"/>
        </dgm:presLayoutVars>
      </dgm:prSet>
      <dgm:spPr/>
    </dgm:pt>
    <dgm:pt modelId="{9CA8B6F1-410C-46CE-94B0-2962EA5C8AC8}" type="pres">
      <dgm:prSet presAssocID="{DA74914E-B8F9-4ABD-A59B-7321309B55E3}" presName="ThreeNodes_2" presStyleLbl="node1" presStyleIdx="1" presStyleCnt="3">
        <dgm:presLayoutVars>
          <dgm:bulletEnabled val="1"/>
        </dgm:presLayoutVars>
      </dgm:prSet>
      <dgm:spPr/>
    </dgm:pt>
    <dgm:pt modelId="{2E1F850B-E3BC-4D88-84BB-4575CA39E3BC}" type="pres">
      <dgm:prSet presAssocID="{DA74914E-B8F9-4ABD-A59B-7321309B55E3}" presName="ThreeNodes_3" presStyleLbl="node1" presStyleIdx="2" presStyleCnt="3">
        <dgm:presLayoutVars>
          <dgm:bulletEnabled val="1"/>
        </dgm:presLayoutVars>
      </dgm:prSet>
      <dgm:spPr/>
    </dgm:pt>
    <dgm:pt modelId="{6B23DFF5-6941-4E84-9745-DBD388E39320}" type="pres">
      <dgm:prSet presAssocID="{DA74914E-B8F9-4ABD-A59B-7321309B55E3}" presName="ThreeConn_1-2" presStyleLbl="fgAccFollowNode1" presStyleIdx="0" presStyleCnt="2">
        <dgm:presLayoutVars>
          <dgm:bulletEnabled val="1"/>
        </dgm:presLayoutVars>
      </dgm:prSet>
      <dgm:spPr/>
    </dgm:pt>
    <dgm:pt modelId="{F8239F68-5DF4-426D-8FF0-B9369397AD4F}" type="pres">
      <dgm:prSet presAssocID="{DA74914E-B8F9-4ABD-A59B-7321309B55E3}" presName="ThreeConn_2-3" presStyleLbl="fgAccFollowNode1" presStyleIdx="1" presStyleCnt="2">
        <dgm:presLayoutVars>
          <dgm:bulletEnabled val="1"/>
        </dgm:presLayoutVars>
      </dgm:prSet>
      <dgm:spPr/>
    </dgm:pt>
    <dgm:pt modelId="{DA76F5E9-6A8C-4739-9D1A-5C294D794406}" type="pres">
      <dgm:prSet presAssocID="{DA74914E-B8F9-4ABD-A59B-7321309B55E3}" presName="ThreeNodes_1_text" presStyleLbl="node1" presStyleIdx="2" presStyleCnt="3">
        <dgm:presLayoutVars>
          <dgm:bulletEnabled val="1"/>
        </dgm:presLayoutVars>
      </dgm:prSet>
      <dgm:spPr/>
    </dgm:pt>
    <dgm:pt modelId="{7D8989B6-0551-454F-A015-573248EE3C5C}" type="pres">
      <dgm:prSet presAssocID="{DA74914E-B8F9-4ABD-A59B-7321309B55E3}" presName="ThreeNodes_2_text" presStyleLbl="node1" presStyleIdx="2" presStyleCnt="3">
        <dgm:presLayoutVars>
          <dgm:bulletEnabled val="1"/>
        </dgm:presLayoutVars>
      </dgm:prSet>
      <dgm:spPr/>
    </dgm:pt>
    <dgm:pt modelId="{66E81895-F445-4890-B8A2-45528E770DD6}" type="pres">
      <dgm:prSet presAssocID="{DA74914E-B8F9-4ABD-A59B-7321309B55E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83ABBC1D-9F84-4874-83C5-A27CF316BA80}" srcId="{DA74914E-B8F9-4ABD-A59B-7321309B55E3}" destId="{6FBA787C-1F20-420B-B8ED-69023B9E506D}" srcOrd="2" destOrd="0" parTransId="{82B866CD-F0EF-405A-8D14-252E7D79D947}" sibTransId="{3B145649-F3BB-424B-BC4F-7E103357E60E}"/>
    <dgm:cxn modelId="{C995E05E-4E91-4D97-ABEF-C32068D06CD7}" srcId="{DA74914E-B8F9-4ABD-A59B-7321309B55E3}" destId="{E01C21C7-07BB-4098-B222-BF9A8DE88ECE}" srcOrd="1" destOrd="0" parTransId="{83BDB827-617A-43E2-995E-C07B9FDC7034}" sibTransId="{CBAF11D4-AE6F-4B72-A203-35BB8F2925BC}"/>
    <dgm:cxn modelId="{1A5C0E44-383A-4C54-A2A4-776EB2C313E2}" type="presOf" srcId="{DA74914E-B8F9-4ABD-A59B-7321309B55E3}" destId="{AA4598DA-D1D8-42DD-BA72-8D803375918B}" srcOrd="0" destOrd="0" presId="urn:microsoft.com/office/officeart/2005/8/layout/vProcess5"/>
    <dgm:cxn modelId="{56FC074A-B91C-417C-A0F5-4328684D78B5}" type="presOf" srcId="{6FBA787C-1F20-420B-B8ED-69023B9E506D}" destId="{2E1F850B-E3BC-4D88-84BB-4575CA39E3BC}" srcOrd="0" destOrd="0" presId="urn:microsoft.com/office/officeart/2005/8/layout/vProcess5"/>
    <dgm:cxn modelId="{D5E1AA6B-9A77-461B-9D6D-B80C042EDC44}" type="presOf" srcId="{CBAF11D4-AE6F-4B72-A203-35BB8F2925BC}" destId="{F8239F68-5DF4-426D-8FF0-B9369397AD4F}" srcOrd="0" destOrd="0" presId="urn:microsoft.com/office/officeart/2005/8/layout/vProcess5"/>
    <dgm:cxn modelId="{2E979F4D-1203-4552-B806-8B10F77E3102}" type="presOf" srcId="{6FBA787C-1F20-420B-B8ED-69023B9E506D}" destId="{66E81895-F445-4890-B8A2-45528E770DD6}" srcOrd="1" destOrd="0" presId="urn:microsoft.com/office/officeart/2005/8/layout/vProcess5"/>
    <dgm:cxn modelId="{FE93B594-CAE3-4EE8-8524-8DB162E61704}" type="presOf" srcId="{E01C21C7-07BB-4098-B222-BF9A8DE88ECE}" destId="{9CA8B6F1-410C-46CE-94B0-2962EA5C8AC8}" srcOrd="0" destOrd="0" presId="urn:microsoft.com/office/officeart/2005/8/layout/vProcess5"/>
    <dgm:cxn modelId="{F7D7F995-8B23-4F1F-A122-CF56207D085B}" srcId="{DA74914E-B8F9-4ABD-A59B-7321309B55E3}" destId="{4A35828A-3E24-4357-A805-F73213701E32}" srcOrd="0" destOrd="0" parTransId="{F1E53BED-6207-4938-8126-2957B5FD03C6}" sibTransId="{97B69288-8533-4456-97E6-E5C251E5D081}"/>
    <dgm:cxn modelId="{B9D9B497-2FC3-451F-BF73-6ACC381AC948}" type="presOf" srcId="{97B69288-8533-4456-97E6-E5C251E5D081}" destId="{6B23DFF5-6941-4E84-9745-DBD388E39320}" srcOrd="0" destOrd="0" presId="urn:microsoft.com/office/officeart/2005/8/layout/vProcess5"/>
    <dgm:cxn modelId="{84E53599-E43E-4468-8953-EFDD6C90B2DD}" type="presOf" srcId="{E01C21C7-07BB-4098-B222-BF9A8DE88ECE}" destId="{7D8989B6-0551-454F-A015-573248EE3C5C}" srcOrd="1" destOrd="0" presId="urn:microsoft.com/office/officeart/2005/8/layout/vProcess5"/>
    <dgm:cxn modelId="{77B99AC2-D93E-4F96-9A5E-160FE43F8634}" type="presOf" srcId="{4A35828A-3E24-4357-A805-F73213701E32}" destId="{15B08BC2-7291-4643-8939-9B546C46C0A5}" srcOrd="0" destOrd="0" presId="urn:microsoft.com/office/officeart/2005/8/layout/vProcess5"/>
    <dgm:cxn modelId="{093265FE-AA81-47F5-BEDB-39114BAD320A}" type="presOf" srcId="{4A35828A-3E24-4357-A805-F73213701E32}" destId="{DA76F5E9-6A8C-4739-9D1A-5C294D794406}" srcOrd="1" destOrd="0" presId="urn:microsoft.com/office/officeart/2005/8/layout/vProcess5"/>
    <dgm:cxn modelId="{1C9EB234-8652-461B-9875-CBC895235C75}" type="presParOf" srcId="{AA4598DA-D1D8-42DD-BA72-8D803375918B}" destId="{C302537D-533E-4F61-834B-E9C2A3E246CE}" srcOrd="0" destOrd="0" presId="urn:microsoft.com/office/officeart/2005/8/layout/vProcess5"/>
    <dgm:cxn modelId="{B02B362E-F737-4B28-87A5-60ACFA0C0671}" type="presParOf" srcId="{AA4598DA-D1D8-42DD-BA72-8D803375918B}" destId="{15B08BC2-7291-4643-8939-9B546C46C0A5}" srcOrd="1" destOrd="0" presId="urn:microsoft.com/office/officeart/2005/8/layout/vProcess5"/>
    <dgm:cxn modelId="{00B6FA82-A4B5-4DF4-B4FE-9772A2D52D89}" type="presParOf" srcId="{AA4598DA-D1D8-42DD-BA72-8D803375918B}" destId="{9CA8B6F1-410C-46CE-94B0-2962EA5C8AC8}" srcOrd="2" destOrd="0" presId="urn:microsoft.com/office/officeart/2005/8/layout/vProcess5"/>
    <dgm:cxn modelId="{71540D44-329E-4E2F-9545-8DED2F9EC721}" type="presParOf" srcId="{AA4598DA-D1D8-42DD-BA72-8D803375918B}" destId="{2E1F850B-E3BC-4D88-84BB-4575CA39E3BC}" srcOrd="3" destOrd="0" presId="urn:microsoft.com/office/officeart/2005/8/layout/vProcess5"/>
    <dgm:cxn modelId="{DD7671A2-82AD-438B-82E9-EF26774C914B}" type="presParOf" srcId="{AA4598DA-D1D8-42DD-BA72-8D803375918B}" destId="{6B23DFF5-6941-4E84-9745-DBD388E39320}" srcOrd="4" destOrd="0" presId="urn:microsoft.com/office/officeart/2005/8/layout/vProcess5"/>
    <dgm:cxn modelId="{EB0E65EC-F409-439F-8B68-A58B20CA988C}" type="presParOf" srcId="{AA4598DA-D1D8-42DD-BA72-8D803375918B}" destId="{F8239F68-5DF4-426D-8FF0-B9369397AD4F}" srcOrd="5" destOrd="0" presId="urn:microsoft.com/office/officeart/2005/8/layout/vProcess5"/>
    <dgm:cxn modelId="{C5E2FBB1-C56A-4DAF-AFEA-AA3D8239432E}" type="presParOf" srcId="{AA4598DA-D1D8-42DD-BA72-8D803375918B}" destId="{DA76F5E9-6A8C-4739-9D1A-5C294D794406}" srcOrd="6" destOrd="0" presId="urn:microsoft.com/office/officeart/2005/8/layout/vProcess5"/>
    <dgm:cxn modelId="{94CAC111-867A-4517-8341-0B6799088BA8}" type="presParOf" srcId="{AA4598DA-D1D8-42DD-BA72-8D803375918B}" destId="{7D8989B6-0551-454F-A015-573248EE3C5C}" srcOrd="7" destOrd="0" presId="urn:microsoft.com/office/officeart/2005/8/layout/vProcess5"/>
    <dgm:cxn modelId="{DB760272-73BB-48B5-9131-482383D8EB4B}" type="presParOf" srcId="{AA4598DA-D1D8-42DD-BA72-8D803375918B}" destId="{66E81895-F445-4890-B8A2-45528E770DD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C9868C-8136-40DB-B188-62621F3393A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FBD17F4-55D7-4D88-9561-90E0936B857D}">
      <dgm:prSet/>
      <dgm:spPr/>
      <dgm:t>
        <a:bodyPr/>
        <a:lstStyle/>
        <a:p>
          <a:r>
            <a:rPr lang="en-US" b="1"/>
            <a:t>Usage: </a:t>
          </a:r>
          <a:r>
            <a:rPr lang="en-US"/>
            <a:t>Emphasizes the action or receiver of the action rather than the doer.</a:t>
          </a:r>
        </a:p>
      </dgm:t>
    </dgm:pt>
    <dgm:pt modelId="{26D425FD-A734-4484-93D7-D3EF0994CF16}" type="parTrans" cxnId="{2DB125A2-9EED-4AFF-94A5-D118D8FD7251}">
      <dgm:prSet/>
      <dgm:spPr/>
      <dgm:t>
        <a:bodyPr/>
        <a:lstStyle/>
        <a:p>
          <a:endParaRPr lang="en-US"/>
        </a:p>
      </dgm:t>
    </dgm:pt>
    <dgm:pt modelId="{E7E1FE06-1C12-4699-922F-0B46D71C2E9C}" type="sibTrans" cxnId="{2DB125A2-9EED-4AFF-94A5-D118D8FD7251}">
      <dgm:prSet/>
      <dgm:spPr/>
      <dgm:t>
        <a:bodyPr/>
        <a:lstStyle/>
        <a:p>
          <a:endParaRPr lang="en-US"/>
        </a:p>
      </dgm:t>
    </dgm:pt>
    <dgm:pt modelId="{BC6327BD-964B-4FD7-96FF-2E1CD739EC03}">
      <dgm:prSet/>
      <dgm:spPr/>
      <dgm:t>
        <a:bodyPr/>
        <a:lstStyle/>
        <a:p>
          <a:r>
            <a:rPr lang="en-US" b="1"/>
            <a:t>Structure: </a:t>
          </a:r>
          <a:r>
            <a:rPr lang="en-US"/>
            <a:t>Active: Subject + verb + object</a:t>
          </a:r>
        </a:p>
      </dgm:t>
    </dgm:pt>
    <dgm:pt modelId="{0423D70D-C911-4115-BA58-C56A62E848C5}" type="parTrans" cxnId="{D6663B12-4388-499A-BE09-E87A1C427B67}">
      <dgm:prSet/>
      <dgm:spPr/>
      <dgm:t>
        <a:bodyPr/>
        <a:lstStyle/>
        <a:p>
          <a:endParaRPr lang="en-US"/>
        </a:p>
      </dgm:t>
    </dgm:pt>
    <dgm:pt modelId="{BE7FFF7E-3A4E-45A2-AF16-03DA2A4CB2D8}" type="sibTrans" cxnId="{D6663B12-4388-499A-BE09-E87A1C427B67}">
      <dgm:prSet/>
      <dgm:spPr/>
      <dgm:t>
        <a:bodyPr/>
        <a:lstStyle/>
        <a:p>
          <a:endParaRPr lang="en-US"/>
        </a:p>
      </dgm:t>
    </dgm:pt>
    <dgm:pt modelId="{904226EB-7B14-4654-9921-F4F151DAF441}">
      <dgm:prSet/>
      <dgm:spPr/>
      <dgm:t>
        <a:bodyPr/>
        <a:lstStyle/>
        <a:p>
          <a:r>
            <a:rPr lang="en-US" b="1"/>
            <a:t>Example: </a:t>
          </a:r>
          <a:r>
            <a:rPr lang="en-US"/>
            <a:t>The government passed a new law.</a:t>
          </a:r>
        </a:p>
      </dgm:t>
    </dgm:pt>
    <dgm:pt modelId="{8333ED38-3251-48ED-A910-645163048FA8}" type="parTrans" cxnId="{9E206D67-C1C1-43C6-954C-BF3164C59F94}">
      <dgm:prSet/>
      <dgm:spPr/>
      <dgm:t>
        <a:bodyPr/>
        <a:lstStyle/>
        <a:p>
          <a:endParaRPr lang="en-US"/>
        </a:p>
      </dgm:t>
    </dgm:pt>
    <dgm:pt modelId="{53D88B2E-35C0-4902-8968-2306822FF011}" type="sibTrans" cxnId="{9E206D67-C1C1-43C6-954C-BF3164C59F94}">
      <dgm:prSet/>
      <dgm:spPr/>
      <dgm:t>
        <a:bodyPr/>
        <a:lstStyle/>
        <a:p>
          <a:endParaRPr lang="en-US"/>
        </a:p>
      </dgm:t>
    </dgm:pt>
    <dgm:pt modelId="{41CD2D4E-01C8-40B2-A0E1-2842AABBCC33}">
      <dgm:prSet/>
      <dgm:spPr/>
      <dgm:t>
        <a:bodyPr/>
        <a:lstStyle/>
        <a:p>
          <a:r>
            <a:rPr lang="en-US" b="1"/>
            <a:t>Passive: </a:t>
          </a:r>
          <a:r>
            <a:rPr lang="en-US"/>
            <a:t>Object + form of </a:t>
          </a:r>
          <a:r>
            <a:rPr lang="en-US" b="1"/>
            <a:t>'to be' </a:t>
          </a:r>
          <a:r>
            <a:rPr lang="en-US"/>
            <a:t>+ past participle</a:t>
          </a:r>
        </a:p>
      </dgm:t>
    </dgm:pt>
    <dgm:pt modelId="{3B3625A9-C6D8-48E4-8532-CFC71FB994AD}" type="parTrans" cxnId="{DD5F94ED-F38C-4CA2-A5D2-2697FE7E76D2}">
      <dgm:prSet/>
      <dgm:spPr/>
      <dgm:t>
        <a:bodyPr/>
        <a:lstStyle/>
        <a:p>
          <a:endParaRPr lang="en-US"/>
        </a:p>
      </dgm:t>
    </dgm:pt>
    <dgm:pt modelId="{A2FDE18E-47E9-469F-A5DB-CAD1E963F533}" type="sibTrans" cxnId="{DD5F94ED-F38C-4CA2-A5D2-2697FE7E76D2}">
      <dgm:prSet/>
      <dgm:spPr/>
      <dgm:t>
        <a:bodyPr/>
        <a:lstStyle/>
        <a:p>
          <a:endParaRPr lang="en-US"/>
        </a:p>
      </dgm:t>
    </dgm:pt>
    <dgm:pt modelId="{1D77479B-3171-46CC-96DE-8DDA06477119}">
      <dgm:prSet/>
      <dgm:spPr/>
      <dgm:t>
        <a:bodyPr/>
        <a:lstStyle/>
        <a:p>
          <a:r>
            <a:rPr lang="en-US" b="1"/>
            <a:t>Example: </a:t>
          </a:r>
          <a:r>
            <a:rPr lang="en-US"/>
            <a:t>A new law was passed by the government.</a:t>
          </a:r>
        </a:p>
      </dgm:t>
    </dgm:pt>
    <dgm:pt modelId="{BE4FE3FE-4551-4948-A2CD-1172C80291F6}" type="parTrans" cxnId="{C3C9F4C4-4EB5-4A42-A309-B76C00C50237}">
      <dgm:prSet/>
      <dgm:spPr/>
      <dgm:t>
        <a:bodyPr/>
        <a:lstStyle/>
        <a:p>
          <a:endParaRPr lang="en-US"/>
        </a:p>
      </dgm:t>
    </dgm:pt>
    <dgm:pt modelId="{1E3EBDA0-EC04-46AF-8939-EF539C578CD1}" type="sibTrans" cxnId="{C3C9F4C4-4EB5-4A42-A309-B76C00C50237}">
      <dgm:prSet/>
      <dgm:spPr/>
      <dgm:t>
        <a:bodyPr/>
        <a:lstStyle/>
        <a:p>
          <a:endParaRPr lang="en-US"/>
        </a:p>
      </dgm:t>
    </dgm:pt>
    <dgm:pt modelId="{580FC4CB-3F31-474C-90FF-4B156EF4B3A1}" type="pres">
      <dgm:prSet presAssocID="{31C9868C-8136-40DB-B188-62621F3393A6}" presName="root" presStyleCnt="0">
        <dgm:presLayoutVars>
          <dgm:dir/>
          <dgm:resizeHandles val="exact"/>
        </dgm:presLayoutVars>
      </dgm:prSet>
      <dgm:spPr/>
    </dgm:pt>
    <dgm:pt modelId="{595543E4-2C90-4C70-9CC1-E522B52E3983}" type="pres">
      <dgm:prSet presAssocID="{FFBD17F4-55D7-4D88-9561-90E0936B857D}" presName="compNode" presStyleCnt="0"/>
      <dgm:spPr/>
    </dgm:pt>
    <dgm:pt modelId="{09B191AA-C716-4CDF-BED5-F38B704E14E0}" type="pres">
      <dgm:prSet presAssocID="{FFBD17F4-55D7-4D88-9561-90E0936B857D}" presName="bgRect" presStyleLbl="bgShp" presStyleIdx="0" presStyleCnt="5"/>
      <dgm:spPr/>
    </dgm:pt>
    <dgm:pt modelId="{9998E538-B07D-4706-AEAD-41F85DBCF538}" type="pres">
      <dgm:prSet presAssocID="{FFBD17F4-55D7-4D88-9561-90E0936B857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encia"/>
        </a:ext>
      </dgm:extLst>
    </dgm:pt>
    <dgm:pt modelId="{260F2ECB-D152-41A3-B5E8-3F5CFBDB0023}" type="pres">
      <dgm:prSet presAssocID="{FFBD17F4-55D7-4D88-9561-90E0936B857D}" presName="spaceRect" presStyleCnt="0"/>
      <dgm:spPr/>
    </dgm:pt>
    <dgm:pt modelId="{C14C4269-45AD-41C8-8A5A-7F0369F9783F}" type="pres">
      <dgm:prSet presAssocID="{FFBD17F4-55D7-4D88-9561-90E0936B857D}" presName="parTx" presStyleLbl="revTx" presStyleIdx="0" presStyleCnt="5">
        <dgm:presLayoutVars>
          <dgm:chMax val="0"/>
          <dgm:chPref val="0"/>
        </dgm:presLayoutVars>
      </dgm:prSet>
      <dgm:spPr/>
    </dgm:pt>
    <dgm:pt modelId="{CCF9BE27-7F3C-485E-A7E8-7140D0DD39EB}" type="pres">
      <dgm:prSet presAssocID="{E7E1FE06-1C12-4699-922F-0B46D71C2E9C}" presName="sibTrans" presStyleCnt="0"/>
      <dgm:spPr/>
    </dgm:pt>
    <dgm:pt modelId="{6DFFF644-CF7F-4487-9923-3195B788C00E}" type="pres">
      <dgm:prSet presAssocID="{BC6327BD-964B-4FD7-96FF-2E1CD739EC03}" presName="compNode" presStyleCnt="0"/>
      <dgm:spPr/>
    </dgm:pt>
    <dgm:pt modelId="{139106A6-FFFD-402F-956D-EE802E4E5901}" type="pres">
      <dgm:prSet presAssocID="{BC6327BD-964B-4FD7-96FF-2E1CD739EC03}" presName="bgRect" presStyleLbl="bgShp" presStyleIdx="1" presStyleCnt="5"/>
      <dgm:spPr/>
    </dgm:pt>
    <dgm:pt modelId="{BE472D73-5A16-4776-88BD-E89B45648CE5}" type="pres">
      <dgm:prSet presAssocID="{BC6327BD-964B-4FD7-96FF-2E1CD739EC0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regar"/>
        </a:ext>
      </dgm:extLst>
    </dgm:pt>
    <dgm:pt modelId="{103108CC-1EB6-4F5B-B1FF-C66ADEFE7705}" type="pres">
      <dgm:prSet presAssocID="{BC6327BD-964B-4FD7-96FF-2E1CD739EC03}" presName="spaceRect" presStyleCnt="0"/>
      <dgm:spPr/>
    </dgm:pt>
    <dgm:pt modelId="{0A7350FF-D580-4C78-BA91-F42A4BB8AC7C}" type="pres">
      <dgm:prSet presAssocID="{BC6327BD-964B-4FD7-96FF-2E1CD739EC03}" presName="parTx" presStyleLbl="revTx" presStyleIdx="1" presStyleCnt="5">
        <dgm:presLayoutVars>
          <dgm:chMax val="0"/>
          <dgm:chPref val="0"/>
        </dgm:presLayoutVars>
      </dgm:prSet>
      <dgm:spPr/>
    </dgm:pt>
    <dgm:pt modelId="{FC0AF847-C5C2-4142-BA0E-74A70579766C}" type="pres">
      <dgm:prSet presAssocID="{BE7FFF7E-3A4E-45A2-AF16-03DA2A4CB2D8}" presName="sibTrans" presStyleCnt="0"/>
      <dgm:spPr/>
    </dgm:pt>
    <dgm:pt modelId="{D8635B21-9271-4038-A58C-0711ABB43CA7}" type="pres">
      <dgm:prSet presAssocID="{904226EB-7B14-4654-9921-F4F151DAF441}" presName="compNode" presStyleCnt="0"/>
      <dgm:spPr/>
    </dgm:pt>
    <dgm:pt modelId="{F6BDF4B3-BB92-42F4-B689-118C89438C49}" type="pres">
      <dgm:prSet presAssocID="{904226EB-7B14-4654-9921-F4F151DAF441}" presName="bgRect" presStyleLbl="bgShp" presStyleIdx="2" presStyleCnt="5"/>
      <dgm:spPr/>
    </dgm:pt>
    <dgm:pt modelId="{1FE5E5D9-9B7B-4542-822D-AC608E342FD1}" type="pres">
      <dgm:prSet presAssocID="{904226EB-7B14-4654-9921-F4F151DAF44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"/>
        </a:ext>
      </dgm:extLst>
    </dgm:pt>
    <dgm:pt modelId="{B0ABEDD6-EF55-4130-B49D-5ED537A21E81}" type="pres">
      <dgm:prSet presAssocID="{904226EB-7B14-4654-9921-F4F151DAF441}" presName="spaceRect" presStyleCnt="0"/>
      <dgm:spPr/>
    </dgm:pt>
    <dgm:pt modelId="{952AC472-DB76-4AFD-8857-9D572748CFAC}" type="pres">
      <dgm:prSet presAssocID="{904226EB-7B14-4654-9921-F4F151DAF441}" presName="parTx" presStyleLbl="revTx" presStyleIdx="2" presStyleCnt="5">
        <dgm:presLayoutVars>
          <dgm:chMax val="0"/>
          <dgm:chPref val="0"/>
        </dgm:presLayoutVars>
      </dgm:prSet>
      <dgm:spPr/>
    </dgm:pt>
    <dgm:pt modelId="{ADD2D414-50F7-4E54-A729-E0189335B8DF}" type="pres">
      <dgm:prSet presAssocID="{53D88B2E-35C0-4902-8968-2306822FF011}" presName="sibTrans" presStyleCnt="0"/>
      <dgm:spPr/>
    </dgm:pt>
    <dgm:pt modelId="{CE4490C4-FA80-4D0B-B70E-775A445832FE}" type="pres">
      <dgm:prSet presAssocID="{41CD2D4E-01C8-40B2-A0E1-2842AABBCC33}" presName="compNode" presStyleCnt="0"/>
      <dgm:spPr/>
    </dgm:pt>
    <dgm:pt modelId="{94235416-B0C3-47E4-8B35-1D2B352C41CB}" type="pres">
      <dgm:prSet presAssocID="{41CD2D4E-01C8-40B2-A0E1-2842AABBCC33}" presName="bgRect" presStyleLbl="bgShp" presStyleIdx="3" presStyleCnt="5"/>
      <dgm:spPr/>
    </dgm:pt>
    <dgm:pt modelId="{F7685303-5B2F-4365-A40C-D9D381F019E9}" type="pres">
      <dgm:prSet presAssocID="{41CD2D4E-01C8-40B2-A0E1-2842AABBCC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F42C052B-77BB-414A-9A4E-C592B6BA3D5A}" type="pres">
      <dgm:prSet presAssocID="{41CD2D4E-01C8-40B2-A0E1-2842AABBCC33}" presName="spaceRect" presStyleCnt="0"/>
      <dgm:spPr/>
    </dgm:pt>
    <dgm:pt modelId="{0A3F1A4C-A096-4195-A728-A680E46BDD9E}" type="pres">
      <dgm:prSet presAssocID="{41CD2D4E-01C8-40B2-A0E1-2842AABBCC33}" presName="parTx" presStyleLbl="revTx" presStyleIdx="3" presStyleCnt="5">
        <dgm:presLayoutVars>
          <dgm:chMax val="0"/>
          <dgm:chPref val="0"/>
        </dgm:presLayoutVars>
      </dgm:prSet>
      <dgm:spPr/>
    </dgm:pt>
    <dgm:pt modelId="{5B4B1B40-108D-4463-B4C9-03E28E750414}" type="pres">
      <dgm:prSet presAssocID="{A2FDE18E-47E9-469F-A5DB-CAD1E963F533}" presName="sibTrans" presStyleCnt="0"/>
      <dgm:spPr/>
    </dgm:pt>
    <dgm:pt modelId="{D32CE593-1AA3-4A6E-A092-84FA9F4C0758}" type="pres">
      <dgm:prSet presAssocID="{1D77479B-3171-46CC-96DE-8DDA06477119}" presName="compNode" presStyleCnt="0"/>
      <dgm:spPr/>
    </dgm:pt>
    <dgm:pt modelId="{2F4D3C11-0E42-4E64-ABF4-ED48F9598DB6}" type="pres">
      <dgm:prSet presAssocID="{1D77479B-3171-46CC-96DE-8DDA06477119}" presName="bgRect" presStyleLbl="bgShp" presStyleIdx="4" presStyleCnt="5"/>
      <dgm:spPr/>
    </dgm:pt>
    <dgm:pt modelId="{F26A6B51-AA6C-409E-A548-F668141BE7A1}" type="pres">
      <dgm:prSet presAssocID="{1D77479B-3171-46CC-96DE-8DDA0647711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tillo de juez"/>
        </a:ext>
      </dgm:extLst>
    </dgm:pt>
    <dgm:pt modelId="{E09EDF04-1759-4560-B75F-04E5BBF18A10}" type="pres">
      <dgm:prSet presAssocID="{1D77479B-3171-46CC-96DE-8DDA06477119}" presName="spaceRect" presStyleCnt="0"/>
      <dgm:spPr/>
    </dgm:pt>
    <dgm:pt modelId="{DF04DFA1-3503-4B28-9891-698062C806D0}" type="pres">
      <dgm:prSet presAssocID="{1D77479B-3171-46CC-96DE-8DDA0647711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6663B12-4388-499A-BE09-E87A1C427B67}" srcId="{31C9868C-8136-40DB-B188-62621F3393A6}" destId="{BC6327BD-964B-4FD7-96FF-2E1CD739EC03}" srcOrd="1" destOrd="0" parTransId="{0423D70D-C911-4115-BA58-C56A62E848C5}" sibTransId="{BE7FFF7E-3A4E-45A2-AF16-03DA2A4CB2D8}"/>
    <dgm:cxn modelId="{AA915317-982B-4A4F-A375-243DD7E30656}" type="presOf" srcId="{31C9868C-8136-40DB-B188-62621F3393A6}" destId="{580FC4CB-3F31-474C-90FF-4B156EF4B3A1}" srcOrd="0" destOrd="0" presId="urn:microsoft.com/office/officeart/2018/2/layout/IconVerticalSolidList"/>
    <dgm:cxn modelId="{9E206D67-C1C1-43C6-954C-BF3164C59F94}" srcId="{31C9868C-8136-40DB-B188-62621F3393A6}" destId="{904226EB-7B14-4654-9921-F4F151DAF441}" srcOrd="2" destOrd="0" parTransId="{8333ED38-3251-48ED-A910-645163048FA8}" sibTransId="{53D88B2E-35C0-4902-8968-2306822FF011}"/>
    <dgm:cxn modelId="{E2331250-1526-4627-9DA6-794457AAA441}" type="presOf" srcId="{1D77479B-3171-46CC-96DE-8DDA06477119}" destId="{DF04DFA1-3503-4B28-9891-698062C806D0}" srcOrd="0" destOrd="0" presId="urn:microsoft.com/office/officeart/2018/2/layout/IconVerticalSolidList"/>
    <dgm:cxn modelId="{630BFE80-7369-4C85-AE4F-DF67FC364106}" type="presOf" srcId="{BC6327BD-964B-4FD7-96FF-2E1CD739EC03}" destId="{0A7350FF-D580-4C78-BA91-F42A4BB8AC7C}" srcOrd="0" destOrd="0" presId="urn:microsoft.com/office/officeart/2018/2/layout/IconVerticalSolidList"/>
    <dgm:cxn modelId="{4996848C-0EFC-4E0E-A1A1-DB46C595E20C}" type="presOf" srcId="{FFBD17F4-55D7-4D88-9561-90E0936B857D}" destId="{C14C4269-45AD-41C8-8A5A-7F0369F9783F}" srcOrd="0" destOrd="0" presId="urn:microsoft.com/office/officeart/2018/2/layout/IconVerticalSolidList"/>
    <dgm:cxn modelId="{2DB125A2-9EED-4AFF-94A5-D118D8FD7251}" srcId="{31C9868C-8136-40DB-B188-62621F3393A6}" destId="{FFBD17F4-55D7-4D88-9561-90E0936B857D}" srcOrd="0" destOrd="0" parTransId="{26D425FD-A734-4484-93D7-D3EF0994CF16}" sibTransId="{E7E1FE06-1C12-4699-922F-0B46D71C2E9C}"/>
    <dgm:cxn modelId="{E0D736B0-37A9-4AE7-8147-A0F428E774FF}" type="presOf" srcId="{41CD2D4E-01C8-40B2-A0E1-2842AABBCC33}" destId="{0A3F1A4C-A096-4195-A728-A680E46BDD9E}" srcOrd="0" destOrd="0" presId="urn:microsoft.com/office/officeart/2018/2/layout/IconVerticalSolidList"/>
    <dgm:cxn modelId="{C3C9F4C4-4EB5-4A42-A309-B76C00C50237}" srcId="{31C9868C-8136-40DB-B188-62621F3393A6}" destId="{1D77479B-3171-46CC-96DE-8DDA06477119}" srcOrd="4" destOrd="0" parTransId="{BE4FE3FE-4551-4948-A2CD-1172C80291F6}" sibTransId="{1E3EBDA0-EC04-46AF-8939-EF539C578CD1}"/>
    <dgm:cxn modelId="{E9C6FAD3-91D1-4484-9136-CBF1FE637CEB}" type="presOf" srcId="{904226EB-7B14-4654-9921-F4F151DAF441}" destId="{952AC472-DB76-4AFD-8857-9D572748CFAC}" srcOrd="0" destOrd="0" presId="urn:microsoft.com/office/officeart/2018/2/layout/IconVerticalSolidList"/>
    <dgm:cxn modelId="{DD5F94ED-F38C-4CA2-A5D2-2697FE7E76D2}" srcId="{31C9868C-8136-40DB-B188-62621F3393A6}" destId="{41CD2D4E-01C8-40B2-A0E1-2842AABBCC33}" srcOrd="3" destOrd="0" parTransId="{3B3625A9-C6D8-48E4-8532-CFC71FB994AD}" sibTransId="{A2FDE18E-47E9-469F-A5DB-CAD1E963F533}"/>
    <dgm:cxn modelId="{6C7632C5-8251-4D21-8845-25B380B4702D}" type="presParOf" srcId="{580FC4CB-3F31-474C-90FF-4B156EF4B3A1}" destId="{595543E4-2C90-4C70-9CC1-E522B52E3983}" srcOrd="0" destOrd="0" presId="urn:microsoft.com/office/officeart/2018/2/layout/IconVerticalSolidList"/>
    <dgm:cxn modelId="{CE89B110-7C1E-4551-8EE2-9AD098714836}" type="presParOf" srcId="{595543E4-2C90-4C70-9CC1-E522B52E3983}" destId="{09B191AA-C716-4CDF-BED5-F38B704E14E0}" srcOrd="0" destOrd="0" presId="urn:microsoft.com/office/officeart/2018/2/layout/IconVerticalSolidList"/>
    <dgm:cxn modelId="{4F2696A4-981F-4B69-8693-C39D14E1BCDE}" type="presParOf" srcId="{595543E4-2C90-4C70-9CC1-E522B52E3983}" destId="{9998E538-B07D-4706-AEAD-41F85DBCF538}" srcOrd="1" destOrd="0" presId="urn:microsoft.com/office/officeart/2018/2/layout/IconVerticalSolidList"/>
    <dgm:cxn modelId="{EBA8394A-94B1-4E79-AD87-761517934618}" type="presParOf" srcId="{595543E4-2C90-4C70-9CC1-E522B52E3983}" destId="{260F2ECB-D152-41A3-B5E8-3F5CFBDB0023}" srcOrd="2" destOrd="0" presId="urn:microsoft.com/office/officeart/2018/2/layout/IconVerticalSolidList"/>
    <dgm:cxn modelId="{72998F24-B5DA-43AB-9853-45607F66991C}" type="presParOf" srcId="{595543E4-2C90-4C70-9CC1-E522B52E3983}" destId="{C14C4269-45AD-41C8-8A5A-7F0369F9783F}" srcOrd="3" destOrd="0" presId="urn:microsoft.com/office/officeart/2018/2/layout/IconVerticalSolidList"/>
    <dgm:cxn modelId="{622B9BEA-5F3C-49B1-A65C-64A9604D950C}" type="presParOf" srcId="{580FC4CB-3F31-474C-90FF-4B156EF4B3A1}" destId="{CCF9BE27-7F3C-485E-A7E8-7140D0DD39EB}" srcOrd="1" destOrd="0" presId="urn:microsoft.com/office/officeart/2018/2/layout/IconVerticalSolidList"/>
    <dgm:cxn modelId="{F4E0927C-262B-4D6C-8D68-6E288F915330}" type="presParOf" srcId="{580FC4CB-3F31-474C-90FF-4B156EF4B3A1}" destId="{6DFFF644-CF7F-4487-9923-3195B788C00E}" srcOrd="2" destOrd="0" presId="urn:microsoft.com/office/officeart/2018/2/layout/IconVerticalSolidList"/>
    <dgm:cxn modelId="{35EC449C-1A4B-4CCB-BC27-E55D988CB74D}" type="presParOf" srcId="{6DFFF644-CF7F-4487-9923-3195B788C00E}" destId="{139106A6-FFFD-402F-956D-EE802E4E5901}" srcOrd="0" destOrd="0" presId="urn:microsoft.com/office/officeart/2018/2/layout/IconVerticalSolidList"/>
    <dgm:cxn modelId="{D7AF616D-5A9C-4A2B-94C0-3C9BDE06AAF1}" type="presParOf" srcId="{6DFFF644-CF7F-4487-9923-3195B788C00E}" destId="{BE472D73-5A16-4776-88BD-E89B45648CE5}" srcOrd="1" destOrd="0" presId="urn:microsoft.com/office/officeart/2018/2/layout/IconVerticalSolidList"/>
    <dgm:cxn modelId="{278CDDD1-B116-4FAD-90C6-7B8F260AB9A7}" type="presParOf" srcId="{6DFFF644-CF7F-4487-9923-3195B788C00E}" destId="{103108CC-1EB6-4F5B-B1FF-C66ADEFE7705}" srcOrd="2" destOrd="0" presId="urn:microsoft.com/office/officeart/2018/2/layout/IconVerticalSolidList"/>
    <dgm:cxn modelId="{D6835B9D-A8E5-4EEE-8F6B-F40896C4AD11}" type="presParOf" srcId="{6DFFF644-CF7F-4487-9923-3195B788C00E}" destId="{0A7350FF-D580-4C78-BA91-F42A4BB8AC7C}" srcOrd="3" destOrd="0" presId="urn:microsoft.com/office/officeart/2018/2/layout/IconVerticalSolidList"/>
    <dgm:cxn modelId="{B8B20A67-0A42-4884-A99F-AD4B1B6A5881}" type="presParOf" srcId="{580FC4CB-3F31-474C-90FF-4B156EF4B3A1}" destId="{FC0AF847-C5C2-4142-BA0E-74A70579766C}" srcOrd="3" destOrd="0" presId="urn:microsoft.com/office/officeart/2018/2/layout/IconVerticalSolidList"/>
    <dgm:cxn modelId="{C6E96FEF-6771-4828-A5B9-AA66549242AF}" type="presParOf" srcId="{580FC4CB-3F31-474C-90FF-4B156EF4B3A1}" destId="{D8635B21-9271-4038-A58C-0711ABB43CA7}" srcOrd="4" destOrd="0" presId="urn:microsoft.com/office/officeart/2018/2/layout/IconVerticalSolidList"/>
    <dgm:cxn modelId="{9225A33D-2381-4121-B24D-0E08D1414683}" type="presParOf" srcId="{D8635B21-9271-4038-A58C-0711ABB43CA7}" destId="{F6BDF4B3-BB92-42F4-B689-118C89438C49}" srcOrd="0" destOrd="0" presId="urn:microsoft.com/office/officeart/2018/2/layout/IconVerticalSolidList"/>
    <dgm:cxn modelId="{0ED2AB46-7F2B-437A-BEC4-CBD59928C0F4}" type="presParOf" srcId="{D8635B21-9271-4038-A58C-0711ABB43CA7}" destId="{1FE5E5D9-9B7B-4542-822D-AC608E342FD1}" srcOrd="1" destOrd="0" presId="urn:microsoft.com/office/officeart/2018/2/layout/IconVerticalSolidList"/>
    <dgm:cxn modelId="{A63CA4FE-7138-4B9E-BD02-79CA5A2CC64A}" type="presParOf" srcId="{D8635B21-9271-4038-A58C-0711ABB43CA7}" destId="{B0ABEDD6-EF55-4130-B49D-5ED537A21E81}" srcOrd="2" destOrd="0" presId="urn:microsoft.com/office/officeart/2018/2/layout/IconVerticalSolidList"/>
    <dgm:cxn modelId="{65BDECA3-DC75-49AA-8D93-38ED2D6BA9C8}" type="presParOf" srcId="{D8635B21-9271-4038-A58C-0711ABB43CA7}" destId="{952AC472-DB76-4AFD-8857-9D572748CFAC}" srcOrd="3" destOrd="0" presId="urn:microsoft.com/office/officeart/2018/2/layout/IconVerticalSolidList"/>
    <dgm:cxn modelId="{6971E189-C235-4275-933B-4FD4FBA75613}" type="presParOf" srcId="{580FC4CB-3F31-474C-90FF-4B156EF4B3A1}" destId="{ADD2D414-50F7-4E54-A729-E0189335B8DF}" srcOrd="5" destOrd="0" presId="urn:microsoft.com/office/officeart/2018/2/layout/IconVerticalSolidList"/>
    <dgm:cxn modelId="{21D3A62C-6E2C-4FE1-8DC7-D5999400EB6C}" type="presParOf" srcId="{580FC4CB-3F31-474C-90FF-4B156EF4B3A1}" destId="{CE4490C4-FA80-4D0B-B70E-775A445832FE}" srcOrd="6" destOrd="0" presId="urn:microsoft.com/office/officeart/2018/2/layout/IconVerticalSolidList"/>
    <dgm:cxn modelId="{5FA0840E-2FBC-47B4-8CF7-1F7CA886335F}" type="presParOf" srcId="{CE4490C4-FA80-4D0B-B70E-775A445832FE}" destId="{94235416-B0C3-47E4-8B35-1D2B352C41CB}" srcOrd="0" destOrd="0" presId="urn:microsoft.com/office/officeart/2018/2/layout/IconVerticalSolidList"/>
    <dgm:cxn modelId="{89B06871-1977-4E08-8BFF-26E7B8033A3E}" type="presParOf" srcId="{CE4490C4-FA80-4D0B-B70E-775A445832FE}" destId="{F7685303-5B2F-4365-A40C-D9D381F019E9}" srcOrd="1" destOrd="0" presId="urn:microsoft.com/office/officeart/2018/2/layout/IconVerticalSolidList"/>
    <dgm:cxn modelId="{4BD34A61-6D4F-4877-BA65-29616D825A79}" type="presParOf" srcId="{CE4490C4-FA80-4D0B-B70E-775A445832FE}" destId="{F42C052B-77BB-414A-9A4E-C592B6BA3D5A}" srcOrd="2" destOrd="0" presId="urn:microsoft.com/office/officeart/2018/2/layout/IconVerticalSolidList"/>
    <dgm:cxn modelId="{EAE12C4B-7098-4E93-B1A6-D00FE1F23EF5}" type="presParOf" srcId="{CE4490C4-FA80-4D0B-B70E-775A445832FE}" destId="{0A3F1A4C-A096-4195-A728-A680E46BDD9E}" srcOrd="3" destOrd="0" presId="urn:microsoft.com/office/officeart/2018/2/layout/IconVerticalSolidList"/>
    <dgm:cxn modelId="{DE394515-FEB3-4A5B-AAF5-C7A46A460F9F}" type="presParOf" srcId="{580FC4CB-3F31-474C-90FF-4B156EF4B3A1}" destId="{5B4B1B40-108D-4463-B4C9-03E28E750414}" srcOrd="7" destOrd="0" presId="urn:microsoft.com/office/officeart/2018/2/layout/IconVerticalSolidList"/>
    <dgm:cxn modelId="{E24D8902-9E14-4D75-9504-A606CAD323B0}" type="presParOf" srcId="{580FC4CB-3F31-474C-90FF-4B156EF4B3A1}" destId="{D32CE593-1AA3-4A6E-A092-84FA9F4C0758}" srcOrd="8" destOrd="0" presId="urn:microsoft.com/office/officeart/2018/2/layout/IconVerticalSolidList"/>
    <dgm:cxn modelId="{56D8E02A-F1B8-46EB-8353-566BDADA377B}" type="presParOf" srcId="{D32CE593-1AA3-4A6E-A092-84FA9F4C0758}" destId="{2F4D3C11-0E42-4E64-ABF4-ED48F9598DB6}" srcOrd="0" destOrd="0" presId="urn:microsoft.com/office/officeart/2018/2/layout/IconVerticalSolidList"/>
    <dgm:cxn modelId="{8D87EAA5-01C9-42E5-B976-C77116D3CAFE}" type="presParOf" srcId="{D32CE593-1AA3-4A6E-A092-84FA9F4C0758}" destId="{F26A6B51-AA6C-409E-A548-F668141BE7A1}" srcOrd="1" destOrd="0" presId="urn:microsoft.com/office/officeart/2018/2/layout/IconVerticalSolidList"/>
    <dgm:cxn modelId="{C3FDA78B-74C7-4B2D-A23A-895CF44C5FA0}" type="presParOf" srcId="{D32CE593-1AA3-4A6E-A092-84FA9F4C0758}" destId="{E09EDF04-1759-4560-B75F-04E5BBF18A10}" srcOrd="2" destOrd="0" presId="urn:microsoft.com/office/officeart/2018/2/layout/IconVerticalSolidList"/>
    <dgm:cxn modelId="{A4C0204B-E6AE-4EC5-A8AA-0A549D54FC9E}" type="presParOf" srcId="{D32CE593-1AA3-4A6E-A092-84FA9F4C0758}" destId="{DF04DFA1-3503-4B28-9891-698062C806D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8E1A2E-84A4-4C95-A19E-4A4EE4261446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EB32F28-ECAE-4E72-8401-E432020C14D2}">
      <dgm:prSet/>
      <dgm:spPr/>
      <dgm:t>
        <a:bodyPr/>
        <a:lstStyle/>
        <a:p>
          <a:r>
            <a:rPr lang="en-US"/>
            <a:t>Strict environmental regulations are enforced by the government.</a:t>
          </a:r>
        </a:p>
      </dgm:t>
    </dgm:pt>
    <dgm:pt modelId="{EF2A3E23-06F9-4D39-AB14-2B4E45C2E94A}" type="parTrans" cxnId="{0202D0D6-A058-4311-8BCF-2635C257D399}">
      <dgm:prSet/>
      <dgm:spPr/>
      <dgm:t>
        <a:bodyPr/>
        <a:lstStyle/>
        <a:p>
          <a:endParaRPr lang="en-US"/>
        </a:p>
      </dgm:t>
    </dgm:pt>
    <dgm:pt modelId="{F18DDF0B-C935-4F75-8540-1CF72ADAF651}" type="sibTrans" cxnId="{0202D0D6-A058-4311-8BCF-2635C257D399}">
      <dgm:prSet/>
      <dgm:spPr/>
      <dgm:t>
        <a:bodyPr/>
        <a:lstStyle/>
        <a:p>
          <a:endParaRPr lang="en-US"/>
        </a:p>
      </dgm:t>
    </dgm:pt>
    <dgm:pt modelId="{0E4289AD-23AB-412D-A095-798859C6927D}">
      <dgm:prSet/>
      <dgm:spPr/>
      <dgm:t>
        <a:bodyPr/>
        <a:lstStyle/>
        <a:p>
          <a:r>
            <a:rPr lang="en-US"/>
            <a:t>Political issues are debated on social media platforms by people.</a:t>
          </a:r>
        </a:p>
      </dgm:t>
    </dgm:pt>
    <dgm:pt modelId="{6488021E-73A9-4E04-B204-9BB453DEE3F5}" type="parTrans" cxnId="{9172F629-2F2F-4773-A0D8-4C8B74A25023}">
      <dgm:prSet/>
      <dgm:spPr/>
      <dgm:t>
        <a:bodyPr/>
        <a:lstStyle/>
        <a:p>
          <a:endParaRPr lang="en-US"/>
        </a:p>
      </dgm:t>
    </dgm:pt>
    <dgm:pt modelId="{A64B3950-72B0-4530-A993-22157F4E8197}" type="sibTrans" cxnId="{9172F629-2F2F-4773-A0D8-4C8B74A25023}">
      <dgm:prSet/>
      <dgm:spPr/>
      <dgm:t>
        <a:bodyPr/>
        <a:lstStyle/>
        <a:p>
          <a:endParaRPr lang="en-US"/>
        </a:p>
      </dgm:t>
    </dgm:pt>
    <dgm:pt modelId="{A4447D36-C49B-433A-BF1D-C3924881E1E1}">
      <dgm:prSet/>
      <dgm:spPr/>
      <dgm:t>
        <a:bodyPr/>
        <a:lstStyle/>
        <a:p>
          <a:r>
            <a:rPr lang="en-US"/>
            <a:t>New educational reforms will be implemented next year by leaders.</a:t>
          </a:r>
        </a:p>
      </dgm:t>
    </dgm:pt>
    <dgm:pt modelId="{BC7069CD-2535-43EB-84C5-137E207A1B0E}" type="parTrans" cxnId="{EADB3DF0-4F9E-4F43-B882-D12E7C5A1BF2}">
      <dgm:prSet/>
      <dgm:spPr/>
      <dgm:t>
        <a:bodyPr/>
        <a:lstStyle/>
        <a:p>
          <a:endParaRPr lang="en-US"/>
        </a:p>
      </dgm:t>
    </dgm:pt>
    <dgm:pt modelId="{0BDF7901-FF8C-4512-869D-7F7446BC4A24}" type="sibTrans" cxnId="{EADB3DF0-4F9E-4F43-B882-D12E7C5A1BF2}">
      <dgm:prSet/>
      <dgm:spPr/>
      <dgm:t>
        <a:bodyPr/>
        <a:lstStyle/>
        <a:p>
          <a:endParaRPr lang="en-US"/>
        </a:p>
      </dgm:t>
    </dgm:pt>
    <dgm:pt modelId="{FBA6325E-8B5C-4175-9C71-C8102E00F15C}">
      <dgm:prSet/>
      <dgm:spPr/>
      <dgm:t>
        <a:bodyPr/>
        <a:lstStyle/>
        <a:p>
          <a:r>
            <a:rPr lang="en-US"/>
            <a:t>A protest against corruption is being organized by activists.</a:t>
          </a:r>
        </a:p>
      </dgm:t>
    </dgm:pt>
    <dgm:pt modelId="{99BC1416-88CB-4539-A5E5-3FF93332641C}" type="parTrans" cxnId="{8942E3A6-CE8E-440B-81D0-7EC46479C181}">
      <dgm:prSet/>
      <dgm:spPr/>
      <dgm:t>
        <a:bodyPr/>
        <a:lstStyle/>
        <a:p>
          <a:endParaRPr lang="en-US"/>
        </a:p>
      </dgm:t>
    </dgm:pt>
    <dgm:pt modelId="{BF0FDA03-D944-4918-A049-8CE479B85D47}" type="sibTrans" cxnId="{8942E3A6-CE8E-440B-81D0-7EC46479C181}">
      <dgm:prSet/>
      <dgm:spPr/>
      <dgm:t>
        <a:bodyPr/>
        <a:lstStyle/>
        <a:p>
          <a:endParaRPr lang="en-US"/>
        </a:p>
      </dgm:t>
    </dgm:pt>
    <dgm:pt modelId="{F268239F-8ADF-476A-B0A4-C79734D4B56D}">
      <dgm:prSet/>
      <dgm:spPr/>
      <dgm:t>
        <a:bodyPr/>
        <a:lstStyle/>
        <a:p>
          <a:r>
            <a:rPr lang="en-US"/>
            <a:t>Representatives are chosen by voters in a democratic election.</a:t>
          </a:r>
        </a:p>
      </dgm:t>
    </dgm:pt>
    <dgm:pt modelId="{BC3B94AE-4AB8-4C08-9DA1-316FCE5F6A99}" type="parTrans" cxnId="{74E62DE9-5EB2-4A95-81F4-BA2302B4BF44}">
      <dgm:prSet/>
      <dgm:spPr/>
      <dgm:t>
        <a:bodyPr/>
        <a:lstStyle/>
        <a:p>
          <a:endParaRPr lang="en-US"/>
        </a:p>
      </dgm:t>
    </dgm:pt>
    <dgm:pt modelId="{EF842961-68C4-49A3-95B9-7B21B9E19297}" type="sibTrans" cxnId="{74E62DE9-5EB2-4A95-81F4-BA2302B4BF44}">
      <dgm:prSet/>
      <dgm:spPr/>
      <dgm:t>
        <a:bodyPr/>
        <a:lstStyle/>
        <a:p>
          <a:endParaRPr lang="en-US"/>
        </a:p>
      </dgm:t>
    </dgm:pt>
    <dgm:pt modelId="{29DACA26-56D1-4005-860A-696B0E9C8A77}" type="pres">
      <dgm:prSet presAssocID="{A38E1A2E-84A4-4C95-A19E-4A4EE4261446}" presName="diagram" presStyleCnt="0">
        <dgm:presLayoutVars>
          <dgm:dir/>
          <dgm:resizeHandles val="exact"/>
        </dgm:presLayoutVars>
      </dgm:prSet>
      <dgm:spPr/>
    </dgm:pt>
    <dgm:pt modelId="{A3486127-37CA-4F45-BBF7-18827D2D5C51}" type="pres">
      <dgm:prSet presAssocID="{AEB32F28-ECAE-4E72-8401-E432020C14D2}" presName="node" presStyleLbl="node1" presStyleIdx="0" presStyleCnt="5">
        <dgm:presLayoutVars>
          <dgm:bulletEnabled val="1"/>
        </dgm:presLayoutVars>
      </dgm:prSet>
      <dgm:spPr/>
    </dgm:pt>
    <dgm:pt modelId="{3119B996-032E-466A-A182-0DC95BC01626}" type="pres">
      <dgm:prSet presAssocID="{F18DDF0B-C935-4F75-8540-1CF72ADAF651}" presName="sibTrans" presStyleCnt="0"/>
      <dgm:spPr/>
    </dgm:pt>
    <dgm:pt modelId="{9A80E8D7-EF79-4BE3-BD0F-EC78DB2FFE25}" type="pres">
      <dgm:prSet presAssocID="{0E4289AD-23AB-412D-A095-798859C6927D}" presName="node" presStyleLbl="node1" presStyleIdx="1" presStyleCnt="5">
        <dgm:presLayoutVars>
          <dgm:bulletEnabled val="1"/>
        </dgm:presLayoutVars>
      </dgm:prSet>
      <dgm:spPr/>
    </dgm:pt>
    <dgm:pt modelId="{97F40C2D-39E6-4AA0-9938-17B669CA3D18}" type="pres">
      <dgm:prSet presAssocID="{A64B3950-72B0-4530-A993-22157F4E8197}" presName="sibTrans" presStyleCnt="0"/>
      <dgm:spPr/>
    </dgm:pt>
    <dgm:pt modelId="{0CEFBC29-3A53-4B9B-B233-38462789FE14}" type="pres">
      <dgm:prSet presAssocID="{A4447D36-C49B-433A-BF1D-C3924881E1E1}" presName="node" presStyleLbl="node1" presStyleIdx="2" presStyleCnt="5">
        <dgm:presLayoutVars>
          <dgm:bulletEnabled val="1"/>
        </dgm:presLayoutVars>
      </dgm:prSet>
      <dgm:spPr/>
    </dgm:pt>
    <dgm:pt modelId="{CD8FFD9B-7945-4633-9D6C-267BB30AB0AE}" type="pres">
      <dgm:prSet presAssocID="{0BDF7901-FF8C-4512-869D-7F7446BC4A24}" presName="sibTrans" presStyleCnt="0"/>
      <dgm:spPr/>
    </dgm:pt>
    <dgm:pt modelId="{E553EE60-4176-46D9-AFF5-45BCC96F6660}" type="pres">
      <dgm:prSet presAssocID="{FBA6325E-8B5C-4175-9C71-C8102E00F15C}" presName="node" presStyleLbl="node1" presStyleIdx="3" presStyleCnt="5">
        <dgm:presLayoutVars>
          <dgm:bulletEnabled val="1"/>
        </dgm:presLayoutVars>
      </dgm:prSet>
      <dgm:spPr/>
    </dgm:pt>
    <dgm:pt modelId="{CEF0C3E2-890D-4612-B86E-43A3BA4E2413}" type="pres">
      <dgm:prSet presAssocID="{BF0FDA03-D944-4918-A049-8CE479B85D47}" presName="sibTrans" presStyleCnt="0"/>
      <dgm:spPr/>
    </dgm:pt>
    <dgm:pt modelId="{DA1E7F3A-179B-4BEA-B391-356DD49F0EDF}" type="pres">
      <dgm:prSet presAssocID="{F268239F-8ADF-476A-B0A4-C79734D4B56D}" presName="node" presStyleLbl="node1" presStyleIdx="4" presStyleCnt="5">
        <dgm:presLayoutVars>
          <dgm:bulletEnabled val="1"/>
        </dgm:presLayoutVars>
      </dgm:prSet>
      <dgm:spPr/>
    </dgm:pt>
  </dgm:ptLst>
  <dgm:cxnLst>
    <dgm:cxn modelId="{D13C350C-B90B-4F63-BF60-BFD7F72A8B3C}" type="presOf" srcId="{AEB32F28-ECAE-4E72-8401-E432020C14D2}" destId="{A3486127-37CA-4F45-BBF7-18827D2D5C51}" srcOrd="0" destOrd="0" presId="urn:microsoft.com/office/officeart/2005/8/layout/default"/>
    <dgm:cxn modelId="{54C3511C-B36E-4C65-B2D5-91E78C1019C5}" type="presOf" srcId="{F268239F-8ADF-476A-B0A4-C79734D4B56D}" destId="{DA1E7F3A-179B-4BEA-B391-356DD49F0EDF}" srcOrd="0" destOrd="0" presId="urn:microsoft.com/office/officeart/2005/8/layout/default"/>
    <dgm:cxn modelId="{9172F629-2F2F-4773-A0D8-4C8B74A25023}" srcId="{A38E1A2E-84A4-4C95-A19E-4A4EE4261446}" destId="{0E4289AD-23AB-412D-A095-798859C6927D}" srcOrd="1" destOrd="0" parTransId="{6488021E-73A9-4E04-B204-9BB453DEE3F5}" sibTransId="{A64B3950-72B0-4530-A993-22157F4E8197}"/>
    <dgm:cxn modelId="{6394A942-5636-4BAC-BE62-2CB170D0DF3F}" type="presOf" srcId="{A38E1A2E-84A4-4C95-A19E-4A4EE4261446}" destId="{29DACA26-56D1-4005-860A-696B0E9C8A77}" srcOrd="0" destOrd="0" presId="urn:microsoft.com/office/officeart/2005/8/layout/default"/>
    <dgm:cxn modelId="{0C811E9D-98D8-49A3-80A4-A08FAD9AD197}" type="presOf" srcId="{A4447D36-C49B-433A-BF1D-C3924881E1E1}" destId="{0CEFBC29-3A53-4B9B-B233-38462789FE14}" srcOrd="0" destOrd="0" presId="urn:microsoft.com/office/officeart/2005/8/layout/default"/>
    <dgm:cxn modelId="{8942E3A6-CE8E-440B-81D0-7EC46479C181}" srcId="{A38E1A2E-84A4-4C95-A19E-4A4EE4261446}" destId="{FBA6325E-8B5C-4175-9C71-C8102E00F15C}" srcOrd="3" destOrd="0" parTransId="{99BC1416-88CB-4539-A5E5-3FF93332641C}" sibTransId="{BF0FDA03-D944-4918-A049-8CE479B85D47}"/>
    <dgm:cxn modelId="{0202D0D6-A058-4311-8BCF-2635C257D399}" srcId="{A38E1A2E-84A4-4C95-A19E-4A4EE4261446}" destId="{AEB32F28-ECAE-4E72-8401-E432020C14D2}" srcOrd="0" destOrd="0" parTransId="{EF2A3E23-06F9-4D39-AB14-2B4E45C2E94A}" sibTransId="{F18DDF0B-C935-4F75-8540-1CF72ADAF651}"/>
    <dgm:cxn modelId="{8A7EF5DA-35B1-43F7-AD82-624A8B100368}" type="presOf" srcId="{FBA6325E-8B5C-4175-9C71-C8102E00F15C}" destId="{E553EE60-4176-46D9-AFF5-45BCC96F6660}" srcOrd="0" destOrd="0" presId="urn:microsoft.com/office/officeart/2005/8/layout/default"/>
    <dgm:cxn modelId="{E25E81E5-96A3-4451-B48F-A6BE0E4F0307}" type="presOf" srcId="{0E4289AD-23AB-412D-A095-798859C6927D}" destId="{9A80E8D7-EF79-4BE3-BD0F-EC78DB2FFE25}" srcOrd="0" destOrd="0" presId="urn:microsoft.com/office/officeart/2005/8/layout/default"/>
    <dgm:cxn modelId="{74E62DE9-5EB2-4A95-81F4-BA2302B4BF44}" srcId="{A38E1A2E-84A4-4C95-A19E-4A4EE4261446}" destId="{F268239F-8ADF-476A-B0A4-C79734D4B56D}" srcOrd="4" destOrd="0" parTransId="{BC3B94AE-4AB8-4C08-9DA1-316FCE5F6A99}" sibTransId="{EF842961-68C4-49A3-95B9-7B21B9E19297}"/>
    <dgm:cxn modelId="{EADB3DF0-4F9E-4F43-B882-D12E7C5A1BF2}" srcId="{A38E1A2E-84A4-4C95-A19E-4A4EE4261446}" destId="{A4447D36-C49B-433A-BF1D-C3924881E1E1}" srcOrd="2" destOrd="0" parTransId="{BC7069CD-2535-43EB-84C5-137E207A1B0E}" sibTransId="{0BDF7901-FF8C-4512-869D-7F7446BC4A24}"/>
    <dgm:cxn modelId="{61A66CBD-7CD6-424B-B74F-1AD6A5EBCC30}" type="presParOf" srcId="{29DACA26-56D1-4005-860A-696B0E9C8A77}" destId="{A3486127-37CA-4F45-BBF7-18827D2D5C51}" srcOrd="0" destOrd="0" presId="urn:microsoft.com/office/officeart/2005/8/layout/default"/>
    <dgm:cxn modelId="{66D87CCA-5CA7-4FD9-81C7-ABDDB124877D}" type="presParOf" srcId="{29DACA26-56D1-4005-860A-696B0E9C8A77}" destId="{3119B996-032E-466A-A182-0DC95BC01626}" srcOrd="1" destOrd="0" presId="urn:microsoft.com/office/officeart/2005/8/layout/default"/>
    <dgm:cxn modelId="{CBFE5E90-FF58-4431-AC53-8C9ED2E7833E}" type="presParOf" srcId="{29DACA26-56D1-4005-860A-696B0E9C8A77}" destId="{9A80E8D7-EF79-4BE3-BD0F-EC78DB2FFE25}" srcOrd="2" destOrd="0" presId="urn:microsoft.com/office/officeart/2005/8/layout/default"/>
    <dgm:cxn modelId="{245AE430-BDB7-403C-832A-9D1B5F298527}" type="presParOf" srcId="{29DACA26-56D1-4005-860A-696B0E9C8A77}" destId="{97F40C2D-39E6-4AA0-9938-17B669CA3D18}" srcOrd="3" destOrd="0" presId="urn:microsoft.com/office/officeart/2005/8/layout/default"/>
    <dgm:cxn modelId="{E6ADD5AE-B82E-41B9-9303-2259287FD0CD}" type="presParOf" srcId="{29DACA26-56D1-4005-860A-696B0E9C8A77}" destId="{0CEFBC29-3A53-4B9B-B233-38462789FE14}" srcOrd="4" destOrd="0" presId="urn:microsoft.com/office/officeart/2005/8/layout/default"/>
    <dgm:cxn modelId="{40D03374-7D7C-4485-9F7D-D6282B8DD810}" type="presParOf" srcId="{29DACA26-56D1-4005-860A-696B0E9C8A77}" destId="{CD8FFD9B-7945-4633-9D6C-267BB30AB0AE}" srcOrd="5" destOrd="0" presId="urn:microsoft.com/office/officeart/2005/8/layout/default"/>
    <dgm:cxn modelId="{8C3A7400-06D7-4869-A949-E19C2CC44E08}" type="presParOf" srcId="{29DACA26-56D1-4005-860A-696B0E9C8A77}" destId="{E553EE60-4176-46D9-AFF5-45BCC96F6660}" srcOrd="6" destOrd="0" presId="urn:microsoft.com/office/officeart/2005/8/layout/default"/>
    <dgm:cxn modelId="{EEE420A4-7251-4D3B-94D1-196203A571A5}" type="presParOf" srcId="{29DACA26-56D1-4005-860A-696B0E9C8A77}" destId="{CEF0C3E2-890D-4612-B86E-43A3BA4E2413}" srcOrd="7" destOrd="0" presId="urn:microsoft.com/office/officeart/2005/8/layout/default"/>
    <dgm:cxn modelId="{B32286AF-5931-480D-B60B-64C112F3E7BE}" type="presParOf" srcId="{29DACA26-56D1-4005-860A-696B0E9C8A77}" destId="{DA1E7F3A-179B-4BEA-B391-356DD49F0ED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08BC2-7291-4643-8939-9B546C46C0A5}">
      <dsp:nvSpPr>
        <dsp:cNvPr id="0" name=""/>
        <dsp:cNvSpPr/>
      </dsp:nvSpPr>
      <dsp:spPr>
        <a:xfrm>
          <a:off x="0" y="0"/>
          <a:ext cx="4584356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analyze the role of authority and governance in shaping societal structures and political decision-making processes.</a:t>
          </a:r>
        </a:p>
      </dsp:txBody>
      <dsp:txXfrm>
        <a:off x="38234" y="38234"/>
        <a:ext cx="3175726" cy="1228933"/>
      </dsp:txXfrm>
    </dsp:sp>
    <dsp:sp modelId="{9CA8B6F1-410C-46CE-94B0-2962EA5C8AC8}">
      <dsp:nvSpPr>
        <dsp:cNvPr id="0" name=""/>
        <dsp:cNvSpPr/>
      </dsp:nvSpPr>
      <dsp:spPr>
        <a:xfrm>
          <a:off x="404502" y="1522968"/>
          <a:ext cx="4584356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explore the impact of civic duty and democratic participation on government accountability and policy development.</a:t>
          </a:r>
        </a:p>
      </dsp:txBody>
      <dsp:txXfrm>
        <a:off x="442736" y="1561202"/>
        <a:ext cx="3254875" cy="1228933"/>
      </dsp:txXfrm>
    </dsp:sp>
    <dsp:sp modelId="{2E1F850B-E3BC-4D88-84BB-4575CA39E3BC}">
      <dsp:nvSpPr>
        <dsp:cNvPr id="0" name=""/>
        <dsp:cNvSpPr/>
      </dsp:nvSpPr>
      <dsp:spPr>
        <a:xfrm>
          <a:off x="809004" y="3045936"/>
          <a:ext cx="4584356" cy="130540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 evaluate the influence of revolution and political opposition in driving social and legislative reforms within different systems of governance.</a:t>
          </a:r>
        </a:p>
      </dsp:txBody>
      <dsp:txXfrm>
        <a:off x="847238" y="3084170"/>
        <a:ext cx="3254875" cy="1228933"/>
      </dsp:txXfrm>
    </dsp:sp>
    <dsp:sp modelId="{6B23DFF5-6941-4E84-9745-DBD388E39320}">
      <dsp:nvSpPr>
        <dsp:cNvPr id="0" name=""/>
        <dsp:cNvSpPr/>
      </dsp:nvSpPr>
      <dsp:spPr>
        <a:xfrm>
          <a:off x="3735845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926760" y="989929"/>
        <a:ext cx="466680" cy="638504"/>
      </dsp:txXfrm>
    </dsp:sp>
    <dsp:sp modelId="{F8239F68-5DF4-426D-8FF0-B9369397AD4F}">
      <dsp:nvSpPr>
        <dsp:cNvPr id="0" name=""/>
        <dsp:cNvSpPr/>
      </dsp:nvSpPr>
      <dsp:spPr>
        <a:xfrm>
          <a:off x="4140348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331263" y="2504195"/>
        <a:ext cx="466680" cy="6385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B191AA-C716-4CDF-BED5-F38B704E14E0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8E538-B07D-4706-AEAD-41F85DBCF538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C4269-45AD-41C8-8A5A-7F0369F9783F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Usage: </a:t>
          </a:r>
          <a:r>
            <a:rPr lang="en-US" sz="1900" kern="1200"/>
            <a:t>Emphasizes the action or receiver of the action rather than the doer.</a:t>
          </a:r>
        </a:p>
      </dsp:txBody>
      <dsp:txXfrm>
        <a:off x="1129902" y="4592"/>
        <a:ext cx="5171698" cy="978270"/>
      </dsp:txXfrm>
    </dsp:sp>
    <dsp:sp modelId="{139106A6-FFFD-402F-956D-EE802E4E5901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2D73-5A16-4776-88BD-E89B45648CE5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350FF-D580-4C78-BA91-F42A4BB8AC7C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Structure: </a:t>
          </a:r>
          <a:r>
            <a:rPr lang="en-US" sz="1900" kern="1200"/>
            <a:t>Active: Subject + verb + object</a:t>
          </a:r>
        </a:p>
      </dsp:txBody>
      <dsp:txXfrm>
        <a:off x="1129902" y="1227431"/>
        <a:ext cx="5171698" cy="978270"/>
      </dsp:txXfrm>
    </dsp:sp>
    <dsp:sp modelId="{F6BDF4B3-BB92-42F4-B689-118C89438C49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E5E5D9-9B7B-4542-822D-AC608E342FD1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AC472-DB76-4AFD-8857-9D572748CFAC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Example: </a:t>
          </a:r>
          <a:r>
            <a:rPr lang="en-US" sz="1900" kern="1200"/>
            <a:t>The government passed a new law.</a:t>
          </a:r>
        </a:p>
      </dsp:txBody>
      <dsp:txXfrm>
        <a:off x="1129902" y="2450269"/>
        <a:ext cx="5171698" cy="978270"/>
      </dsp:txXfrm>
    </dsp:sp>
    <dsp:sp modelId="{94235416-B0C3-47E4-8B35-1D2B352C41CB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685303-5B2F-4365-A40C-D9D381F019E9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F1A4C-A096-4195-A728-A680E46BDD9E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Passive: </a:t>
          </a:r>
          <a:r>
            <a:rPr lang="en-US" sz="1900" kern="1200"/>
            <a:t>Object + form of </a:t>
          </a:r>
          <a:r>
            <a:rPr lang="en-US" sz="1900" b="1" kern="1200"/>
            <a:t>'to be' </a:t>
          </a:r>
          <a:r>
            <a:rPr lang="en-US" sz="1900" kern="1200"/>
            <a:t>+ past participle</a:t>
          </a:r>
        </a:p>
      </dsp:txBody>
      <dsp:txXfrm>
        <a:off x="1129902" y="3673107"/>
        <a:ext cx="5171698" cy="978270"/>
      </dsp:txXfrm>
    </dsp:sp>
    <dsp:sp modelId="{2F4D3C11-0E42-4E64-ABF4-ED48F9598DB6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A6B51-AA6C-409E-A548-F668141BE7A1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4DFA1-3503-4B28-9891-698062C806D0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Example: </a:t>
          </a:r>
          <a:r>
            <a:rPr lang="en-US" sz="1900" kern="1200"/>
            <a:t>A new law was passed by the government.</a:t>
          </a:r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86127-37CA-4F45-BBF7-18827D2D5C51}">
      <dsp:nvSpPr>
        <dsp:cNvPr id="0" name=""/>
        <dsp:cNvSpPr/>
      </dsp:nvSpPr>
      <dsp:spPr>
        <a:xfrm>
          <a:off x="0" y="471655"/>
          <a:ext cx="2124543" cy="127472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Strict environmental regulations are enforced by the government.</a:t>
          </a:r>
        </a:p>
      </dsp:txBody>
      <dsp:txXfrm>
        <a:off x="0" y="471655"/>
        <a:ext cx="2124543" cy="1274726"/>
      </dsp:txXfrm>
    </dsp:sp>
    <dsp:sp modelId="{9A80E8D7-EF79-4BE3-BD0F-EC78DB2FFE25}">
      <dsp:nvSpPr>
        <dsp:cNvPr id="0" name=""/>
        <dsp:cNvSpPr/>
      </dsp:nvSpPr>
      <dsp:spPr>
        <a:xfrm>
          <a:off x="2336997" y="471655"/>
          <a:ext cx="2124543" cy="1274726"/>
        </a:xfrm>
        <a:prstGeom prst="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Political issues are debated on social media platforms by people.</a:t>
          </a:r>
        </a:p>
      </dsp:txBody>
      <dsp:txXfrm>
        <a:off x="2336997" y="471655"/>
        <a:ext cx="2124543" cy="1274726"/>
      </dsp:txXfrm>
    </dsp:sp>
    <dsp:sp modelId="{0CEFBC29-3A53-4B9B-B233-38462789FE14}">
      <dsp:nvSpPr>
        <dsp:cNvPr id="0" name=""/>
        <dsp:cNvSpPr/>
      </dsp:nvSpPr>
      <dsp:spPr>
        <a:xfrm>
          <a:off x="4673995" y="471655"/>
          <a:ext cx="2124543" cy="1274726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New educational reforms will be implemented next year by leaders.</a:t>
          </a:r>
        </a:p>
      </dsp:txBody>
      <dsp:txXfrm>
        <a:off x="4673995" y="471655"/>
        <a:ext cx="2124543" cy="1274726"/>
      </dsp:txXfrm>
    </dsp:sp>
    <dsp:sp modelId="{E553EE60-4176-46D9-AFF5-45BCC96F6660}">
      <dsp:nvSpPr>
        <dsp:cNvPr id="0" name=""/>
        <dsp:cNvSpPr/>
      </dsp:nvSpPr>
      <dsp:spPr>
        <a:xfrm>
          <a:off x="1168498" y="1958835"/>
          <a:ext cx="2124543" cy="1274726"/>
        </a:xfrm>
        <a:prstGeom prst="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protest against corruption is being organized by activists.</a:t>
          </a:r>
        </a:p>
      </dsp:txBody>
      <dsp:txXfrm>
        <a:off x="1168498" y="1958835"/>
        <a:ext cx="2124543" cy="1274726"/>
      </dsp:txXfrm>
    </dsp:sp>
    <dsp:sp modelId="{DA1E7F3A-179B-4BEA-B391-356DD49F0EDF}">
      <dsp:nvSpPr>
        <dsp:cNvPr id="0" name=""/>
        <dsp:cNvSpPr/>
      </dsp:nvSpPr>
      <dsp:spPr>
        <a:xfrm>
          <a:off x="3505496" y="1958835"/>
          <a:ext cx="2124543" cy="1274726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Representatives are chosen by voters in a democratic election.</a:t>
          </a:r>
        </a:p>
      </dsp:txBody>
      <dsp:txXfrm>
        <a:off x="3505496" y="1958835"/>
        <a:ext cx="2124543" cy="12747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779C-7D11-9502-048F-1A44D5D11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662DC-C304-C1D5-E779-2D9B9A8CE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9E30C-49B6-08E7-12DB-2DB979BE0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D30DE-6BCB-A926-B58E-49373D61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8326D-E130-CD2A-2DA5-A9F0926A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5213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9C238-7848-BC2C-0AFB-4517F941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6AE48-B52D-FC5A-31E5-00BC655D2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37190-A624-8265-8143-CA9BBCA03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B950F-C8FE-ED07-B2D6-627C0DEB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0BA39-5A9B-6E05-FB69-5D256D64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2613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8505-1101-5398-EF01-53ADD0A46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52A0C-42EA-F8E1-AB81-F8C76A4CF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0A864-2D8A-DA74-5A89-B6CC50E0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C58B0-3BE6-C252-D773-347DF194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90F74-7223-DB26-56E3-23C5F9E6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0257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B6E48-5B32-247F-713D-4AFD013F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D7F0C-8CAE-0ED0-8943-8933C5EB2B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4AA19-E886-3F2B-E1DD-176148595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DF43B-2411-F732-324A-62E03473A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383F6-E504-21A7-251D-7A7208DA1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C8C14-123C-CA6B-90D8-2DBAC5A3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283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301A-87A5-155A-2E38-414D590A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C0480-2120-97C6-B0FC-64D5A650A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799F8-D52D-6D9A-69F3-9781B773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BDDF-0F5A-DF49-C5E3-DDEA7706B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7F79A-ACE4-75ED-9F1A-C73036C0B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FB9CB-8B90-CA9C-1C41-140592507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B45DE-2FCF-DEFD-37B4-13B5BB0A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1EF29-BD75-EAA7-796C-EBEFC612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53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5683-5D38-B74A-56FE-C4C25DEB7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5C859-8726-9BA2-29E9-F2CD35C4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1ADF0-662E-F513-F70D-C6B4ADF2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95171-18E0-769C-9720-D52680B0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15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81F03-E508-5604-96C3-D813222C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4C1D3-CAB6-1544-0B4F-AA1960BE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F17B7-CB4C-2EDB-983D-1EBF9C96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3535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4DA33-7C8C-D1C2-EC28-5B1F6034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CFA82-7229-EACD-7348-C94897420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62F86-E813-1F21-422A-9D30DECDD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44A48-BE60-573F-D200-FD41D2D1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B1AFC-4E92-C2DF-B715-3C6DD2BC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F7FB5-8125-612B-F7AE-7B4D04C7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7555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C24BD-696E-1007-AFAD-75D8645F0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2B64F-00A2-CBAE-64A5-EA4701DEC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1185F-DAA4-8705-FFB7-879C299E4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477B6C-9FD7-3B3B-37B3-239E39A9F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FD484-F71D-727E-E514-C77E5214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3F8C4-9175-AE95-F85E-B2FDF5D7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227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AAD7-2F09-3AB1-B5CB-88B00D9E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6DB28-A596-BB11-A09F-180A5A423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3EA71-AE8E-2935-BD94-3EAA49CAC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647D8-4D68-A553-3F7F-5855DA05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77476-4F18-DCC3-8973-4F1AFFAB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2283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CDD0B6-54F1-941F-0E0E-F4D0DB862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0A5C6-AB28-6808-A7BA-4BF47C554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5AD4-4D57-6FFA-FACD-0CEF707D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161E-A588-85CF-1171-67B49D6F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3561A-580A-47D7-DC52-F727690E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47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F329-70A8-5A9F-665D-1FFCF93EB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5A5D9-00C4-387B-242A-0049B5F60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0FDF-1B60-ABCA-01C7-7F2DD60DF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2BA0B-A95F-4E8F-8933-9ECB96858643}" type="datetimeFigureOut">
              <a:rPr lang="es-ES" smtClean="0"/>
              <a:t>08/01/2025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4C966-ECA7-3D96-4224-C9A3471AF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9760A-8427-3176-781B-39D2A1B94D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B008C-8275-4DBF-9E86-B352674C10C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678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EE30F-E00A-D5DF-524A-02268D005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Power and People: Exploring the Dynamics of Society, Politics, and Governance</a:t>
            </a:r>
            <a:endParaRPr lang="es-ES" sz="660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2FD7E-881B-EB65-1B52-3B87570D8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895" y="4983276"/>
            <a:ext cx="10628856" cy="873588"/>
          </a:xfrm>
        </p:spPr>
        <p:txBody>
          <a:bodyPr>
            <a:normAutofit fontScale="85000" lnSpcReduction="20000"/>
          </a:bodyPr>
          <a:lstStyle/>
          <a:p>
            <a:pPr algn="l"/>
            <a:endParaRPr lang="en-GB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GB" sz="17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English C1</a:t>
            </a:r>
            <a:endParaRPr lang="es-ES" dirty="0">
              <a:latin typeface="Verdana" panose="020B060403050404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1B151-FE95-447E-515F-2F3F5F860319}"/>
              </a:ext>
            </a:extLst>
          </p:cNvPr>
          <p:cNvSpPr txBox="1"/>
          <p:nvPr/>
        </p:nvSpPr>
        <p:spPr>
          <a:xfrm>
            <a:off x="414779" y="5977288"/>
            <a:ext cx="402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dirty="0" err="1">
                <a:ea typeface="Calibri" panose="020F0502020204030204" pitchFamily="34" charset="0"/>
                <a:cs typeface="Calibri" panose="020F0502020204030204" pitchFamily="34" charset="0"/>
              </a:rPr>
              <a:t>TuSpeaking</a:t>
            </a:r>
            <a:r>
              <a:rPr lang="en-GB" dirty="0">
                <a:ea typeface="Calibri" panose="020F0502020204030204" pitchFamily="34" charset="0"/>
                <a:cs typeface="Calibri" panose="020F0502020204030204" pitchFamily="34" charset="0"/>
              </a:rPr>
              <a:t> 2025, all rights reserved</a:t>
            </a:r>
            <a:endParaRPr lang="es-E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808030-6023-8050-665E-C90410147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60" y="360363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7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F29F7-1C72-83EC-EACD-144919D3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s-ES">
                <a:latin typeface="Verdana" panose="020B0604030504040204" pitchFamily="34" charset="0"/>
                <a:ea typeface="Verdana" panose="020B0604030504040204" pitchFamily="34" charset="0"/>
              </a:rPr>
              <a:t>Objectives of the presentation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F0C610-B8B1-923F-4ADF-6723462666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33" r="27216" b="-1"/>
          <a:stretch/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Marcador de contenido 3">
            <a:extLst>
              <a:ext uri="{FF2B5EF4-FFF2-40B4-BE49-F238E27FC236}">
                <a16:creationId xmlns:a16="http://schemas.microsoft.com/office/drawing/2014/main" id="{231E2E9C-A5E9-00A4-1AAB-C03D5E2C38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8321651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868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D5DFE-AD19-7854-7649-AF87F55A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GB"/>
              <a:t>Warm up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7FC6F-B3EB-6635-B988-4AA27DA16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/>
              <a:t>Think-Pair-Share:</a:t>
            </a:r>
          </a:p>
          <a:p>
            <a:r>
              <a:rPr lang="en-US"/>
              <a:t>What makes a good government? </a:t>
            </a:r>
          </a:p>
          <a:p>
            <a:r>
              <a:rPr lang="en-US"/>
              <a:t>Discuss examples of leadership or policies that have positively impacted society</a:t>
            </a:r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08C25DF-4B8A-AEE6-2DB4-CF988268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-1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6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31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95B3D-8CFB-FACC-C527-396DE6AC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368" y="4522156"/>
            <a:ext cx="4937937" cy="13632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Speaking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1C4A5-ADF9-2BE9-1FCF-22EF61108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3743428"/>
            <a:ext cx="5011542" cy="778728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How can governments ensure fairness and equality in society?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83B9EB-C385-36E1-22BF-DBFAEC4FD5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27" r="-1" b="-1"/>
          <a:stretch/>
        </p:blipFill>
        <p:spPr>
          <a:xfrm>
            <a:off x="1246573" y="10"/>
            <a:ext cx="3913632" cy="2285224"/>
          </a:xfrm>
          <a:custGeom>
            <a:avLst/>
            <a:gdLst/>
            <a:ahLst/>
            <a:cxnLst/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4F7D4E7-3068-F79E-32EF-97CB0B634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46" r="15648"/>
          <a:stretch/>
        </p:blipFill>
        <p:spPr>
          <a:xfrm>
            <a:off x="20" y="2288331"/>
            <a:ext cx="3564618" cy="4569668"/>
          </a:xfrm>
          <a:custGeom>
            <a:avLst/>
            <a:gdLst/>
            <a:ahLst/>
            <a:cxnLst/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0967" y="561316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80452E-0025-480E-0634-6FD3270CF2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47" r="28052"/>
          <a:stretch/>
        </p:blipFill>
        <p:spPr>
          <a:xfrm>
            <a:off x="5525559" y="725908"/>
            <a:ext cx="2852928" cy="2852928"/>
          </a:xfrm>
          <a:custGeom>
            <a:avLst/>
            <a:gdLst/>
            <a:ahLst/>
            <a:cxnLst/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</p:spPr>
      </p:pic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0E9BE8-C043-8C6D-8942-BD656509B9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320" r="3" b="9749"/>
          <a:stretch/>
        </p:blipFill>
        <p:spPr>
          <a:xfrm>
            <a:off x="8918761" y="-4331"/>
            <a:ext cx="3273238" cy="3383891"/>
          </a:xfrm>
          <a:custGeom>
            <a:avLst/>
            <a:gdLst/>
            <a:ahLst/>
            <a:cxnLst/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</p:spPr>
      </p:pic>
      <p:sp>
        <p:nvSpPr>
          <p:cNvPr id="53" name="Freeform: Shape 50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3D88613-25FC-69EE-850A-F1EA2DEC85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130" r="11575" b="2"/>
          <a:stretch/>
        </p:blipFill>
        <p:spPr>
          <a:xfrm>
            <a:off x="9363236" y="4071322"/>
            <a:ext cx="2828765" cy="2786678"/>
          </a:xfrm>
          <a:custGeom>
            <a:avLst/>
            <a:gdLst/>
            <a:ahLst/>
            <a:cxnLst/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592951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9" name="Rectangle 1058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F7B8C-B86D-0715-861E-BCF42DF1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sz="6100"/>
              <a:t>Vocabulary related with the topic	</a:t>
            </a:r>
            <a:endParaRPr lang="es-ES" sz="6100"/>
          </a:p>
        </p:txBody>
      </p:sp>
      <p:sp>
        <p:nvSpPr>
          <p:cNvPr id="1061" name="sketch line">
            <a:extLst>
              <a:ext uri="{FF2B5EF4-FFF2-40B4-BE49-F238E27FC236}">
                <a16:creationId xmlns:a16="http://schemas.microsoft.com/office/drawing/2014/main" id="{4C2A3DC3-F495-4B99-9FF3-3FB30D63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C8716-5A63-D2E2-BC1E-F58AC1A35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Authority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Democracy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Bureaucracy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Constitution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Sovereignty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Legislation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Opposition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Revolution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Diplomacy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0" i="0">
                <a:effectLst/>
                <a:latin typeface="Söhne"/>
              </a:rPr>
              <a:t>Civic Duty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2BE497-DFD5-941B-77AE-818EF597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18" r="13851" b="-3"/>
          <a:stretch/>
        </p:blipFill>
        <p:spPr>
          <a:xfrm>
            <a:off x="8156454" y="-7"/>
            <a:ext cx="4035547" cy="4178808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D634121-16F8-1433-C6BF-1B00AC4488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35" r="-2" b="-2"/>
          <a:stretch/>
        </p:blipFill>
        <p:spPr>
          <a:xfrm>
            <a:off x="8144356" y="4267201"/>
            <a:ext cx="4047645" cy="2590808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6728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F7B8C-B86D-0715-861E-BCF42DF1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Let´s practice 	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03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DB7B4-72DF-63EE-0A5C-FBE50816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48451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</a:rPr>
              <a:t>Match the words with their terms.</a:t>
            </a:r>
            <a:endParaRPr lang="es-ES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29E6AAE-4A4D-F668-8F5C-AF80FF0F7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3086" y="1575303"/>
            <a:ext cx="5627073" cy="491757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Authority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Democracy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Bureaucracy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Constitution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Sovereignty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Legislation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Opposition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Revolution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Diplomacy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 i="0" dirty="0">
                <a:effectLst/>
                <a:latin typeface="Söhne"/>
              </a:rPr>
              <a:t>Civic Duty </a:t>
            </a:r>
          </a:p>
          <a:p>
            <a:endParaRPr lang="es-E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1D65E1C-3FC5-D15E-31F4-0CD926604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80159" y="1575304"/>
            <a:ext cx="5463421" cy="491757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a) Responsibilities and obligations of a citizen.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b) A governing system characterized by complex rules and hierarchy.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c) The process or body of creating laws.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d) Managing international relations through negotiation.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e) Power to enforce obedience and make decisions.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f) A system of government where citizens vote for leaders.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g) A political group challenging the ruling party.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h) A significant change in political power or social structure.</a:t>
            </a:r>
          </a:p>
          <a:p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) Supreme power of a state to govern itself.</a:t>
            </a:r>
          </a:p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j) The fundamental rules or principles of governance.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DD600BA-7D95-BD5F-BA05-C85FFF7B4EEE}"/>
              </a:ext>
            </a:extLst>
          </p:cNvPr>
          <p:cNvCxnSpPr>
            <a:cxnSpLocks/>
          </p:cNvCxnSpPr>
          <p:nvPr/>
        </p:nvCxnSpPr>
        <p:spPr>
          <a:xfrm>
            <a:off x="2118511" y="1792586"/>
            <a:ext cx="3861648" cy="1738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35C602E0-FC68-0146-D719-A9B080898844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245259" y="2218099"/>
            <a:ext cx="3734900" cy="1815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D65181E6-926D-0F4D-03B1-28C4EFC10872}"/>
              </a:ext>
            </a:extLst>
          </p:cNvPr>
          <p:cNvCxnSpPr>
            <a:cxnSpLocks/>
          </p:cNvCxnSpPr>
          <p:nvPr/>
        </p:nvCxnSpPr>
        <p:spPr>
          <a:xfrm flipV="1">
            <a:off x="2362954" y="2091350"/>
            <a:ext cx="3617205" cy="561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B8B7DA3-02E0-7EF7-BCD1-B9A212EF6EAB}"/>
              </a:ext>
            </a:extLst>
          </p:cNvPr>
          <p:cNvCxnSpPr>
            <a:cxnSpLocks/>
          </p:cNvCxnSpPr>
          <p:nvPr/>
        </p:nvCxnSpPr>
        <p:spPr>
          <a:xfrm>
            <a:off x="2362954" y="2996697"/>
            <a:ext cx="3733046" cy="2924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07772F1-FB4E-D636-E4B1-298750AFB736}"/>
              </a:ext>
            </a:extLst>
          </p:cNvPr>
          <p:cNvCxnSpPr/>
          <p:nvPr/>
        </p:nvCxnSpPr>
        <p:spPr>
          <a:xfrm>
            <a:off x="2118511" y="3429000"/>
            <a:ext cx="3977489" cy="21479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B00E9CE-67D0-1DF7-770C-EC0C5522FC63}"/>
              </a:ext>
            </a:extLst>
          </p:cNvPr>
          <p:cNvCxnSpPr/>
          <p:nvPr/>
        </p:nvCxnSpPr>
        <p:spPr>
          <a:xfrm flipV="1">
            <a:off x="2118511" y="2652665"/>
            <a:ext cx="3861648" cy="1095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73AC6C11-EE78-BC1D-B99B-F3A50F86A3FD}"/>
              </a:ext>
            </a:extLst>
          </p:cNvPr>
          <p:cNvCxnSpPr/>
          <p:nvPr/>
        </p:nvCxnSpPr>
        <p:spPr>
          <a:xfrm>
            <a:off x="2118511" y="4191754"/>
            <a:ext cx="3861648" cy="479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81ADFD0-2FF5-1B98-59F3-04F2AA1795B8}"/>
              </a:ext>
            </a:extLst>
          </p:cNvPr>
          <p:cNvCxnSpPr/>
          <p:nvPr/>
        </p:nvCxnSpPr>
        <p:spPr>
          <a:xfrm>
            <a:off x="2118511" y="4590107"/>
            <a:ext cx="3861648" cy="443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3BCC4B3-A277-FBFF-642D-907E3252B8FD}"/>
              </a:ext>
            </a:extLst>
          </p:cNvPr>
          <p:cNvCxnSpPr/>
          <p:nvPr/>
        </p:nvCxnSpPr>
        <p:spPr>
          <a:xfrm flipV="1">
            <a:off x="2009869" y="2996697"/>
            <a:ext cx="3970290" cy="2037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E20D789-7E3F-1C45-2DF5-150C9B2AE504}"/>
              </a:ext>
            </a:extLst>
          </p:cNvPr>
          <p:cNvCxnSpPr/>
          <p:nvPr/>
        </p:nvCxnSpPr>
        <p:spPr>
          <a:xfrm flipV="1">
            <a:off x="2118511" y="1729212"/>
            <a:ext cx="3793402" cy="37119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626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DB7B4-72DF-63EE-0A5C-FBE50816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/>
              <a:t>Conversation questions</a:t>
            </a:r>
            <a:endParaRPr lang="es-E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E6929-F55D-F58E-B5F6-4ECDD6D2E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1. What are the most important qualities of a good leader?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2. How can governments ensure fairness and equality?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3. What role do citizens play in shaping government?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4. How do political systems affect law-making?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5. How do political decisions impact daily life?</a:t>
            </a:r>
          </a:p>
          <a:p>
            <a:endParaRPr lang="es-ES" sz="2000"/>
          </a:p>
        </p:txBody>
      </p:sp>
      <p:pic>
        <p:nvPicPr>
          <p:cNvPr id="16" name="Picture 15" descr="Signos de interrogación de diferentes colores">
            <a:extLst>
              <a:ext uri="{FF2B5EF4-FFF2-40B4-BE49-F238E27FC236}">
                <a16:creationId xmlns:a16="http://schemas.microsoft.com/office/drawing/2014/main" id="{703FE973-F81F-EEBE-5A58-02D925FA3F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16" r="26928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0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BBBB48-6AF1-BFE8-EE0E-D389F6CC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Grammatical Objective: Passive Voice</a:t>
            </a:r>
            <a:r>
              <a:rPr lang="en-GB" dirty="0">
                <a:solidFill>
                  <a:schemeClr val="bg1"/>
                </a:solidFill>
              </a:rPr>
              <a:t>	</a:t>
            </a:r>
            <a:endParaRPr lang="es-ES" dirty="0">
              <a:solidFill>
                <a:schemeClr val="bg1"/>
              </a:solidFill>
            </a:endParaRPr>
          </a:p>
        </p:txBody>
      </p:sp>
      <p:grpSp>
        <p:nvGrpSpPr>
          <p:cNvPr id="22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0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65E065B-5B10-66A6-DD7F-F70593B53D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04010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09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44A67-49AA-DF23-CC40-163FD62E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dirty="0"/>
              <a:t>Grammar Exercise</a:t>
            </a:r>
            <a:r>
              <a:rPr lang="en-GB" sz="4000" dirty="0"/>
              <a:t>	</a:t>
            </a:r>
            <a:endParaRPr lang="es-E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71170-0DA8-F2D5-30DC-444EAD7F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700" b="1" dirty="0">
                <a:latin typeface="Verdana" panose="020B0604030504040204" pitchFamily="34" charset="0"/>
                <a:ea typeface="Verdana" panose="020B0604030504040204" pitchFamily="34" charset="0"/>
              </a:rPr>
              <a:t>Rewrite the sentences in passive voice:</a:t>
            </a:r>
          </a:p>
          <a:p>
            <a:pPr marL="0" indent="0">
              <a:buNone/>
            </a:pPr>
            <a:r>
              <a:rPr lang="en-US" sz="1700" dirty="0">
                <a:latin typeface="Verdana" panose="020B0604030504040204" pitchFamily="34" charset="0"/>
                <a:ea typeface="Verdana" panose="020B0604030504040204" pitchFamily="34" charset="0"/>
              </a:rPr>
              <a:t>1. The government enforces strict environmental regulations.</a:t>
            </a:r>
          </a:p>
          <a:p>
            <a:pPr marL="0" indent="0">
              <a:buNone/>
            </a:pPr>
            <a:r>
              <a:rPr lang="en-US" sz="1700" dirty="0">
                <a:latin typeface="Verdana" panose="020B0604030504040204" pitchFamily="34" charset="0"/>
                <a:ea typeface="Verdana" panose="020B0604030504040204" pitchFamily="34" charset="0"/>
              </a:rPr>
              <a:t>2. People debate political issues on social media platforms.</a:t>
            </a:r>
          </a:p>
          <a:p>
            <a:pPr marL="0" indent="0">
              <a:buNone/>
            </a:pPr>
            <a:r>
              <a:rPr lang="en-US" sz="1700" dirty="0">
                <a:latin typeface="Verdana" panose="020B0604030504040204" pitchFamily="34" charset="0"/>
                <a:ea typeface="Verdana" panose="020B0604030504040204" pitchFamily="34" charset="0"/>
              </a:rPr>
              <a:t>3. Leaders will implement new educational reforms next year.</a:t>
            </a:r>
          </a:p>
          <a:p>
            <a:pPr marL="0" indent="0">
              <a:buNone/>
            </a:pPr>
            <a:r>
              <a:rPr lang="en-US" sz="1700" dirty="0">
                <a:latin typeface="Verdana" panose="020B0604030504040204" pitchFamily="34" charset="0"/>
                <a:ea typeface="Verdana" panose="020B0604030504040204" pitchFamily="34" charset="0"/>
              </a:rPr>
              <a:t>4. Activists are organizing a protest against corruption.</a:t>
            </a:r>
          </a:p>
          <a:p>
            <a:pPr marL="0" indent="0">
              <a:buNone/>
            </a:pPr>
            <a:r>
              <a:rPr lang="en-US" sz="1700" dirty="0">
                <a:latin typeface="Verdana" panose="020B0604030504040204" pitchFamily="34" charset="0"/>
                <a:ea typeface="Verdana" panose="020B0604030504040204" pitchFamily="34" charset="0"/>
              </a:rPr>
              <a:t>5. Voters choose representatives in a democratic election.</a:t>
            </a:r>
          </a:p>
          <a:p>
            <a:pPr marL="0" indent="0">
              <a:buNone/>
            </a:pPr>
            <a:endParaRPr lang="es-ES" sz="1700" dirty="0"/>
          </a:p>
        </p:txBody>
      </p:sp>
      <p:pic>
        <p:nvPicPr>
          <p:cNvPr id="18" name="Picture 17" descr="Juguete de una persona roja frente a dos líneas de figuras blancas">
            <a:extLst>
              <a:ext uri="{FF2B5EF4-FFF2-40B4-BE49-F238E27FC236}">
                <a16:creationId xmlns:a16="http://schemas.microsoft.com/office/drawing/2014/main" id="{534EA9B8-2DF5-C656-EDA2-5835315B01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98" r="22541" b="-2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251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44A67-49AA-DF23-CC40-163FD62E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Verdana" panose="020B0604030504040204" pitchFamily="34" charset="0"/>
                <a:ea typeface="Verdana" panose="020B0604030504040204" pitchFamily="34" charset="0"/>
              </a:rPr>
              <a:t>Grammar Exercise</a:t>
            </a:r>
            <a:r>
              <a:rPr lang="en-GB" sz="4000" dirty="0">
                <a:latin typeface="Verdana" panose="020B0604030504040204" pitchFamily="34" charset="0"/>
                <a:ea typeface="Verdana" panose="020B0604030504040204" pitchFamily="34" charset="0"/>
              </a:rPr>
              <a:t> – Answers</a:t>
            </a:r>
            <a:r>
              <a:rPr lang="en-GB" sz="4000"/>
              <a:t>	</a:t>
            </a:r>
            <a:endParaRPr lang="es-ES" sz="40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816FC07-6080-9E13-DAD5-D7AA3172A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348" r="24232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E42D7F7-2253-852B-B455-B32516C955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159150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6950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86FDA-FF3D-6BC4-9FCA-790D9814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Summing Up </a:t>
            </a:r>
          </a:p>
        </p:txBody>
      </p:sp>
      <p:sp>
        <p:nvSpPr>
          <p:cNvPr id="207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BE2B519-267D-4951-A10A-A2967F98F5A2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Explored concepts of society, politics, and governance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Learned passive voice structure for formal language use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</a:rPr>
              <a:t>Practiced transforming active into passive sentences</a:t>
            </a:r>
          </a:p>
        </p:txBody>
      </p:sp>
      <p:pic>
        <p:nvPicPr>
          <p:cNvPr id="2063" name="Picture 2062" descr="Números de la bolsa de valores">
            <a:extLst>
              <a:ext uri="{FF2B5EF4-FFF2-40B4-BE49-F238E27FC236}">
                <a16:creationId xmlns:a16="http://schemas.microsoft.com/office/drawing/2014/main" id="{D4A17307-2CAF-6BFD-A600-79AD7248B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7" r="23040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628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96C43-20E9-EE5E-8514-B3A9B5FD1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2DE3F-B87C-82FB-4BD1-0B8C99187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960" y="360363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61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519</Words>
  <Application>Microsoft Office PowerPoint</Application>
  <PresentationFormat>Panorámica</PresentationFormat>
  <Paragraphs>78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Söhne</vt:lpstr>
      <vt:lpstr>Verdana</vt:lpstr>
      <vt:lpstr>Office Theme</vt:lpstr>
      <vt:lpstr>Power and People: Exploring the Dynamics of Society, Politics, and Governance</vt:lpstr>
      <vt:lpstr>Objectives of the presentation</vt:lpstr>
      <vt:lpstr>Warm up</vt:lpstr>
      <vt:lpstr>Speaking practice</vt:lpstr>
      <vt:lpstr>Vocabulary related with the topic </vt:lpstr>
      <vt:lpstr>Let´s practice  </vt:lpstr>
      <vt:lpstr>Match the words with their terms.</vt:lpstr>
      <vt:lpstr>Conversation questions</vt:lpstr>
      <vt:lpstr>Grammatical Objective: Passive Voice </vt:lpstr>
      <vt:lpstr>Grammar Exercise </vt:lpstr>
      <vt:lpstr>Grammar Exercise – Answers </vt:lpstr>
      <vt:lpstr>Summing Up 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 and housing</dc:title>
  <dc:creator>Theo Clarke</dc:creator>
  <cp:lastModifiedBy>Javier Rodríguez</cp:lastModifiedBy>
  <cp:revision>6</cp:revision>
  <dcterms:created xsi:type="dcterms:W3CDTF">2024-03-15T11:09:43Z</dcterms:created>
  <dcterms:modified xsi:type="dcterms:W3CDTF">2025-01-08T13:07:09Z</dcterms:modified>
</cp:coreProperties>
</file>